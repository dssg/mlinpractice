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02" r:id="rId3"/>
    <p:sldId id="295" r:id="rId4"/>
    <p:sldId id="520" r:id="rId5"/>
    <p:sldId id="522" r:id="rId6"/>
    <p:sldId id="312" r:id="rId7"/>
    <p:sldId id="282" r:id="rId8"/>
    <p:sldId id="518" r:id="rId9"/>
    <p:sldId id="261" r:id="rId10"/>
    <p:sldId id="300" r:id="rId11"/>
    <p:sldId id="285" r:id="rId12"/>
    <p:sldId id="283" r:id="rId13"/>
    <p:sldId id="298" r:id="rId14"/>
    <p:sldId id="260" r:id="rId15"/>
    <p:sldId id="521" r:id="rId16"/>
  </p:sldIdLst>
  <p:sldSz cx="12192000" cy="6858000"/>
  <p:notesSz cx="6858000" cy="9144000"/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5F1"/>
    <a:srgbClr val="C6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1"/>
    <p:restoredTop sz="93151"/>
  </p:normalViewPr>
  <p:slideViewPr>
    <p:cSldViewPr snapToGrid="0" snapToObjects="1">
      <p:cViewPr varScale="1">
        <p:scale>
          <a:sx n="76" d="100"/>
          <a:sy n="76" d="100"/>
        </p:scale>
        <p:origin x="22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7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800161"/>
            <a:ext cx="12192000" cy="10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Data Exploration</a:t>
            </a: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Make sure to go over the readings for Thursday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Project assignment due next week (Formulation and Baselines)</a:t>
            </a:r>
          </a:p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41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878827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6377498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4F06-0820-1F13-21A6-1EFEC3DA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E5F4A-096D-9D21-5869-C4CDC0554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will present their findings from data exploration. For each “finding”, focus on:</a:t>
            </a:r>
          </a:p>
          <a:p>
            <a:pPr lvl="1"/>
            <a:r>
              <a:rPr lang="en-US" sz="2400" dirty="0"/>
              <a:t>What it is</a:t>
            </a:r>
          </a:p>
          <a:p>
            <a:pPr lvl="1"/>
            <a:r>
              <a:rPr lang="en-US" sz="2400" dirty="0"/>
              <a:t>How you found it and the evidence (evidence can be a graph or a statistic)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What implications it has on your ML modeling coming up later in the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9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1A6545-2406-EF39-D066-90885A8D963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F50CC-3E5B-9CDD-5A8C-F304D2385B7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tools or packages did you use for data exploration?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C6182-C551-4E26-C020-DAAA4D596993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3FDBDF3-8D2A-9B39-0F7A-44BA5875876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DC5B552-B8B7-0E02-E9E1-DAD2176CFBFE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EDE780-5BA3-3894-B969-86A2389AD86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561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2724664"/>
            <a:ext cx="11360700" cy="1408672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800" dirty="0"/>
              <a:t>Data Exploration Overview</a:t>
            </a:r>
          </a:p>
        </p:txBody>
      </p:sp>
    </p:spTree>
    <p:extLst>
      <p:ext uri="{BB962C8B-B14F-4D97-AF65-F5344CB8AC3E}">
        <p14:creationId xmlns:p14="http://schemas.microsoft.com/office/powerpoint/2010/main" val="133040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exploration important?</a:t>
            </a:r>
          </a:p>
        </p:txBody>
      </p:sp>
    </p:spTree>
    <p:extLst>
      <p:ext uri="{BB962C8B-B14F-4D97-AF65-F5344CB8AC3E}">
        <p14:creationId xmlns:p14="http://schemas.microsoft.com/office/powerpoint/2010/main" val="172118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exploration important?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5000091"/>
          </a:xfrm>
        </p:spPr>
        <p:txBody>
          <a:bodyPr/>
          <a:lstStyle/>
          <a:p>
            <a:pPr marL="533400" indent="-457200">
              <a:buFont typeface="+mj-lt"/>
              <a:buAutoNum type="arabicPeriod"/>
            </a:pPr>
            <a:r>
              <a:rPr lang="en-US" dirty="0"/>
              <a:t>Sanity Check the data you were given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Understanding the problem and domain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Problem Formulation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Debugging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Feature Generation/Selection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Interpretation of results 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0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Simple task for data exploration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SQL query that takes a “id” (e.g., student, voter, facility, bill, person, entity, </a:t>
            </a:r>
            <a:r>
              <a:rPr lang="en-US" dirty="0" err="1"/>
              <a:t>etc</a:t>
            </a:r>
            <a:r>
              <a:rPr lang="en-US" dirty="0"/>
              <a:t>) and gives you everything you know about that entity/person.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 a date parameter to it to give you everything about that entity up to that date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605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Some tips for exploring your project data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458" y="1536633"/>
            <a:ext cx="11948984" cy="487652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Tables</a:t>
            </a:r>
            <a:r>
              <a:rPr lang="en-US" dirty="0"/>
              <a:t>: identify the database tables/files that are most relevant to your problem</a:t>
            </a:r>
          </a:p>
          <a:p>
            <a:pPr>
              <a:lnSpc>
                <a:spcPct val="120000"/>
              </a:lnSpc>
            </a:pPr>
            <a:r>
              <a:rPr lang="en-US" b="1" dirty="0"/>
              <a:t>Entities</a:t>
            </a:r>
            <a:r>
              <a:rPr lang="en-US" dirty="0"/>
              <a:t>: How can you identify the primary entities from your project? What are some basic/relevant characteristics about them? How have those changed over time?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Fields</a:t>
            </a:r>
            <a:r>
              <a:rPr lang="en-US" dirty="0"/>
              <a:t>: Most projects have a lot of different data fields, but don’t feel like your initial exploration needs to understand everything</a:t>
            </a:r>
          </a:p>
          <a:p>
            <a:pPr>
              <a:lnSpc>
                <a:spcPct val="120000"/>
              </a:lnSpc>
            </a:pPr>
            <a:r>
              <a:rPr lang="en-US" b="1" dirty="0"/>
              <a:t>Label</a:t>
            </a:r>
            <a:r>
              <a:rPr lang="en-US" dirty="0"/>
              <a:t>: Think about how you might define your label? What can you say about its distribution and how it’s changed over time?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</a:rPr>
              <a:t>Based on what you know of the context, what information would you expect to be important in modeling? Is this available? How well does it correlate with your label?</a:t>
            </a:r>
          </a:p>
        </p:txBody>
      </p:sp>
    </p:spTree>
    <p:extLst>
      <p:ext uri="{BB962C8B-B14F-4D97-AF65-F5344CB8AC3E}">
        <p14:creationId xmlns:p14="http://schemas.microsoft.com/office/powerpoint/2010/main" val="36735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0A25-02BD-674B-9661-DF031B0C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exploration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64FC-F480-BD4E-8C73-EA0095EB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Distributions of different variables </a:t>
            </a:r>
          </a:p>
          <a:p>
            <a:r>
              <a:rPr lang="en-US" dirty="0"/>
              <a:t>Correlations between variables – correlation matrix and turn it into a heatmap </a:t>
            </a:r>
          </a:p>
          <a:p>
            <a:r>
              <a:rPr lang="en-US" dirty="0"/>
              <a:t>Changes and trends over time – how does the data and the entities in the data change over time?</a:t>
            </a:r>
          </a:p>
          <a:p>
            <a:r>
              <a:rPr lang="en-US" dirty="0"/>
              <a:t>Missing values – are there lots of missing values? Is there any pattern there? How/why are they missing? </a:t>
            </a:r>
          </a:p>
          <a:p>
            <a:r>
              <a:rPr lang="en-US" dirty="0"/>
              <a:t>Outliers – this can be done using clustering but also by plotting distributions.</a:t>
            </a:r>
          </a:p>
          <a:p>
            <a:r>
              <a:rPr lang="en-US" dirty="0"/>
              <a:t>Labels/Outcomes – distribution and patterns</a:t>
            </a:r>
          </a:p>
          <a:p>
            <a:r>
              <a:rPr lang="en-US" dirty="0"/>
              <a:t>Cross-tabs (if you’re looking at multiple classes/labels), describing how the positive and negative classes are different without doing any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069897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F3CE1F-439A-864A-85F9-7ECA76CAD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18" y="80445"/>
            <a:ext cx="7685364" cy="66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8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page7image820992">
            <a:extLst>
              <a:ext uri="{FF2B5EF4-FFF2-40B4-BE49-F238E27FC236}">
                <a16:creationId xmlns:a16="http://schemas.microsoft.com/office/drawing/2014/main" id="{C81F5E0F-0DF3-8A42-BCBD-633CA220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54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Tools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(directly and through python – psycopg2)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Python (matplotlib, seaborn, </a:t>
            </a:r>
            <a:r>
              <a:rPr lang="en-US" dirty="0" err="1"/>
              <a:t>altair</a:t>
            </a:r>
            <a:r>
              <a:rPr lang="en-US" dirty="0"/>
              <a:t>,...)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Pandas (if you have to)</a:t>
            </a:r>
            <a:br>
              <a:rPr lang="en-US" dirty="0"/>
            </a:br>
            <a:endParaRPr lang="en-US" dirty="0"/>
          </a:p>
          <a:p>
            <a:r>
              <a:rPr lang="en-US" dirty="0"/>
              <a:t>Tableau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613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11AE-AD3E-5453-022E-7F7F9AAB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E3DFB9-C988-7B85-5CFA-BF3E429D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9503-31ED-E55F-DDB3-B359762D0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Make sure to go over the readings for Thursday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Project assignment due next week (Formulation and Baselines)</a:t>
            </a:r>
          </a:p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37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6df2339-773e-4de5-8227-a2648ad57b2f"/>
  <p:tag name="SLIDO_EVENT_UUID" val="0161bee7-9b52-48ab-bd01-308fc07c8a33"/>
  <p:tag name="SLIDO_EVENT_SECTION_UUID" val="53f7b2fd-9b37-4ce9-89ff-a9a7d9b782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dc25349-68e8-4b25-a4cc-d0b35dea7605"/>
  <p:tag name="SLIDO_TIMELINE" val="W3sic2hvd1Jlc3VsdHMiOmZhbHNlLCJwb2xsUXVlc3Rpb25VdWlkIjoiZjI4ODViZDQtOTA0OS00NTBkLTgzYTktMmY3MWFjMTYzNTVjIn0seyJzaG93UmVzdWx0cyI6dHJ1ZSwicG9sbFF1ZXN0aW9uVXVpZCI6ImYyODg1YmQ0LTkwNDktNDUwZC04M2E5LTJmNzFhYzE2MzU1Yy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6546</TotalTime>
  <Words>562</Words>
  <Application>Microsoft Macintosh PowerPoint</Application>
  <PresentationFormat>Widescreen</PresentationFormat>
  <Paragraphs>75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Simple Light</vt:lpstr>
      <vt:lpstr>PowerPoint Presentation</vt:lpstr>
      <vt:lpstr>Things to remember</vt:lpstr>
      <vt:lpstr>PowerPoint Presentation</vt:lpstr>
      <vt:lpstr>Plan for today</vt:lpstr>
      <vt:lpstr>PowerPoint Presentation</vt:lpstr>
      <vt:lpstr>PowerPoint Presentation</vt:lpstr>
      <vt:lpstr>Why is data exploration important?</vt:lpstr>
      <vt:lpstr>Why is data exploration important?</vt:lpstr>
      <vt:lpstr> Simple task for data exploration</vt:lpstr>
      <vt:lpstr> Some tips for exploring your project data</vt:lpstr>
      <vt:lpstr>Typical data exploration tasks</vt:lpstr>
      <vt:lpstr>PowerPoint Presentation</vt:lpstr>
      <vt:lpstr>PowerPoint Presentation</vt:lpstr>
      <vt:lpstr> Tools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51</cp:revision>
  <dcterms:created xsi:type="dcterms:W3CDTF">2020-01-14T19:43:43Z</dcterms:created>
  <dcterms:modified xsi:type="dcterms:W3CDTF">2025-09-09T14:28:42Z</dcterms:modified>
</cp:coreProperties>
</file>