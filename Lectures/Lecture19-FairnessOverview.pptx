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2" r:id="rId2"/>
    <p:sldMasterId id="2147483668" r:id="rId3"/>
    <p:sldMasterId id="2147483675" r:id="rId4"/>
  </p:sldMasterIdLst>
  <p:notesMasterIdLst>
    <p:notesMasterId r:id="rId95"/>
  </p:notesMasterIdLst>
  <p:sldIdLst>
    <p:sldId id="256" r:id="rId5"/>
    <p:sldId id="568" r:id="rId6"/>
    <p:sldId id="860" r:id="rId7"/>
    <p:sldId id="861" r:id="rId8"/>
    <p:sldId id="862" r:id="rId9"/>
    <p:sldId id="842" r:id="rId10"/>
    <p:sldId id="859" r:id="rId11"/>
    <p:sldId id="864" r:id="rId12"/>
    <p:sldId id="848" r:id="rId13"/>
    <p:sldId id="867" r:id="rId14"/>
    <p:sldId id="507" r:id="rId15"/>
    <p:sldId id="548" r:id="rId16"/>
    <p:sldId id="549" r:id="rId17"/>
    <p:sldId id="285" r:id="rId18"/>
    <p:sldId id="286" r:id="rId19"/>
    <p:sldId id="287" r:id="rId20"/>
    <p:sldId id="288" r:id="rId21"/>
    <p:sldId id="289" r:id="rId22"/>
    <p:sldId id="290" r:id="rId23"/>
    <p:sldId id="291" r:id="rId24"/>
    <p:sldId id="292" r:id="rId25"/>
    <p:sldId id="293" r:id="rId26"/>
    <p:sldId id="294" r:id="rId27"/>
    <p:sldId id="295" r:id="rId28"/>
    <p:sldId id="296" r:id="rId29"/>
    <p:sldId id="562" r:id="rId30"/>
    <p:sldId id="849" r:id="rId31"/>
    <p:sldId id="850" r:id="rId32"/>
    <p:sldId id="868" r:id="rId33"/>
    <p:sldId id="314" r:id="rId34"/>
    <p:sldId id="315" r:id="rId35"/>
    <p:sldId id="316" r:id="rId36"/>
    <p:sldId id="318" r:id="rId37"/>
    <p:sldId id="320" r:id="rId38"/>
    <p:sldId id="321" r:id="rId39"/>
    <p:sldId id="325" r:id="rId40"/>
    <p:sldId id="851" r:id="rId41"/>
    <p:sldId id="852" r:id="rId42"/>
    <p:sldId id="865" r:id="rId43"/>
    <p:sldId id="866" r:id="rId44"/>
    <p:sldId id="853" r:id="rId45"/>
    <p:sldId id="571" r:id="rId46"/>
    <p:sldId id="572" r:id="rId47"/>
    <p:sldId id="596" r:id="rId48"/>
    <p:sldId id="597" r:id="rId49"/>
    <p:sldId id="598" r:id="rId50"/>
    <p:sldId id="599" r:id="rId51"/>
    <p:sldId id="600" r:id="rId52"/>
    <p:sldId id="601" r:id="rId53"/>
    <p:sldId id="854" r:id="rId54"/>
    <p:sldId id="276" r:id="rId55"/>
    <p:sldId id="299" r:id="rId56"/>
    <p:sldId id="855" r:id="rId57"/>
    <p:sldId id="409" r:id="rId58"/>
    <p:sldId id="668" r:id="rId59"/>
    <p:sldId id="408" r:id="rId60"/>
    <p:sldId id="570" r:id="rId61"/>
    <p:sldId id="563" r:id="rId62"/>
    <p:sldId id="536" r:id="rId63"/>
    <p:sldId id="533" r:id="rId64"/>
    <p:sldId id="537" r:id="rId65"/>
    <p:sldId id="539" r:id="rId66"/>
    <p:sldId id="541" r:id="rId67"/>
    <p:sldId id="540" r:id="rId68"/>
    <p:sldId id="542" r:id="rId69"/>
    <p:sldId id="543" r:id="rId70"/>
    <p:sldId id="544" r:id="rId71"/>
    <p:sldId id="545" r:id="rId72"/>
    <p:sldId id="538" r:id="rId73"/>
    <p:sldId id="564" r:id="rId74"/>
    <p:sldId id="565" r:id="rId75"/>
    <p:sldId id="546" r:id="rId76"/>
    <p:sldId id="595" r:id="rId77"/>
    <p:sldId id="331" r:id="rId78"/>
    <p:sldId id="592" r:id="rId79"/>
    <p:sldId id="264" r:id="rId80"/>
    <p:sldId id="265" r:id="rId81"/>
    <p:sldId id="266" r:id="rId82"/>
    <p:sldId id="267" r:id="rId83"/>
    <p:sldId id="593" r:id="rId84"/>
    <p:sldId id="511" r:id="rId85"/>
    <p:sldId id="512" r:id="rId86"/>
    <p:sldId id="594" r:id="rId87"/>
    <p:sldId id="268" r:id="rId88"/>
    <p:sldId id="269" r:id="rId89"/>
    <p:sldId id="270" r:id="rId90"/>
    <p:sldId id="271" r:id="rId91"/>
    <p:sldId id="272" r:id="rId92"/>
    <p:sldId id="273" r:id="rId93"/>
    <p:sldId id="274" r:id="rId94"/>
  </p:sldIdLst>
  <p:sldSz cx="12192000" cy="6858000"/>
  <p:notesSz cx="6858000" cy="9144000"/>
  <p:custDataLst>
    <p:tags r:id="rId9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000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32"/>
    <p:restoredTop sz="95840"/>
  </p:normalViewPr>
  <p:slideViewPr>
    <p:cSldViewPr snapToGrid="0" snapToObjects="1">
      <p:cViewPr varScale="1">
        <p:scale>
          <a:sx n="75" d="100"/>
          <a:sy n="75" d="100"/>
        </p:scale>
        <p:origin x="160" y="1304"/>
      </p:cViewPr>
      <p:guideLst/>
    </p:cSldViewPr>
  </p:slideViewPr>
  <p:notesTextViewPr>
    <p:cViewPr>
      <p:scale>
        <a:sx n="1" d="1"/>
        <a:sy n="1" d="1"/>
      </p:scale>
      <p:origin x="0" y="0"/>
    </p:cViewPr>
  </p:notesTextViewPr>
  <p:sorterViewPr>
    <p:cViewPr>
      <p:scale>
        <a:sx n="119" d="100"/>
        <a:sy n="119"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notesMaster" Target="notesMasters/notesMaster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9FB0F4E-6967-3B44-A32F-E8B1C7AE98D5}" type="doc">
      <dgm:prSet loTypeId="urn:microsoft.com/office/officeart/2005/8/layout/process5" loCatId="" qsTypeId="urn:microsoft.com/office/officeart/2005/8/quickstyle/simple1" qsCatId="simple" csTypeId="urn:microsoft.com/office/officeart/2005/8/colors/colorful1" csCatId="colorful" phldr="1"/>
      <dgm:spPr/>
      <dgm:t>
        <a:bodyPr/>
        <a:lstStyle/>
        <a:p>
          <a:endParaRPr lang="en-US"/>
        </a:p>
      </dgm:t>
    </dgm:pt>
    <dgm:pt modelId="{75350DEC-25F7-F240-A4BF-3A92E80C52F5}">
      <dgm:prSet phldrT="[Text]"/>
      <dgm:spPr>
        <a:solidFill>
          <a:schemeClr val="tx1">
            <a:lumMod val="65000"/>
            <a:lumOff val="35000"/>
          </a:schemeClr>
        </a:solidFill>
      </dgm:spPr>
      <dgm:t>
        <a:bodyPr/>
        <a:lstStyle/>
        <a:p>
          <a:r>
            <a:rPr lang="en-US" dirty="0"/>
            <a:t>Scope</a:t>
          </a:r>
        </a:p>
      </dgm:t>
    </dgm:pt>
    <dgm:pt modelId="{965794C1-5767-E94D-8105-ED104B4D33E2}" type="parTrans" cxnId="{81D07A23-EA35-C94F-81FA-E72150079877}">
      <dgm:prSet/>
      <dgm:spPr/>
      <dgm:t>
        <a:bodyPr/>
        <a:lstStyle/>
        <a:p>
          <a:endParaRPr lang="en-US"/>
        </a:p>
      </dgm:t>
    </dgm:pt>
    <dgm:pt modelId="{BAC284C6-3986-1C48-93AC-8FEBC662ECEE}" type="sibTrans" cxnId="{81D07A23-EA35-C94F-81FA-E72150079877}">
      <dgm:prSet/>
      <dgm:spPr>
        <a:solidFill>
          <a:schemeClr val="bg2"/>
        </a:solidFill>
      </dgm:spPr>
      <dgm:t>
        <a:bodyPr/>
        <a:lstStyle/>
        <a:p>
          <a:endParaRPr lang="en-US"/>
        </a:p>
      </dgm:t>
    </dgm:pt>
    <dgm:pt modelId="{4F2509E8-87E6-2347-B926-EB9BDDECA6FD}">
      <dgm:prSet phldrT="[Text]"/>
      <dgm:spPr/>
      <dgm:t>
        <a:bodyPr/>
        <a:lstStyle/>
        <a:p>
          <a:r>
            <a:rPr lang="en-US" dirty="0"/>
            <a:t>Data</a:t>
          </a:r>
        </a:p>
      </dgm:t>
    </dgm:pt>
    <dgm:pt modelId="{B4B1EEE1-8225-A643-B681-A7F3FC14ECAD}" type="parTrans" cxnId="{9BF83777-08E0-6140-9D35-BF7D8AF8A067}">
      <dgm:prSet/>
      <dgm:spPr/>
      <dgm:t>
        <a:bodyPr/>
        <a:lstStyle/>
        <a:p>
          <a:endParaRPr lang="en-US"/>
        </a:p>
      </dgm:t>
    </dgm:pt>
    <dgm:pt modelId="{748D4455-259E-4245-ADD2-8DDAC2A60773}" type="sibTrans" cxnId="{9BF83777-08E0-6140-9D35-BF7D8AF8A067}">
      <dgm:prSet/>
      <dgm:spPr/>
      <dgm:t>
        <a:bodyPr/>
        <a:lstStyle/>
        <a:p>
          <a:endParaRPr lang="en-US"/>
        </a:p>
      </dgm:t>
    </dgm:pt>
    <dgm:pt modelId="{7B079A50-DF5E-0A4C-9491-2FBAFC0F785B}">
      <dgm:prSet phldrT="[Text]"/>
      <dgm:spPr>
        <a:solidFill>
          <a:schemeClr val="accent6">
            <a:lumMod val="50000"/>
          </a:schemeClr>
        </a:solidFill>
      </dgm:spPr>
      <dgm:t>
        <a:bodyPr/>
        <a:lstStyle/>
        <a:p>
          <a:r>
            <a:rPr lang="en-US" dirty="0"/>
            <a:t>Exploration</a:t>
          </a:r>
        </a:p>
      </dgm:t>
    </dgm:pt>
    <dgm:pt modelId="{BA902E5D-518F-0749-86BA-04AA510BA959}" type="parTrans" cxnId="{A454DBA0-21A9-3941-9DF2-4DD870F537A3}">
      <dgm:prSet/>
      <dgm:spPr/>
      <dgm:t>
        <a:bodyPr/>
        <a:lstStyle/>
        <a:p>
          <a:endParaRPr lang="en-US"/>
        </a:p>
      </dgm:t>
    </dgm:pt>
    <dgm:pt modelId="{00735B98-C924-5743-B429-DBBBDEA50165}" type="sibTrans" cxnId="{A454DBA0-21A9-3941-9DF2-4DD870F537A3}">
      <dgm:prSet/>
      <dgm:spPr>
        <a:solidFill>
          <a:schemeClr val="accent6">
            <a:lumMod val="50000"/>
          </a:schemeClr>
        </a:solidFill>
      </dgm:spPr>
      <dgm:t>
        <a:bodyPr/>
        <a:lstStyle/>
        <a:p>
          <a:endParaRPr lang="en-US"/>
        </a:p>
      </dgm:t>
    </dgm:pt>
    <dgm:pt modelId="{EB4866D8-1266-8945-89C4-F4CD4F9D8A6F}">
      <dgm:prSet phldrT="[Text]"/>
      <dgm:spPr/>
      <dgm:t>
        <a:bodyPr/>
        <a:lstStyle/>
        <a:p>
          <a:r>
            <a:rPr lang="en-US" dirty="0"/>
            <a:t>Modeling</a:t>
          </a:r>
        </a:p>
      </dgm:t>
    </dgm:pt>
    <dgm:pt modelId="{4276625C-E1F0-F840-90D6-CE76DDBB799C}" type="parTrans" cxnId="{A1CEA2E5-F1DD-EF48-A85B-4A04D4565509}">
      <dgm:prSet/>
      <dgm:spPr/>
      <dgm:t>
        <a:bodyPr/>
        <a:lstStyle/>
        <a:p>
          <a:endParaRPr lang="en-US"/>
        </a:p>
      </dgm:t>
    </dgm:pt>
    <dgm:pt modelId="{206E47A8-99B6-484A-AD35-04DCB9238B9B}" type="sibTrans" cxnId="{A1CEA2E5-F1DD-EF48-A85B-4A04D4565509}">
      <dgm:prSet/>
      <dgm:spPr/>
      <dgm:t>
        <a:bodyPr/>
        <a:lstStyle/>
        <a:p>
          <a:endParaRPr lang="en-US"/>
        </a:p>
      </dgm:t>
    </dgm:pt>
    <dgm:pt modelId="{F9BD6EF9-8382-F144-B9CD-FB838C6C03F9}">
      <dgm:prSet phldrT="[Text]"/>
      <dgm:spPr/>
      <dgm:t>
        <a:bodyPr/>
        <a:lstStyle/>
        <a:p>
          <a:r>
            <a:rPr lang="en-US" dirty="0"/>
            <a:t>Get Data</a:t>
          </a:r>
        </a:p>
      </dgm:t>
    </dgm:pt>
    <dgm:pt modelId="{137D12B5-70FE-6847-BD89-CA99FC0D41AD}" type="parTrans" cxnId="{890194DD-304B-C447-9AF3-AFAE634C6D43}">
      <dgm:prSet/>
      <dgm:spPr/>
      <dgm:t>
        <a:bodyPr/>
        <a:lstStyle/>
        <a:p>
          <a:endParaRPr lang="en-US"/>
        </a:p>
      </dgm:t>
    </dgm:pt>
    <dgm:pt modelId="{49EC0DFE-61E7-374D-A1BD-7617E9E9166B}" type="sibTrans" cxnId="{890194DD-304B-C447-9AF3-AFAE634C6D43}">
      <dgm:prSet/>
      <dgm:spPr/>
      <dgm:t>
        <a:bodyPr/>
        <a:lstStyle/>
        <a:p>
          <a:endParaRPr lang="en-US"/>
        </a:p>
      </dgm:t>
    </dgm:pt>
    <dgm:pt modelId="{C8AF58C4-450C-0C4C-83CB-1474D3ADA25F}">
      <dgm:prSet phldrT="[Text]"/>
      <dgm:spPr/>
      <dgm:t>
        <a:bodyPr/>
        <a:lstStyle/>
        <a:p>
          <a:r>
            <a:rPr lang="en-US" dirty="0"/>
            <a:t>Store Data</a:t>
          </a:r>
        </a:p>
      </dgm:t>
    </dgm:pt>
    <dgm:pt modelId="{DEBC2A1C-65D7-5E43-945C-60BBA4631011}" type="parTrans" cxnId="{43B9E771-FA74-B642-9EED-7FE4A7CDF11A}">
      <dgm:prSet/>
      <dgm:spPr/>
      <dgm:t>
        <a:bodyPr/>
        <a:lstStyle/>
        <a:p>
          <a:endParaRPr lang="en-US"/>
        </a:p>
      </dgm:t>
    </dgm:pt>
    <dgm:pt modelId="{51773514-44C5-134E-A69D-D30DCA75AB37}" type="sibTrans" cxnId="{43B9E771-FA74-B642-9EED-7FE4A7CDF11A}">
      <dgm:prSet/>
      <dgm:spPr/>
      <dgm:t>
        <a:bodyPr/>
        <a:lstStyle/>
        <a:p>
          <a:endParaRPr lang="en-US"/>
        </a:p>
      </dgm:t>
    </dgm:pt>
    <dgm:pt modelId="{761579F4-10DF-F244-9532-25DEF4807D83}">
      <dgm:prSet phldrT="[Text]"/>
      <dgm:spPr/>
      <dgm:t>
        <a:bodyPr/>
        <a:lstStyle/>
        <a:p>
          <a:r>
            <a:rPr lang="en-US" dirty="0"/>
            <a:t>Link Data</a:t>
          </a:r>
        </a:p>
      </dgm:t>
    </dgm:pt>
    <dgm:pt modelId="{4C55FAFB-140B-EA49-9492-2DC8E373D8C0}" type="parTrans" cxnId="{445B7ADC-F7C5-5046-9BEE-3618E0EEE919}">
      <dgm:prSet/>
      <dgm:spPr/>
      <dgm:t>
        <a:bodyPr/>
        <a:lstStyle/>
        <a:p>
          <a:endParaRPr lang="en-US"/>
        </a:p>
      </dgm:t>
    </dgm:pt>
    <dgm:pt modelId="{3543ED0F-366F-8D44-8E9F-A843D81464D5}" type="sibTrans" cxnId="{445B7ADC-F7C5-5046-9BEE-3618E0EEE919}">
      <dgm:prSet/>
      <dgm:spPr/>
      <dgm:t>
        <a:bodyPr/>
        <a:lstStyle/>
        <a:p>
          <a:endParaRPr lang="en-US"/>
        </a:p>
      </dgm:t>
    </dgm:pt>
    <dgm:pt modelId="{5FE83F24-F694-6A4B-99C0-78300CB546E1}">
      <dgm:prSet phldrT="[Text]"/>
      <dgm:spPr/>
      <dgm:t>
        <a:bodyPr/>
        <a:lstStyle/>
        <a:p>
          <a:r>
            <a:rPr lang="en-US" dirty="0"/>
            <a:t>Rows</a:t>
          </a:r>
        </a:p>
      </dgm:t>
    </dgm:pt>
    <dgm:pt modelId="{E15C2973-AC33-0145-8745-682DFB76DED0}" type="parTrans" cxnId="{ED970163-ECEE-D849-9B40-616074ECBD3F}">
      <dgm:prSet/>
      <dgm:spPr/>
      <dgm:t>
        <a:bodyPr/>
        <a:lstStyle/>
        <a:p>
          <a:endParaRPr lang="en-US"/>
        </a:p>
      </dgm:t>
    </dgm:pt>
    <dgm:pt modelId="{A1EBC4F8-774A-B045-880A-03E7D798D46B}" type="sibTrans" cxnId="{ED970163-ECEE-D849-9B40-616074ECBD3F}">
      <dgm:prSet/>
      <dgm:spPr/>
      <dgm:t>
        <a:bodyPr/>
        <a:lstStyle/>
        <a:p>
          <a:endParaRPr lang="en-US"/>
        </a:p>
      </dgm:t>
    </dgm:pt>
    <dgm:pt modelId="{471C43CE-832D-774D-BB7A-57512EFB5879}">
      <dgm:prSet phldrT="[Text]"/>
      <dgm:spPr/>
      <dgm:t>
        <a:bodyPr/>
        <a:lstStyle/>
        <a:p>
          <a:r>
            <a:rPr lang="en-US" dirty="0"/>
            <a:t>Features</a:t>
          </a:r>
        </a:p>
      </dgm:t>
    </dgm:pt>
    <dgm:pt modelId="{C2B9F4EE-A410-1B4C-9D53-DB22DB03D31F}" type="parTrans" cxnId="{E7042CE6-A233-CB47-A6F5-D0D71F329C45}">
      <dgm:prSet/>
      <dgm:spPr/>
      <dgm:t>
        <a:bodyPr/>
        <a:lstStyle/>
        <a:p>
          <a:endParaRPr lang="en-US"/>
        </a:p>
      </dgm:t>
    </dgm:pt>
    <dgm:pt modelId="{DE50C641-CD08-A846-B7EB-02241BA70688}" type="sibTrans" cxnId="{E7042CE6-A233-CB47-A6F5-D0D71F329C45}">
      <dgm:prSet/>
      <dgm:spPr/>
      <dgm:t>
        <a:bodyPr/>
        <a:lstStyle/>
        <a:p>
          <a:endParaRPr lang="en-US"/>
        </a:p>
      </dgm:t>
    </dgm:pt>
    <dgm:pt modelId="{6E882DEC-3034-E942-B5AA-2835D77DD5C8}">
      <dgm:prSet phldrT="[Text]"/>
      <dgm:spPr/>
      <dgm:t>
        <a:bodyPr/>
        <a:lstStyle/>
        <a:p>
          <a:r>
            <a:rPr lang="en-US" dirty="0"/>
            <a:t>Labels</a:t>
          </a:r>
        </a:p>
      </dgm:t>
    </dgm:pt>
    <dgm:pt modelId="{11E32BAA-4A06-9844-B381-3F8D7D686934}" type="parTrans" cxnId="{9A8098B2-9CE9-D942-9547-38EF361DD3D4}">
      <dgm:prSet/>
      <dgm:spPr/>
      <dgm:t>
        <a:bodyPr/>
        <a:lstStyle/>
        <a:p>
          <a:endParaRPr lang="en-US"/>
        </a:p>
      </dgm:t>
    </dgm:pt>
    <dgm:pt modelId="{DE8B183B-7E7F-5749-9A67-A6C365A09A85}" type="sibTrans" cxnId="{9A8098B2-9CE9-D942-9547-38EF361DD3D4}">
      <dgm:prSet/>
      <dgm:spPr/>
      <dgm:t>
        <a:bodyPr/>
        <a:lstStyle/>
        <a:p>
          <a:endParaRPr lang="en-US"/>
        </a:p>
      </dgm:t>
    </dgm:pt>
    <dgm:pt modelId="{AE199458-77CF-8440-8970-F024006EA226}">
      <dgm:prSet phldrT="[Text]"/>
      <dgm:spPr>
        <a:solidFill>
          <a:srgbClr val="00B0F0"/>
        </a:solidFill>
      </dgm:spPr>
      <dgm:t>
        <a:bodyPr/>
        <a:lstStyle/>
        <a:p>
          <a:r>
            <a:rPr lang="en-US" dirty="0"/>
            <a:t>Model Selection</a:t>
          </a:r>
        </a:p>
      </dgm:t>
    </dgm:pt>
    <dgm:pt modelId="{8FD87771-F4E1-DC47-B38A-8EDD08A5C725}" type="parTrans" cxnId="{8497B9D0-5691-E848-8EE3-C51BC656F8B1}">
      <dgm:prSet/>
      <dgm:spPr/>
      <dgm:t>
        <a:bodyPr/>
        <a:lstStyle/>
        <a:p>
          <a:endParaRPr lang="en-US"/>
        </a:p>
      </dgm:t>
    </dgm:pt>
    <dgm:pt modelId="{89DBDFDC-5EB5-0B49-A8D0-DB22ECB982AF}" type="sibTrans" cxnId="{8497B9D0-5691-E848-8EE3-C51BC656F8B1}">
      <dgm:prSet/>
      <dgm:spPr>
        <a:solidFill>
          <a:srgbClr val="00B0F0"/>
        </a:solidFill>
      </dgm:spPr>
      <dgm:t>
        <a:bodyPr/>
        <a:lstStyle/>
        <a:p>
          <a:endParaRPr lang="en-US"/>
        </a:p>
      </dgm:t>
    </dgm:pt>
    <dgm:pt modelId="{86AA592B-D489-5D4D-93FE-79A538493DA3}">
      <dgm:prSet phldrT="[Text]"/>
      <dgm:spPr>
        <a:solidFill>
          <a:srgbClr val="00B0F0"/>
        </a:solidFill>
      </dgm:spPr>
      <dgm:t>
        <a:bodyPr/>
        <a:lstStyle/>
        <a:p>
          <a:r>
            <a:rPr lang="en-US" dirty="0"/>
            <a:t>Train-Test Splits</a:t>
          </a:r>
        </a:p>
      </dgm:t>
    </dgm:pt>
    <dgm:pt modelId="{06E1BE15-F8C7-9C4D-A90E-557728BBB1D3}" type="parTrans" cxnId="{09F5B15E-E1AD-2E4A-AFF2-C91E75C311A9}">
      <dgm:prSet/>
      <dgm:spPr/>
      <dgm:t>
        <a:bodyPr/>
        <a:lstStyle/>
        <a:p>
          <a:endParaRPr lang="en-US"/>
        </a:p>
      </dgm:t>
    </dgm:pt>
    <dgm:pt modelId="{9EB8E24C-CDF4-7B49-8A25-38E38E64AA9F}" type="sibTrans" cxnId="{09F5B15E-E1AD-2E4A-AFF2-C91E75C311A9}">
      <dgm:prSet/>
      <dgm:spPr/>
      <dgm:t>
        <a:bodyPr/>
        <a:lstStyle/>
        <a:p>
          <a:endParaRPr lang="en-US"/>
        </a:p>
      </dgm:t>
    </dgm:pt>
    <dgm:pt modelId="{69F25C00-F7E1-8B47-8544-B81240B6C7F2}">
      <dgm:prSet phldrT="[Text]"/>
      <dgm:spPr>
        <a:solidFill>
          <a:srgbClr val="00B0F0"/>
        </a:solidFill>
      </dgm:spPr>
      <dgm:t>
        <a:bodyPr/>
        <a:lstStyle/>
        <a:p>
          <a:r>
            <a:rPr lang="en-US" dirty="0"/>
            <a:t>Performance Metrics</a:t>
          </a:r>
        </a:p>
      </dgm:t>
    </dgm:pt>
    <dgm:pt modelId="{258EB4FC-8DB3-204B-AE19-757E57DBF8E2}" type="parTrans" cxnId="{FC1AC939-5A01-D84B-8800-0E045D0F93C8}">
      <dgm:prSet/>
      <dgm:spPr/>
      <dgm:t>
        <a:bodyPr/>
        <a:lstStyle/>
        <a:p>
          <a:endParaRPr lang="en-US"/>
        </a:p>
      </dgm:t>
    </dgm:pt>
    <dgm:pt modelId="{2C4AF3F2-4BEF-1E41-A9DC-C2CCA7D68218}" type="sibTrans" cxnId="{FC1AC939-5A01-D84B-8800-0E045D0F93C8}">
      <dgm:prSet/>
      <dgm:spPr/>
      <dgm:t>
        <a:bodyPr/>
        <a:lstStyle/>
        <a:p>
          <a:endParaRPr lang="en-US"/>
        </a:p>
      </dgm:t>
    </dgm:pt>
    <dgm:pt modelId="{882FED25-8C48-F941-A0FE-6B2DFF5CD464}">
      <dgm:prSet phldrT="[Text]"/>
      <dgm:spPr>
        <a:solidFill>
          <a:schemeClr val="tx1">
            <a:lumMod val="65000"/>
            <a:lumOff val="35000"/>
          </a:schemeClr>
        </a:solidFill>
      </dgm:spPr>
      <dgm:t>
        <a:bodyPr/>
        <a:lstStyle/>
        <a:p>
          <a:r>
            <a:rPr lang="en-US" dirty="0"/>
            <a:t>Model Interpretation</a:t>
          </a:r>
        </a:p>
      </dgm:t>
    </dgm:pt>
    <dgm:pt modelId="{B419AD8C-EBD7-5443-9C93-E4B849DE07B6}" type="parTrans" cxnId="{467F9BED-D392-3940-B061-1699282DB62A}">
      <dgm:prSet/>
      <dgm:spPr/>
      <dgm:t>
        <a:bodyPr/>
        <a:lstStyle/>
        <a:p>
          <a:endParaRPr lang="en-US"/>
        </a:p>
      </dgm:t>
    </dgm:pt>
    <dgm:pt modelId="{030A6B87-CA32-C340-A552-365F7A05C57F}" type="sibTrans" cxnId="{467F9BED-D392-3940-B061-1699282DB62A}">
      <dgm:prSet/>
      <dgm:spPr>
        <a:solidFill>
          <a:schemeClr val="bg2"/>
        </a:solidFill>
      </dgm:spPr>
      <dgm:t>
        <a:bodyPr/>
        <a:lstStyle/>
        <a:p>
          <a:endParaRPr lang="en-US"/>
        </a:p>
      </dgm:t>
    </dgm:pt>
    <dgm:pt modelId="{60FEA49A-52E5-FB49-B9D7-919B8E8D64F4}">
      <dgm:prSet/>
      <dgm:spPr>
        <a:solidFill>
          <a:schemeClr val="accent6">
            <a:lumMod val="50000"/>
          </a:schemeClr>
        </a:solidFill>
      </dgm:spPr>
      <dgm:t>
        <a:bodyPr/>
        <a:lstStyle/>
        <a:p>
          <a:r>
            <a:rPr lang="en-US" dirty="0"/>
            <a:t>Entities</a:t>
          </a:r>
        </a:p>
      </dgm:t>
    </dgm:pt>
    <dgm:pt modelId="{7E8F7D45-586B-A641-B509-72E0E3DB9800}" type="parTrans" cxnId="{B650C331-3E4A-9142-9766-ADC1499BB1FB}">
      <dgm:prSet/>
      <dgm:spPr/>
      <dgm:t>
        <a:bodyPr/>
        <a:lstStyle/>
        <a:p>
          <a:endParaRPr lang="en-US"/>
        </a:p>
      </dgm:t>
    </dgm:pt>
    <dgm:pt modelId="{E893C522-81CE-8546-BA58-AAD1F1CCD417}" type="sibTrans" cxnId="{B650C331-3E4A-9142-9766-ADC1499BB1FB}">
      <dgm:prSet/>
      <dgm:spPr/>
      <dgm:t>
        <a:bodyPr/>
        <a:lstStyle/>
        <a:p>
          <a:endParaRPr lang="en-US"/>
        </a:p>
      </dgm:t>
    </dgm:pt>
    <dgm:pt modelId="{8933D80B-03CB-154C-805F-13221DB1B822}">
      <dgm:prSet/>
      <dgm:spPr>
        <a:solidFill>
          <a:schemeClr val="accent6">
            <a:lumMod val="50000"/>
          </a:schemeClr>
        </a:solidFill>
      </dgm:spPr>
      <dgm:t>
        <a:bodyPr/>
        <a:lstStyle/>
        <a:p>
          <a:r>
            <a:rPr lang="en-US" dirty="0"/>
            <a:t>temporal</a:t>
          </a:r>
        </a:p>
      </dgm:t>
    </dgm:pt>
    <dgm:pt modelId="{05F6BE08-6836-6D4D-951F-A258F2E08662}" type="parTrans" cxnId="{01877F06-0601-234E-B04A-2AADE4C2D154}">
      <dgm:prSet/>
      <dgm:spPr/>
      <dgm:t>
        <a:bodyPr/>
        <a:lstStyle/>
        <a:p>
          <a:endParaRPr lang="en-US"/>
        </a:p>
      </dgm:t>
    </dgm:pt>
    <dgm:pt modelId="{59F6EB62-364A-E44D-A61C-CEA12AA8589C}" type="sibTrans" cxnId="{01877F06-0601-234E-B04A-2AADE4C2D154}">
      <dgm:prSet/>
      <dgm:spPr/>
      <dgm:t>
        <a:bodyPr/>
        <a:lstStyle/>
        <a:p>
          <a:endParaRPr lang="en-US"/>
        </a:p>
      </dgm:t>
    </dgm:pt>
    <dgm:pt modelId="{B1557D1B-A1F8-FC4B-B50D-EA46AEAC83E2}">
      <dgm:prSet/>
      <dgm:spPr>
        <a:solidFill>
          <a:schemeClr val="accent6">
            <a:lumMod val="50000"/>
          </a:schemeClr>
        </a:solidFill>
      </dgm:spPr>
      <dgm:t>
        <a:bodyPr/>
        <a:lstStyle/>
        <a:p>
          <a:r>
            <a:rPr lang="en-US" dirty="0"/>
            <a:t>Spatial</a:t>
          </a:r>
        </a:p>
      </dgm:t>
    </dgm:pt>
    <dgm:pt modelId="{301BEF8E-62FD-F942-ABEC-722E78A30EAC}" type="parTrans" cxnId="{0D418D49-B127-3C44-AF37-A060A5F8F42E}">
      <dgm:prSet/>
      <dgm:spPr/>
      <dgm:t>
        <a:bodyPr/>
        <a:lstStyle/>
        <a:p>
          <a:endParaRPr lang="en-US"/>
        </a:p>
      </dgm:t>
    </dgm:pt>
    <dgm:pt modelId="{76EC83BA-130D-EA44-8EE3-6264D4A2F0C7}" type="sibTrans" cxnId="{0D418D49-B127-3C44-AF37-A060A5F8F42E}">
      <dgm:prSet/>
      <dgm:spPr/>
      <dgm:t>
        <a:bodyPr/>
        <a:lstStyle/>
        <a:p>
          <a:endParaRPr lang="en-US"/>
        </a:p>
      </dgm:t>
    </dgm:pt>
    <dgm:pt modelId="{DDAC47D6-F859-4340-B28C-6D49EE097740}">
      <dgm:prSet/>
      <dgm:spPr>
        <a:solidFill>
          <a:schemeClr val="accent6">
            <a:lumMod val="50000"/>
          </a:schemeClr>
        </a:solidFill>
      </dgm:spPr>
      <dgm:t>
        <a:bodyPr/>
        <a:lstStyle/>
        <a:p>
          <a:r>
            <a:rPr lang="en-US" dirty="0"/>
            <a:t>…</a:t>
          </a:r>
        </a:p>
      </dgm:t>
    </dgm:pt>
    <dgm:pt modelId="{5B556703-BE01-8848-BE27-5969CF3D2B5D}" type="parTrans" cxnId="{B5AA2D8B-61D5-DB43-8D06-4875A7EB0CBD}">
      <dgm:prSet/>
      <dgm:spPr/>
      <dgm:t>
        <a:bodyPr/>
        <a:lstStyle/>
        <a:p>
          <a:endParaRPr lang="en-US"/>
        </a:p>
      </dgm:t>
    </dgm:pt>
    <dgm:pt modelId="{0A2D5029-F7E5-6C47-9CF0-D5505B2F8FFB}" type="sibTrans" cxnId="{B5AA2D8B-61D5-DB43-8D06-4875A7EB0CBD}">
      <dgm:prSet/>
      <dgm:spPr/>
      <dgm:t>
        <a:bodyPr/>
        <a:lstStyle/>
        <a:p>
          <a:endParaRPr lang="en-US"/>
        </a:p>
      </dgm:t>
    </dgm:pt>
    <dgm:pt modelId="{4861F807-1580-8C4F-9C33-66D2EDE9ABAD}">
      <dgm:prSet phldrT="[Text]"/>
      <dgm:spPr/>
      <dgm:t>
        <a:bodyPr/>
        <a:lstStyle/>
        <a:p>
          <a:r>
            <a:rPr lang="en-US" dirty="0"/>
            <a:t>Models</a:t>
          </a:r>
        </a:p>
      </dgm:t>
    </dgm:pt>
    <dgm:pt modelId="{8CC078C6-7EFD-9A46-B445-021F345DCF5A}" type="parTrans" cxnId="{881C745A-6BF5-1846-9762-D162446F8EE8}">
      <dgm:prSet/>
      <dgm:spPr/>
      <dgm:t>
        <a:bodyPr/>
        <a:lstStyle/>
        <a:p>
          <a:endParaRPr lang="en-US"/>
        </a:p>
      </dgm:t>
    </dgm:pt>
    <dgm:pt modelId="{5D77E747-1467-6249-A64A-E8E192C48D64}" type="sibTrans" cxnId="{881C745A-6BF5-1846-9762-D162446F8EE8}">
      <dgm:prSet/>
      <dgm:spPr/>
      <dgm:t>
        <a:bodyPr/>
        <a:lstStyle/>
        <a:p>
          <a:endParaRPr lang="en-US"/>
        </a:p>
      </dgm:t>
    </dgm:pt>
    <dgm:pt modelId="{917501D8-12A6-0D43-82EB-9B8BF9A095D6}">
      <dgm:prSet phldrT="[Text]"/>
      <dgm:spPr/>
      <dgm:t>
        <a:bodyPr/>
        <a:lstStyle/>
        <a:p>
          <a:r>
            <a:rPr lang="en-US" dirty="0"/>
            <a:t>Dealing with Bias and Fairness</a:t>
          </a:r>
        </a:p>
      </dgm:t>
    </dgm:pt>
    <dgm:pt modelId="{2189082E-6C82-944A-BE92-D9BC72270382}" type="parTrans" cxnId="{0E3C2485-CAF8-434B-89F0-893517E042E7}">
      <dgm:prSet/>
      <dgm:spPr/>
      <dgm:t>
        <a:bodyPr/>
        <a:lstStyle/>
        <a:p>
          <a:endParaRPr lang="en-US"/>
        </a:p>
      </dgm:t>
    </dgm:pt>
    <dgm:pt modelId="{04D5671A-AE7F-BD4E-9B86-A6A6425F59A8}" type="sibTrans" cxnId="{0E3C2485-CAF8-434B-89F0-893517E042E7}">
      <dgm:prSet/>
      <dgm:spPr/>
      <dgm:t>
        <a:bodyPr/>
        <a:lstStyle/>
        <a:p>
          <a:endParaRPr lang="en-US"/>
        </a:p>
      </dgm:t>
    </dgm:pt>
    <dgm:pt modelId="{1F12B085-E167-9940-8DCF-A46224752E8F}">
      <dgm:prSet phldrT="[Text]"/>
      <dgm:spPr>
        <a:solidFill>
          <a:schemeClr val="accent6">
            <a:lumMod val="50000"/>
          </a:schemeClr>
        </a:solidFill>
      </dgm:spPr>
      <dgm:t>
        <a:bodyPr/>
        <a:lstStyle/>
        <a:p>
          <a:r>
            <a:rPr lang="en-US" dirty="0"/>
            <a:t>Field Trial Design</a:t>
          </a:r>
        </a:p>
      </dgm:t>
    </dgm:pt>
    <dgm:pt modelId="{7A893FC9-C7B2-A646-8934-DEE2F8F265BA}" type="parTrans" cxnId="{87E2372F-44B8-7346-94AD-1B6CD49001EC}">
      <dgm:prSet/>
      <dgm:spPr/>
      <dgm:t>
        <a:bodyPr/>
        <a:lstStyle/>
        <a:p>
          <a:endParaRPr lang="en-US"/>
        </a:p>
      </dgm:t>
    </dgm:pt>
    <dgm:pt modelId="{59E7433E-EA1A-A445-8F72-1DCCEC9CF854}" type="sibTrans" cxnId="{87E2372F-44B8-7346-94AD-1B6CD49001EC}">
      <dgm:prSet/>
      <dgm:spPr>
        <a:solidFill>
          <a:schemeClr val="accent6">
            <a:lumMod val="50000"/>
          </a:schemeClr>
        </a:solidFill>
      </dgm:spPr>
      <dgm:t>
        <a:bodyPr/>
        <a:lstStyle/>
        <a:p>
          <a:endParaRPr lang="en-US"/>
        </a:p>
      </dgm:t>
    </dgm:pt>
    <dgm:pt modelId="{4300FFA5-0FE1-0644-9B26-EF0EC29D2E58}">
      <dgm:prSet phldrT="[Text]"/>
      <dgm:spPr/>
      <dgm:t>
        <a:bodyPr/>
        <a:lstStyle/>
        <a:p>
          <a:r>
            <a:rPr lang="en-US" dirty="0"/>
            <a:t>Deployment</a:t>
          </a:r>
        </a:p>
      </dgm:t>
    </dgm:pt>
    <dgm:pt modelId="{CD73BF7D-329F-4F42-9B2D-1C22A52FFC9D}" type="parTrans" cxnId="{E9A0EB78-92A5-5E4E-8437-0C6B9359762F}">
      <dgm:prSet/>
      <dgm:spPr/>
      <dgm:t>
        <a:bodyPr/>
        <a:lstStyle/>
        <a:p>
          <a:endParaRPr lang="en-US"/>
        </a:p>
      </dgm:t>
    </dgm:pt>
    <dgm:pt modelId="{2C4637A3-9257-AA41-A5B8-B87451C5F477}" type="sibTrans" cxnId="{E9A0EB78-92A5-5E4E-8437-0C6B9359762F}">
      <dgm:prSet/>
      <dgm:spPr/>
      <dgm:t>
        <a:bodyPr/>
        <a:lstStyle/>
        <a:p>
          <a:endParaRPr lang="en-US"/>
        </a:p>
      </dgm:t>
    </dgm:pt>
    <dgm:pt modelId="{B86E1618-0E2D-E84D-BCEB-2453703211F3}">
      <dgm:prSet phldrT="[Text]"/>
      <dgm:spPr>
        <a:solidFill>
          <a:srgbClr val="00B0F0"/>
        </a:solidFill>
      </dgm:spPr>
      <dgm:t>
        <a:bodyPr/>
        <a:lstStyle/>
        <a:p>
          <a:r>
            <a:rPr lang="en-US" dirty="0"/>
            <a:t>Monitoring</a:t>
          </a:r>
        </a:p>
      </dgm:t>
    </dgm:pt>
    <dgm:pt modelId="{4EFD42D0-7098-564F-980C-3F3CECAA5410}" type="parTrans" cxnId="{BE324233-F9AC-DC43-A89C-3F7FD9B5D466}">
      <dgm:prSet/>
      <dgm:spPr/>
      <dgm:t>
        <a:bodyPr/>
        <a:lstStyle/>
        <a:p>
          <a:endParaRPr lang="en-US"/>
        </a:p>
      </dgm:t>
    </dgm:pt>
    <dgm:pt modelId="{877FBD8C-7A3B-5E45-8830-1FEAB09A55C5}" type="sibTrans" cxnId="{BE324233-F9AC-DC43-A89C-3F7FD9B5D466}">
      <dgm:prSet/>
      <dgm:spPr/>
      <dgm:t>
        <a:bodyPr/>
        <a:lstStyle/>
        <a:p>
          <a:endParaRPr lang="en-US"/>
        </a:p>
      </dgm:t>
    </dgm:pt>
    <dgm:pt modelId="{63B03111-9832-1646-BDF4-5D9B749EF795}">
      <dgm:prSet phldrT="[Text]"/>
      <dgm:spPr>
        <a:solidFill>
          <a:schemeClr val="tx1">
            <a:lumMod val="65000"/>
            <a:lumOff val="35000"/>
          </a:schemeClr>
        </a:solidFill>
      </dgm:spPr>
      <dgm:t>
        <a:bodyPr/>
        <a:lstStyle/>
        <a:p>
          <a:r>
            <a:rPr lang="en-US" dirty="0"/>
            <a:t>Goals, Actions, Data, Analysis, Ethics</a:t>
          </a:r>
        </a:p>
      </dgm:t>
    </dgm:pt>
    <dgm:pt modelId="{1C812E3F-39E1-CF47-BBBD-159FAEC5C786}" type="parTrans" cxnId="{9F4BBA63-304C-604B-A391-58E4720B5BE5}">
      <dgm:prSet/>
      <dgm:spPr/>
      <dgm:t>
        <a:bodyPr/>
        <a:lstStyle/>
        <a:p>
          <a:endParaRPr lang="en-US"/>
        </a:p>
      </dgm:t>
    </dgm:pt>
    <dgm:pt modelId="{702B8123-1BB3-E349-AB4A-1A9D41698317}" type="sibTrans" cxnId="{9F4BBA63-304C-604B-A391-58E4720B5BE5}">
      <dgm:prSet/>
      <dgm:spPr/>
      <dgm:t>
        <a:bodyPr/>
        <a:lstStyle/>
        <a:p>
          <a:endParaRPr lang="en-US"/>
        </a:p>
      </dgm:t>
    </dgm:pt>
    <dgm:pt modelId="{CBF254FA-D4E0-B74E-A18D-AE53AEBD67CD}" type="pres">
      <dgm:prSet presAssocID="{E9FB0F4E-6967-3B44-A32F-E8B1C7AE98D5}" presName="diagram" presStyleCnt="0">
        <dgm:presLayoutVars>
          <dgm:dir/>
          <dgm:resizeHandles val="exact"/>
        </dgm:presLayoutVars>
      </dgm:prSet>
      <dgm:spPr/>
    </dgm:pt>
    <dgm:pt modelId="{B4D5E3D8-47D8-1A4C-9387-6DE60324DF6F}" type="pres">
      <dgm:prSet presAssocID="{75350DEC-25F7-F240-A4BF-3A92E80C52F5}" presName="node" presStyleLbl="node1" presStyleIdx="0" presStyleCnt="10">
        <dgm:presLayoutVars>
          <dgm:bulletEnabled val="1"/>
        </dgm:presLayoutVars>
      </dgm:prSet>
      <dgm:spPr/>
    </dgm:pt>
    <dgm:pt modelId="{A58869D2-B78E-DD40-ACB3-9F052F33CBCE}" type="pres">
      <dgm:prSet presAssocID="{BAC284C6-3986-1C48-93AC-8FEBC662ECEE}" presName="sibTrans" presStyleLbl="sibTrans2D1" presStyleIdx="0" presStyleCnt="9"/>
      <dgm:spPr/>
    </dgm:pt>
    <dgm:pt modelId="{814C8FA7-CFA6-FA42-8BC8-CD119ED58623}" type="pres">
      <dgm:prSet presAssocID="{BAC284C6-3986-1C48-93AC-8FEBC662ECEE}" presName="connectorText" presStyleLbl="sibTrans2D1" presStyleIdx="0" presStyleCnt="9"/>
      <dgm:spPr/>
    </dgm:pt>
    <dgm:pt modelId="{C234DD4B-5CB7-E549-AD0E-83532D584FCF}" type="pres">
      <dgm:prSet presAssocID="{4F2509E8-87E6-2347-B926-EB9BDDECA6FD}" presName="node" presStyleLbl="node1" presStyleIdx="1" presStyleCnt="10">
        <dgm:presLayoutVars>
          <dgm:bulletEnabled val="1"/>
        </dgm:presLayoutVars>
      </dgm:prSet>
      <dgm:spPr/>
    </dgm:pt>
    <dgm:pt modelId="{16C02E65-2210-C24E-8692-38A2A70EC148}" type="pres">
      <dgm:prSet presAssocID="{748D4455-259E-4245-ADD2-8DDAC2A60773}" presName="sibTrans" presStyleLbl="sibTrans2D1" presStyleIdx="1" presStyleCnt="9"/>
      <dgm:spPr/>
    </dgm:pt>
    <dgm:pt modelId="{7060A806-1549-3F45-A072-7BB9691C2D8D}" type="pres">
      <dgm:prSet presAssocID="{748D4455-259E-4245-ADD2-8DDAC2A60773}" presName="connectorText" presStyleLbl="sibTrans2D1" presStyleIdx="1" presStyleCnt="9"/>
      <dgm:spPr/>
    </dgm:pt>
    <dgm:pt modelId="{FBF1C564-B2B8-4C41-BE63-B8171F8EB76E}" type="pres">
      <dgm:prSet presAssocID="{7B079A50-DF5E-0A4C-9491-2FBAFC0F785B}" presName="node" presStyleLbl="node1" presStyleIdx="2" presStyleCnt="10">
        <dgm:presLayoutVars>
          <dgm:bulletEnabled val="1"/>
        </dgm:presLayoutVars>
      </dgm:prSet>
      <dgm:spPr/>
    </dgm:pt>
    <dgm:pt modelId="{680472FB-1DED-B043-9C18-8E9AFCBED6E9}" type="pres">
      <dgm:prSet presAssocID="{00735B98-C924-5743-B429-DBBBDEA50165}" presName="sibTrans" presStyleLbl="sibTrans2D1" presStyleIdx="2" presStyleCnt="9"/>
      <dgm:spPr/>
    </dgm:pt>
    <dgm:pt modelId="{002AA36D-CAF6-0343-B244-6F6849B9EB75}" type="pres">
      <dgm:prSet presAssocID="{00735B98-C924-5743-B429-DBBBDEA50165}" presName="connectorText" presStyleLbl="sibTrans2D1" presStyleIdx="2" presStyleCnt="9"/>
      <dgm:spPr/>
    </dgm:pt>
    <dgm:pt modelId="{CC8F3904-974E-2647-9B88-B6062079D1ED}" type="pres">
      <dgm:prSet presAssocID="{EB4866D8-1266-8945-89C4-F4CD4F9D8A6F}" presName="node" presStyleLbl="node1" presStyleIdx="3" presStyleCnt="10">
        <dgm:presLayoutVars>
          <dgm:bulletEnabled val="1"/>
        </dgm:presLayoutVars>
      </dgm:prSet>
      <dgm:spPr/>
    </dgm:pt>
    <dgm:pt modelId="{5383FDA3-64FA-604A-8CAF-995772572DB0}" type="pres">
      <dgm:prSet presAssocID="{206E47A8-99B6-484A-AD35-04DCB9238B9B}" presName="sibTrans" presStyleLbl="sibTrans2D1" presStyleIdx="3" presStyleCnt="9"/>
      <dgm:spPr/>
    </dgm:pt>
    <dgm:pt modelId="{AC48ED73-8B05-6041-911E-F23E178815C4}" type="pres">
      <dgm:prSet presAssocID="{206E47A8-99B6-484A-AD35-04DCB9238B9B}" presName="connectorText" presStyleLbl="sibTrans2D1" presStyleIdx="3" presStyleCnt="9"/>
      <dgm:spPr/>
    </dgm:pt>
    <dgm:pt modelId="{F11F753D-D453-BC4F-BACE-C4F8A11ECEA5}" type="pres">
      <dgm:prSet presAssocID="{AE199458-77CF-8440-8970-F024006EA226}" presName="node" presStyleLbl="node1" presStyleIdx="4" presStyleCnt="10">
        <dgm:presLayoutVars>
          <dgm:bulletEnabled val="1"/>
        </dgm:presLayoutVars>
      </dgm:prSet>
      <dgm:spPr/>
    </dgm:pt>
    <dgm:pt modelId="{F8E19199-589F-1946-8222-73EA4584121E}" type="pres">
      <dgm:prSet presAssocID="{89DBDFDC-5EB5-0B49-A8D0-DB22ECB982AF}" presName="sibTrans" presStyleLbl="sibTrans2D1" presStyleIdx="4" presStyleCnt="9"/>
      <dgm:spPr/>
    </dgm:pt>
    <dgm:pt modelId="{1E3ABFF9-C6C0-0441-8FEA-3F98FEF0374E}" type="pres">
      <dgm:prSet presAssocID="{89DBDFDC-5EB5-0B49-A8D0-DB22ECB982AF}" presName="connectorText" presStyleLbl="sibTrans2D1" presStyleIdx="4" presStyleCnt="9"/>
      <dgm:spPr/>
    </dgm:pt>
    <dgm:pt modelId="{529FCC09-4687-E147-80E8-2EB7609DC9CF}" type="pres">
      <dgm:prSet presAssocID="{882FED25-8C48-F941-A0FE-6B2DFF5CD464}" presName="node" presStyleLbl="node1" presStyleIdx="5" presStyleCnt="10">
        <dgm:presLayoutVars>
          <dgm:bulletEnabled val="1"/>
        </dgm:presLayoutVars>
      </dgm:prSet>
      <dgm:spPr/>
    </dgm:pt>
    <dgm:pt modelId="{5381123D-2C93-3241-8E06-B77D04CAE8EC}" type="pres">
      <dgm:prSet presAssocID="{030A6B87-CA32-C340-A552-365F7A05C57F}" presName="sibTrans" presStyleLbl="sibTrans2D1" presStyleIdx="5" presStyleCnt="9"/>
      <dgm:spPr/>
    </dgm:pt>
    <dgm:pt modelId="{2E3787C8-BF17-C343-9F7D-55355502CEE3}" type="pres">
      <dgm:prSet presAssocID="{030A6B87-CA32-C340-A552-365F7A05C57F}" presName="connectorText" presStyleLbl="sibTrans2D1" presStyleIdx="5" presStyleCnt="9"/>
      <dgm:spPr/>
    </dgm:pt>
    <dgm:pt modelId="{1850AAD1-4903-FE47-A71D-0B73E666CD99}" type="pres">
      <dgm:prSet presAssocID="{917501D8-12A6-0D43-82EB-9B8BF9A095D6}" presName="node" presStyleLbl="node1" presStyleIdx="6" presStyleCnt="10">
        <dgm:presLayoutVars>
          <dgm:bulletEnabled val="1"/>
        </dgm:presLayoutVars>
      </dgm:prSet>
      <dgm:spPr/>
    </dgm:pt>
    <dgm:pt modelId="{D7CE2DAE-ABF0-9641-AE1A-0DB79AEBD84A}" type="pres">
      <dgm:prSet presAssocID="{04D5671A-AE7F-BD4E-9B86-A6A6425F59A8}" presName="sibTrans" presStyleLbl="sibTrans2D1" presStyleIdx="6" presStyleCnt="9"/>
      <dgm:spPr/>
    </dgm:pt>
    <dgm:pt modelId="{DC4C8257-9496-D04B-A26B-2200A3FFE3E7}" type="pres">
      <dgm:prSet presAssocID="{04D5671A-AE7F-BD4E-9B86-A6A6425F59A8}" presName="connectorText" presStyleLbl="sibTrans2D1" presStyleIdx="6" presStyleCnt="9"/>
      <dgm:spPr/>
    </dgm:pt>
    <dgm:pt modelId="{0538887E-FF31-324E-B401-E87E44AFF0AA}" type="pres">
      <dgm:prSet presAssocID="{1F12B085-E167-9940-8DCF-A46224752E8F}" presName="node" presStyleLbl="node1" presStyleIdx="7" presStyleCnt="10">
        <dgm:presLayoutVars>
          <dgm:bulletEnabled val="1"/>
        </dgm:presLayoutVars>
      </dgm:prSet>
      <dgm:spPr/>
    </dgm:pt>
    <dgm:pt modelId="{92EB25B1-D4AE-754E-BD44-115E26D1FF80}" type="pres">
      <dgm:prSet presAssocID="{59E7433E-EA1A-A445-8F72-1DCCEC9CF854}" presName="sibTrans" presStyleLbl="sibTrans2D1" presStyleIdx="7" presStyleCnt="9"/>
      <dgm:spPr/>
    </dgm:pt>
    <dgm:pt modelId="{B4D2AADB-2320-D741-9683-970A9AF56C3E}" type="pres">
      <dgm:prSet presAssocID="{59E7433E-EA1A-A445-8F72-1DCCEC9CF854}" presName="connectorText" presStyleLbl="sibTrans2D1" presStyleIdx="7" presStyleCnt="9"/>
      <dgm:spPr/>
    </dgm:pt>
    <dgm:pt modelId="{C225C079-1737-3742-99A0-0A7B593214FB}" type="pres">
      <dgm:prSet presAssocID="{4300FFA5-0FE1-0644-9B26-EF0EC29D2E58}" presName="node" presStyleLbl="node1" presStyleIdx="8" presStyleCnt="10">
        <dgm:presLayoutVars>
          <dgm:bulletEnabled val="1"/>
        </dgm:presLayoutVars>
      </dgm:prSet>
      <dgm:spPr/>
    </dgm:pt>
    <dgm:pt modelId="{C8297064-9915-AB4E-A9CB-FFEA8FC197B9}" type="pres">
      <dgm:prSet presAssocID="{2C4637A3-9257-AA41-A5B8-B87451C5F477}" presName="sibTrans" presStyleLbl="sibTrans2D1" presStyleIdx="8" presStyleCnt="9"/>
      <dgm:spPr/>
    </dgm:pt>
    <dgm:pt modelId="{EDC8E22C-F874-6448-9DE8-54F7348385E0}" type="pres">
      <dgm:prSet presAssocID="{2C4637A3-9257-AA41-A5B8-B87451C5F477}" presName="connectorText" presStyleLbl="sibTrans2D1" presStyleIdx="8" presStyleCnt="9"/>
      <dgm:spPr/>
    </dgm:pt>
    <dgm:pt modelId="{098F0226-B690-1B45-B506-7C933BFB7998}" type="pres">
      <dgm:prSet presAssocID="{B86E1618-0E2D-E84D-BCEB-2453703211F3}" presName="node" presStyleLbl="node1" presStyleIdx="9" presStyleCnt="10">
        <dgm:presLayoutVars>
          <dgm:bulletEnabled val="1"/>
        </dgm:presLayoutVars>
      </dgm:prSet>
      <dgm:spPr/>
    </dgm:pt>
  </dgm:ptLst>
  <dgm:cxnLst>
    <dgm:cxn modelId="{B95DCD03-4AAD-4B42-9243-666F8DB599E8}" type="presOf" srcId="{8933D80B-03CB-154C-805F-13221DB1B822}" destId="{FBF1C564-B2B8-4C41-BE63-B8171F8EB76E}" srcOrd="0" destOrd="2" presId="urn:microsoft.com/office/officeart/2005/8/layout/process5"/>
    <dgm:cxn modelId="{30E4E603-88A2-FC48-B384-BE3A5BB6B8C0}" type="presOf" srcId="{BAC284C6-3986-1C48-93AC-8FEBC662ECEE}" destId="{814C8FA7-CFA6-FA42-8BC8-CD119ED58623}" srcOrd="1" destOrd="0" presId="urn:microsoft.com/office/officeart/2005/8/layout/process5"/>
    <dgm:cxn modelId="{B3721305-A4DC-1D4B-9870-E1245EA94AA1}" type="presOf" srcId="{5FE83F24-F694-6A4B-99C0-78300CB546E1}" destId="{CC8F3904-974E-2647-9B88-B6062079D1ED}" srcOrd="0" destOrd="1" presId="urn:microsoft.com/office/officeart/2005/8/layout/process5"/>
    <dgm:cxn modelId="{01877F06-0601-234E-B04A-2AADE4C2D154}" srcId="{7B079A50-DF5E-0A4C-9491-2FBAFC0F785B}" destId="{8933D80B-03CB-154C-805F-13221DB1B822}" srcOrd="1" destOrd="0" parTransId="{05F6BE08-6836-6D4D-951F-A258F2E08662}" sibTransId="{59F6EB62-364A-E44D-A61C-CEA12AA8589C}"/>
    <dgm:cxn modelId="{0E10E907-0ADA-4D45-9069-B9A3AC9E0310}" type="presOf" srcId="{7B079A50-DF5E-0A4C-9491-2FBAFC0F785B}" destId="{FBF1C564-B2B8-4C41-BE63-B8171F8EB76E}" srcOrd="0" destOrd="0" presId="urn:microsoft.com/office/officeart/2005/8/layout/process5"/>
    <dgm:cxn modelId="{D5992D08-7598-A94A-AD4C-62B4CD474D26}" type="presOf" srcId="{761579F4-10DF-F244-9532-25DEF4807D83}" destId="{C234DD4B-5CB7-E549-AD0E-83532D584FCF}" srcOrd="0" destOrd="3" presId="urn:microsoft.com/office/officeart/2005/8/layout/process5"/>
    <dgm:cxn modelId="{F62E5C0C-C9DB-474B-99E5-505C0287727A}" type="presOf" srcId="{B86E1618-0E2D-E84D-BCEB-2453703211F3}" destId="{098F0226-B690-1B45-B506-7C933BFB7998}" srcOrd="0" destOrd="0" presId="urn:microsoft.com/office/officeart/2005/8/layout/process5"/>
    <dgm:cxn modelId="{81D07A23-EA35-C94F-81FA-E72150079877}" srcId="{E9FB0F4E-6967-3B44-A32F-E8B1C7AE98D5}" destId="{75350DEC-25F7-F240-A4BF-3A92E80C52F5}" srcOrd="0" destOrd="0" parTransId="{965794C1-5767-E94D-8105-ED104B4D33E2}" sibTransId="{BAC284C6-3986-1C48-93AC-8FEBC662ECEE}"/>
    <dgm:cxn modelId="{BFD8C726-235C-FD40-B9F6-87513427E29C}" type="presOf" srcId="{4861F807-1580-8C4F-9C33-66D2EDE9ABAD}" destId="{CC8F3904-974E-2647-9B88-B6062079D1ED}" srcOrd="0" destOrd="4" presId="urn:microsoft.com/office/officeart/2005/8/layout/process5"/>
    <dgm:cxn modelId="{A5814027-F41C-1F45-84CD-3391AC53F8A5}" type="presOf" srcId="{DDAC47D6-F859-4340-B28C-6D49EE097740}" destId="{FBF1C564-B2B8-4C41-BE63-B8171F8EB76E}" srcOrd="0" destOrd="4" presId="urn:microsoft.com/office/officeart/2005/8/layout/process5"/>
    <dgm:cxn modelId="{4252FF2A-9D9C-154A-8E00-7845AEFA42A3}" type="presOf" srcId="{AE199458-77CF-8440-8970-F024006EA226}" destId="{F11F753D-D453-BC4F-BACE-C4F8A11ECEA5}" srcOrd="0" destOrd="0" presId="urn:microsoft.com/office/officeart/2005/8/layout/process5"/>
    <dgm:cxn modelId="{87E2372F-44B8-7346-94AD-1B6CD49001EC}" srcId="{E9FB0F4E-6967-3B44-A32F-E8B1C7AE98D5}" destId="{1F12B085-E167-9940-8DCF-A46224752E8F}" srcOrd="7" destOrd="0" parTransId="{7A893FC9-C7B2-A646-8934-DEE2F8F265BA}" sibTransId="{59E7433E-EA1A-A445-8F72-1DCCEC9CF854}"/>
    <dgm:cxn modelId="{B650C331-3E4A-9142-9766-ADC1499BB1FB}" srcId="{7B079A50-DF5E-0A4C-9491-2FBAFC0F785B}" destId="{60FEA49A-52E5-FB49-B9D7-919B8E8D64F4}" srcOrd="0" destOrd="0" parTransId="{7E8F7D45-586B-A641-B509-72E0E3DB9800}" sibTransId="{E893C522-81CE-8546-BA58-AAD1F1CCD417}"/>
    <dgm:cxn modelId="{BD857532-F26B-7C43-A239-905B90EF1A8C}" type="presOf" srcId="{E9FB0F4E-6967-3B44-A32F-E8B1C7AE98D5}" destId="{CBF254FA-D4E0-B74E-A18D-AE53AEBD67CD}" srcOrd="0" destOrd="0" presId="urn:microsoft.com/office/officeart/2005/8/layout/process5"/>
    <dgm:cxn modelId="{BE324233-F9AC-DC43-A89C-3F7FD9B5D466}" srcId="{E9FB0F4E-6967-3B44-A32F-E8B1C7AE98D5}" destId="{B86E1618-0E2D-E84D-BCEB-2453703211F3}" srcOrd="9" destOrd="0" parTransId="{4EFD42D0-7098-564F-980C-3F3CECAA5410}" sibTransId="{877FBD8C-7A3B-5E45-8830-1FEAB09A55C5}"/>
    <dgm:cxn modelId="{27375D36-313F-2A44-B2E2-0C6FE9D62D1A}" type="presOf" srcId="{75350DEC-25F7-F240-A4BF-3A92E80C52F5}" destId="{B4D5E3D8-47D8-1A4C-9387-6DE60324DF6F}" srcOrd="0" destOrd="0" presId="urn:microsoft.com/office/officeart/2005/8/layout/process5"/>
    <dgm:cxn modelId="{FC1AC939-5A01-D84B-8800-0E045D0F93C8}" srcId="{AE199458-77CF-8440-8970-F024006EA226}" destId="{69F25C00-F7E1-8B47-8544-B81240B6C7F2}" srcOrd="1" destOrd="0" parTransId="{258EB4FC-8DB3-204B-AE19-757E57DBF8E2}" sibTransId="{2C4AF3F2-4BEF-1E41-A9DC-C2CCA7D68218}"/>
    <dgm:cxn modelId="{DF8FAA3E-AA34-BD4E-87F8-31F1AB63A13B}" type="presOf" srcId="{748D4455-259E-4245-ADD2-8DDAC2A60773}" destId="{16C02E65-2210-C24E-8692-38A2A70EC148}" srcOrd="0" destOrd="0" presId="urn:microsoft.com/office/officeart/2005/8/layout/process5"/>
    <dgm:cxn modelId="{0D418D49-B127-3C44-AF37-A060A5F8F42E}" srcId="{7B079A50-DF5E-0A4C-9491-2FBAFC0F785B}" destId="{B1557D1B-A1F8-FC4B-B50D-EA46AEAC83E2}" srcOrd="2" destOrd="0" parTransId="{301BEF8E-62FD-F942-ABEC-722E78A30EAC}" sibTransId="{76EC83BA-130D-EA44-8EE3-6264D4A2F0C7}"/>
    <dgm:cxn modelId="{6A32B64F-6964-414F-AD07-B5887751C75C}" type="presOf" srcId="{882FED25-8C48-F941-A0FE-6B2DFF5CD464}" destId="{529FCC09-4687-E147-80E8-2EB7609DC9CF}" srcOrd="0" destOrd="0" presId="urn:microsoft.com/office/officeart/2005/8/layout/process5"/>
    <dgm:cxn modelId="{57E78F58-C4F1-C642-9A8E-4D1032FFACD8}" type="presOf" srcId="{471C43CE-832D-774D-BB7A-57512EFB5879}" destId="{CC8F3904-974E-2647-9B88-B6062079D1ED}" srcOrd="0" destOrd="3" presId="urn:microsoft.com/office/officeart/2005/8/layout/process5"/>
    <dgm:cxn modelId="{881C745A-6BF5-1846-9762-D162446F8EE8}" srcId="{EB4866D8-1266-8945-89C4-F4CD4F9D8A6F}" destId="{4861F807-1580-8C4F-9C33-66D2EDE9ABAD}" srcOrd="3" destOrd="0" parTransId="{8CC078C6-7EFD-9A46-B445-021F345DCF5A}" sibTransId="{5D77E747-1467-6249-A64A-E8E192C48D64}"/>
    <dgm:cxn modelId="{4D5E675C-49B8-1948-9D17-9FC44F33719A}" type="presOf" srcId="{59E7433E-EA1A-A445-8F72-1DCCEC9CF854}" destId="{B4D2AADB-2320-D741-9683-970A9AF56C3E}" srcOrd="1" destOrd="0" presId="urn:microsoft.com/office/officeart/2005/8/layout/process5"/>
    <dgm:cxn modelId="{09F5B15E-E1AD-2E4A-AFF2-C91E75C311A9}" srcId="{AE199458-77CF-8440-8970-F024006EA226}" destId="{86AA592B-D489-5D4D-93FE-79A538493DA3}" srcOrd="0" destOrd="0" parTransId="{06E1BE15-F8C7-9C4D-A90E-557728BBB1D3}" sibTransId="{9EB8E24C-CDF4-7B49-8A25-38E38E64AA9F}"/>
    <dgm:cxn modelId="{ED970163-ECEE-D849-9B40-616074ECBD3F}" srcId="{EB4866D8-1266-8945-89C4-F4CD4F9D8A6F}" destId="{5FE83F24-F694-6A4B-99C0-78300CB546E1}" srcOrd="0" destOrd="0" parTransId="{E15C2973-AC33-0145-8745-682DFB76DED0}" sibTransId="{A1EBC4F8-774A-B045-880A-03E7D798D46B}"/>
    <dgm:cxn modelId="{6C791863-053A-EA42-B1FD-F40E2AC8732E}" type="presOf" srcId="{6E882DEC-3034-E942-B5AA-2835D77DD5C8}" destId="{CC8F3904-974E-2647-9B88-B6062079D1ED}" srcOrd="0" destOrd="2" presId="urn:microsoft.com/office/officeart/2005/8/layout/process5"/>
    <dgm:cxn modelId="{9F4BBA63-304C-604B-A391-58E4720B5BE5}" srcId="{75350DEC-25F7-F240-A4BF-3A92E80C52F5}" destId="{63B03111-9832-1646-BDF4-5D9B749EF795}" srcOrd="0" destOrd="0" parTransId="{1C812E3F-39E1-CF47-BBBD-159FAEC5C786}" sibTransId="{702B8123-1BB3-E349-AB4A-1A9D41698317}"/>
    <dgm:cxn modelId="{315CA365-BBD4-8349-91E9-B1E78879A052}" type="presOf" srcId="{2C4637A3-9257-AA41-A5B8-B87451C5F477}" destId="{EDC8E22C-F874-6448-9DE8-54F7348385E0}" srcOrd="1" destOrd="0" presId="urn:microsoft.com/office/officeart/2005/8/layout/process5"/>
    <dgm:cxn modelId="{C0BF1A68-E872-0A45-B831-114F7AEF9B31}" type="presOf" srcId="{BAC284C6-3986-1C48-93AC-8FEBC662ECEE}" destId="{A58869D2-B78E-DD40-ACB3-9F052F33CBCE}" srcOrd="0" destOrd="0" presId="urn:microsoft.com/office/officeart/2005/8/layout/process5"/>
    <dgm:cxn modelId="{CCD2446D-140E-2448-AD38-D7354F2F5BD0}" type="presOf" srcId="{86AA592B-D489-5D4D-93FE-79A538493DA3}" destId="{F11F753D-D453-BC4F-BACE-C4F8A11ECEA5}" srcOrd="0" destOrd="1" presId="urn:microsoft.com/office/officeart/2005/8/layout/process5"/>
    <dgm:cxn modelId="{E1407870-18DB-5544-A0A5-2DE0EF6D62BF}" type="presOf" srcId="{EB4866D8-1266-8945-89C4-F4CD4F9D8A6F}" destId="{CC8F3904-974E-2647-9B88-B6062079D1ED}" srcOrd="0" destOrd="0" presId="urn:microsoft.com/office/officeart/2005/8/layout/process5"/>
    <dgm:cxn modelId="{43B9E771-FA74-B642-9EED-7FE4A7CDF11A}" srcId="{4F2509E8-87E6-2347-B926-EB9BDDECA6FD}" destId="{C8AF58C4-450C-0C4C-83CB-1474D3ADA25F}" srcOrd="1" destOrd="0" parTransId="{DEBC2A1C-65D7-5E43-945C-60BBA4631011}" sibTransId="{51773514-44C5-134E-A69D-D30DCA75AB37}"/>
    <dgm:cxn modelId="{BB741775-A4C8-C54B-B161-F15E4AF928EC}" type="presOf" srcId="{B1557D1B-A1F8-FC4B-B50D-EA46AEAC83E2}" destId="{FBF1C564-B2B8-4C41-BE63-B8171F8EB76E}" srcOrd="0" destOrd="3" presId="urn:microsoft.com/office/officeart/2005/8/layout/process5"/>
    <dgm:cxn modelId="{9BF83777-08E0-6140-9D35-BF7D8AF8A067}" srcId="{E9FB0F4E-6967-3B44-A32F-E8B1C7AE98D5}" destId="{4F2509E8-87E6-2347-B926-EB9BDDECA6FD}" srcOrd="1" destOrd="0" parTransId="{B4B1EEE1-8225-A643-B681-A7F3FC14ECAD}" sibTransId="{748D4455-259E-4245-ADD2-8DDAC2A60773}"/>
    <dgm:cxn modelId="{E9A0EB78-92A5-5E4E-8437-0C6B9359762F}" srcId="{E9FB0F4E-6967-3B44-A32F-E8B1C7AE98D5}" destId="{4300FFA5-0FE1-0644-9B26-EF0EC29D2E58}" srcOrd="8" destOrd="0" parTransId="{CD73BF7D-329F-4F42-9B2D-1C22A52FFC9D}" sibTransId="{2C4637A3-9257-AA41-A5B8-B87451C5F477}"/>
    <dgm:cxn modelId="{E1BE627B-6B84-9F41-8C17-2CB0A302B158}" type="presOf" srcId="{04D5671A-AE7F-BD4E-9B86-A6A6425F59A8}" destId="{D7CE2DAE-ABF0-9641-AE1A-0DB79AEBD84A}" srcOrd="0" destOrd="0" presId="urn:microsoft.com/office/officeart/2005/8/layout/process5"/>
    <dgm:cxn modelId="{1195907C-1741-0E4D-8E5E-6B3B4B259DEF}" type="presOf" srcId="{030A6B87-CA32-C340-A552-365F7A05C57F}" destId="{5381123D-2C93-3241-8E06-B77D04CAE8EC}" srcOrd="0" destOrd="0" presId="urn:microsoft.com/office/officeart/2005/8/layout/process5"/>
    <dgm:cxn modelId="{99C2797F-C2E2-3A4C-AAF0-DCC30D2AF05D}" type="presOf" srcId="{4F2509E8-87E6-2347-B926-EB9BDDECA6FD}" destId="{C234DD4B-5CB7-E549-AD0E-83532D584FCF}" srcOrd="0" destOrd="0" presId="urn:microsoft.com/office/officeart/2005/8/layout/process5"/>
    <dgm:cxn modelId="{85D7D382-FAAC-4F4E-84D6-7849E5E8FF0C}" type="presOf" srcId="{917501D8-12A6-0D43-82EB-9B8BF9A095D6}" destId="{1850AAD1-4903-FE47-A71D-0B73E666CD99}" srcOrd="0" destOrd="0" presId="urn:microsoft.com/office/officeart/2005/8/layout/process5"/>
    <dgm:cxn modelId="{0E3C2485-CAF8-434B-89F0-893517E042E7}" srcId="{E9FB0F4E-6967-3B44-A32F-E8B1C7AE98D5}" destId="{917501D8-12A6-0D43-82EB-9B8BF9A095D6}" srcOrd="6" destOrd="0" parTransId="{2189082E-6C82-944A-BE92-D9BC72270382}" sibTransId="{04D5671A-AE7F-BD4E-9B86-A6A6425F59A8}"/>
    <dgm:cxn modelId="{5F1D6487-750A-A04B-B6FA-5348ADB40AA1}" type="presOf" srcId="{2C4637A3-9257-AA41-A5B8-B87451C5F477}" destId="{C8297064-9915-AB4E-A9CB-FFEA8FC197B9}" srcOrd="0" destOrd="0" presId="urn:microsoft.com/office/officeart/2005/8/layout/process5"/>
    <dgm:cxn modelId="{B5AA2D8B-61D5-DB43-8D06-4875A7EB0CBD}" srcId="{7B079A50-DF5E-0A4C-9491-2FBAFC0F785B}" destId="{DDAC47D6-F859-4340-B28C-6D49EE097740}" srcOrd="3" destOrd="0" parTransId="{5B556703-BE01-8848-BE27-5969CF3D2B5D}" sibTransId="{0A2D5029-F7E5-6C47-9CF0-D5505B2F8FFB}"/>
    <dgm:cxn modelId="{94756F8D-4FC3-2F4F-8093-95D1E8FDA07D}" type="presOf" srcId="{89DBDFDC-5EB5-0B49-A8D0-DB22ECB982AF}" destId="{1E3ABFF9-C6C0-0441-8FEA-3F98FEF0374E}" srcOrd="1" destOrd="0" presId="urn:microsoft.com/office/officeart/2005/8/layout/process5"/>
    <dgm:cxn modelId="{78913F91-30D2-D14B-B80B-1BDF3244B2A6}" type="presOf" srcId="{1F12B085-E167-9940-8DCF-A46224752E8F}" destId="{0538887E-FF31-324E-B401-E87E44AFF0AA}" srcOrd="0" destOrd="0" presId="urn:microsoft.com/office/officeart/2005/8/layout/process5"/>
    <dgm:cxn modelId="{B494B79C-7119-2745-954F-0FE480A17145}" type="presOf" srcId="{C8AF58C4-450C-0C4C-83CB-1474D3ADA25F}" destId="{C234DD4B-5CB7-E549-AD0E-83532D584FCF}" srcOrd="0" destOrd="2" presId="urn:microsoft.com/office/officeart/2005/8/layout/process5"/>
    <dgm:cxn modelId="{A454DBA0-21A9-3941-9DF2-4DD870F537A3}" srcId="{E9FB0F4E-6967-3B44-A32F-E8B1C7AE98D5}" destId="{7B079A50-DF5E-0A4C-9491-2FBAFC0F785B}" srcOrd="2" destOrd="0" parTransId="{BA902E5D-518F-0749-86BA-04AA510BA959}" sibTransId="{00735B98-C924-5743-B429-DBBBDEA50165}"/>
    <dgm:cxn modelId="{8C017CA3-42AB-BD48-8C05-A5BDA2B79E4B}" type="presOf" srcId="{59E7433E-EA1A-A445-8F72-1DCCEC9CF854}" destId="{92EB25B1-D4AE-754E-BD44-115E26D1FF80}" srcOrd="0" destOrd="0" presId="urn:microsoft.com/office/officeart/2005/8/layout/process5"/>
    <dgm:cxn modelId="{88A5F4A3-745B-D44B-AEC4-67B96700A686}" type="presOf" srcId="{206E47A8-99B6-484A-AD35-04DCB9238B9B}" destId="{AC48ED73-8B05-6041-911E-F23E178815C4}" srcOrd="1" destOrd="0" presId="urn:microsoft.com/office/officeart/2005/8/layout/process5"/>
    <dgm:cxn modelId="{2038CBA5-A8B4-2F4F-88D5-D270FCD148DC}" type="presOf" srcId="{89DBDFDC-5EB5-0B49-A8D0-DB22ECB982AF}" destId="{F8E19199-589F-1946-8222-73EA4584121E}" srcOrd="0" destOrd="0" presId="urn:microsoft.com/office/officeart/2005/8/layout/process5"/>
    <dgm:cxn modelId="{9A8098B2-9CE9-D942-9547-38EF361DD3D4}" srcId="{EB4866D8-1266-8945-89C4-F4CD4F9D8A6F}" destId="{6E882DEC-3034-E942-B5AA-2835D77DD5C8}" srcOrd="1" destOrd="0" parTransId="{11E32BAA-4A06-9844-B381-3F8D7D686934}" sibTransId="{DE8B183B-7E7F-5749-9A67-A6C365A09A85}"/>
    <dgm:cxn modelId="{AA15AFB2-2C77-3142-AD36-8D6ED0CAACDE}" type="presOf" srcId="{04D5671A-AE7F-BD4E-9B86-A6A6425F59A8}" destId="{DC4C8257-9496-D04B-A26B-2200A3FFE3E7}" srcOrd="1" destOrd="0" presId="urn:microsoft.com/office/officeart/2005/8/layout/process5"/>
    <dgm:cxn modelId="{A56E20BA-CE81-3845-B63D-BDC1718CA0DA}" type="presOf" srcId="{F9BD6EF9-8382-F144-B9CD-FB838C6C03F9}" destId="{C234DD4B-5CB7-E549-AD0E-83532D584FCF}" srcOrd="0" destOrd="1" presId="urn:microsoft.com/office/officeart/2005/8/layout/process5"/>
    <dgm:cxn modelId="{B77E5BBC-E48A-9F44-93AA-F124CC378B7E}" type="presOf" srcId="{00735B98-C924-5743-B429-DBBBDEA50165}" destId="{680472FB-1DED-B043-9C18-8E9AFCBED6E9}" srcOrd="0" destOrd="0" presId="urn:microsoft.com/office/officeart/2005/8/layout/process5"/>
    <dgm:cxn modelId="{3DE395BD-2A5C-D449-AF86-99D3C112784F}" type="presOf" srcId="{748D4455-259E-4245-ADD2-8DDAC2A60773}" destId="{7060A806-1549-3F45-A072-7BB9691C2D8D}" srcOrd="1" destOrd="0" presId="urn:microsoft.com/office/officeart/2005/8/layout/process5"/>
    <dgm:cxn modelId="{871584CA-547D-DB48-94C4-0F86427D355B}" type="presOf" srcId="{63B03111-9832-1646-BDF4-5D9B749EF795}" destId="{B4D5E3D8-47D8-1A4C-9387-6DE60324DF6F}" srcOrd="0" destOrd="1" presId="urn:microsoft.com/office/officeart/2005/8/layout/process5"/>
    <dgm:cxn modelId="{7508F7CB-76FC-3043-811E-8A4CE7CBEBA3}" type="presOf" srcId="{60FEA49A-52E5-FB49-B9D7-919B8E8D64F4}" destId="{FBF1C564-B2B8-4C41-BE63-B8171F8EB76E}" srcOrd="0" destOrd="1" presId="urn:microsoft.com/office/officeart/2005/8/layout/process5"/>
    <dgm:cxn modelId="{A0E506CD-09B9-3549-9920-3C48F6D1CA55}" type="presOf" srcId="{69F25C00-F7E1-8B47-8544-B81240B6C7F2}" destId="{F11F753D-D453-BC4F-BACE-C4F8A11ECEA5}" srcOrd="0" destOrd="2" presId="urn:microsoft.com/office/officeart/2005/8/layout/process5"/>
    <dgm:cxn modelId="{8497B9D0-5691-E848-8EE3-C51BC656F8B1}" srcId="{E9FB0F4E-6967-3B44-A32F-E8B1C7AE98D5}" destId="{AE199458-77CF-8440-8970-F024006EA226}" srcOrd="4" destOrd="0" parTransId="{8FD87771-F4E1-DC47-B38A-8EDD08A5C725}" sibTransId="{89DBDFDC-5EB5-0B49-A8D0-DB22ECB982AF}"/>
    <dgm:cxn modelId="{445B7ADC-F7C5-5046-9BEE-3618E0EEE919}" srcId="{4F2509E8-87E6-2347-B926-EB9BDDECA6FD}" destId="{761579F4-10DF-F244-9532-25DEF4807D83}" srcOrd="2" destOrd="0" parTransId="{4C55FAFB-140B-EA49-9492-2DC8E373D8C0}" sibTransId="{3543ED0F-366F-8D44-8E9F-A843D81464D5}"/>
    <dgm:cxn modelId="{890194DD-304B-C447-9AF3-AFAE634C6D43}" srcId="{4F2509E8-87E6-2347-B926-EB9BDDECA6FD}" destId="{F9BD6EF9-8382-F144-B9CD-FB838C6C03F9}" srcOrd="0" destOrd="0" parTransId="{137D12B5-70FE-6847-BD89-CA99FC0D41AD}" sibTransId="{49EC0DFE-61E7-374D-A1BD-7617E9E9166B}"/>
    <dgm:cxn modelId="{2CEF06DE-6258-7440-8A8D-E90FA2F30839}" type="presOf" srcId="{4300FFA5-0FE1-0644-9B26-EF0EC29D2E58}" destId="{C225C079-1737-3742-99A0-0A7B593214FB}" srcOrd="0" destOrd="0" presId="urn:microsoft.com/office/officeart/2005/8/layout/process5"/>
    <dgm:cxn modelId="{A1CEA2E5-F1DD-EF48-A85B-4A04D4565509}" srcId="{E9FB0F4E-6967-3B44-A32F-E8B1C7AE98D5}" destId="{EB4866D8-1266-8945-89C4-F4CD4F9D8A6F}" srcOrd="3" destOrd="0" parTransId="{4276625C-E1F0-F840-90D6-CE76DDBB799C}" sibTransId="{206E47A8-99B6-484A-AD35-04DCB9238B9B}"/>
    <dgm:cxn modelId="{E7042CE6-A233-CB47-A6F5-D0D71F329C45}" srcId="{EB4866D8-1266-8945-89C4-F4CD4F9D8A6F}" destId="{471C43CE-832D-774D-BB7A-57512EFB5879}" srcOrd="2" destOrd="0" parTransId="{C2B9F4EE-A410-1B4C-9D53-DB22DB03D31F}" sibTransId="{DE50C641-CD08-A846-B7EB-02241BA70688}"/>
    <dgm:cxn modelId="{45F7F9E8-95D2-CA40-854F-9EFFBA8C51D6}" type="presOf" srcId="{206E47A8-99B6-484A-AD35-04DCB9238B9B}" destId="{5383FDA3-64FA-604A-8CAF-995772572DB0}" srcOrd="0" destOrd="0" presId="urn:microsoft.com/office/officeart/2005/8/layout/process5"/>
    <dgm:cxn modelId="{467F9BED-D392-3940-B061-1699282DB62A}" srcId="{E9FB0F4E-6967-3B44-A32F-E8B1C7AE98D5}" destId="{882FED25-8C48-F941-A0FE-6B2DFF5CD464}" srcOrd="5" destOrd="0" parTransId="{B419AD8C-EBD7-5443-9C93-E4B849DE07B6}" sibTransId="{030A6B87-CA32-C340-A552-365F7A05C57F}"/>
    <dgm:cxn modelId="{ACB3C1F8-AF17-F641-83DF-2B77AC2173F2}" type="presOf" srcId="{030A6B87-CA32-C340-A552-365F7A05C57F}" destId="{2E3787C8-BF17-C343-9F7D-55355502CEE3}" srcOrd="1" destOrd="0" presId="urn:microsoft.com/office/officeart/2005/8/layout/process5"/>
    <dgm:cxn modelId="{E57CD3FB-72DE-F644-89FB-39D8FB6599FA}" type="presOf" srcId="{00735B98-C924-5743-B429-DBBBDEA50165}" destId="{002AA36D-CAF6-0343-B244-6F6849B9EB75}" srcOrd="1" destOrd="0" presId="urn:microsoft.com/office/officeart/2005/8/layout/process5"/>
    <dgm:cxn modelId="{7F8A83C4-DF92-674F-9901-9E29B216E0A2}" type="presParOf" srcId="{CBF254FA-D4E0-B74E-A18D-AE53AEBD67CD}" destId="{B4D5E3D8-47D8-1A4C-9387-6DE60324DF6F}" srcOrd="0" destOrd="0" presId="urn:microsoft.com/office/officeart/2005/8/layout/process5"/>
    <dgm:cxn modelId="{A08B2B19-5656-5E46-BB58-7FE7B6C3A7C9}" type="presParOf" srcId="{CBF254FA-D4E0-B74E-A18D-AE53AEBD67CD}" destId="{A58869D2-B78E-DD40-ACB3-9F052F33CBCE}" srcOrd="1" destOrd="0" presId="urn:microsoft.com/office/officeart/2005/8/layout/process5"/>
    <dgm:cxn modelId="{C454612D-F0F0-E14D-8E48-86577D0681D6}" type="presParOf" srcId="{A58869D2-B78E-DD40-ACB3-9F052F33CBCE}" destId="{814C8FA7-CFA6-FA42-8BC8-CD119ED58623}" srcOrd="0" destOrd="0" presId="urn:microsoft.com/office/officeart/2005/8/layout/process5"/>
    <dgm:cxn modelId="{71DD84D1-0B88-C84F-AE6E-112D74268CE8}" type="presParOf" srcId="{CBF254FA-D4E0-B74E-A18D-AE53AEBD67CD}" destId="{C234DD4B-5CB7-E549-AD0E-83532D584FCF}" srcOrd="2" destOrd="0" presId="urn:microsoft.com/office/officeart/2005/8/layout/process5"/>
    <dgm:cxn modelId="{A6608B84-5BAF-A846-85DB-0D0B91E37986}" type="presParOf" srcId="{CBF254FA-D4E0-B74E-A18D-AE53AEBD67CD}" destId="{16C02E65-2210-C24E-8692-38A2A70EC148}" srcOrd="3" destOrd="0" presId="urn:microsoft.com/office/officeart/2005/8/layout/process5"/>
    <dgm:cxn modelId="{DDA86523-6C9F-E448-845B-0A42D6E12684}" type="presParOf" srcId="{16C02E65-2210-C24E-8692-38A2A70EC148}" destId="{7060A806-1549-3F45-A072-7BB9691C2D8D}" srcOrd="0" destOrd="0" presId="urn:microsoft.com/office/officeart/2005/8/layout/process5"/>
    <dgm:cxn modelId="{E512A88E-2481-0A4E-9C24-EB75ACF64300}" type="presParOf" srcId="{CBF254FA-D4E0-B74E-A18D-AE53AEBD67CD}" destId="{FBF1C564-B2B8-4C41-BE63-B8171F8EB76E}" srcOrd="4" destOrd="0" presId="urn:microsoft.com/office/officeart/2005/8/layout/process5"/>
    <dgm:cxn modelId="{9D8126B7-D264-0641-A0BE-EA0877F06B45}" type="presParOf" srcId="{CBF254FA-D4E0-B74E-A18D-AE53AEBD67CD}" destId="{680472FB-1DED-B043-9C18-8E9AFCBED6E9}" srcOrd="5" destOrd="0" presId="urn:microsoft.com/office/officeart/2005/8/layout/process5"/>
    <dgm:cxn modelId="{56198BEB-49F7-2C4B-8D22-8DBDD2B6C84D}" type="presParOf" srcId="{680472FB-1DED-B043-9C18-8E9AFCBED6E9}" destId="{002AA36D-CAF6-0343-B244-6F6849B9EB75}" srcOrd="0" destOrd="0" presId="urn:microsoft.com/office/officeart/2005/8/layout/process5"/>
    <dgm:cxn modelId="{5C2B0342-8FFD-164D-AD17-CD41A98EF156}" type="presParOf" srcId="{CBF254FA-D4E0-B74E-A18D-AE53AEBD67CD}" destId="{CC8F3904-974E-2647-9B88-B6062079D1ED}" srcOrd="6" destOrd="0" presId="urn:microsoft.com/office/officeart/2005/8/layout/process5"/>
    <dgm:cxn modelId="{9C15ACB1-1411-DD42-A865-934CA5C7156B}" type="presParOf" srcId="{CBF254FA-D4E0-B74E-A18D-AE53AEBD67CD}" destId="{5383FDA3-64FA-604A-8CAF-995772572DB0}" srcOrd="7" destOrd="0" presId="urn:microsoft.com/office/officeart/2005/8/layout/process5"/>
    <dgm:cxn modelId="{DC9BD835-FC77-4E4F-ACB0-CA983131FD0B}" type="presParOf" srcId="{5383FDA3-64FA-604A-8CAF-995772572DB0}" destId="{AC48ED73-8B05-6041-911E-F23E178815C4}" srcOrd="0" destOrd="0" presId="urn:microsoft.com/office/officeart/2005/8/layout/process5"/>
    <dgm:cxn modelId="{5C74A403-0B11-AF4B-9244-65D39232F884}" type="presParOf" srcId="{CBF254FA-D4E0-B74E-A18D-AE53AEBD67CD}" destId="{F11F753D-D453-BC4F-BACE-C4F8A11ECEA5}" srcOrd="8" destOrd="0" presId="urn:microsoft.com/office/officeart/2005/8/layout/process5"/>
    <dgm:cxn modelId="{485F9726-05AC-F441-8FE0-385E5B103E36}" type="presParOf" srcId="{CBF254FA-D4E0-B74E-A18D-AE53AEBD67CD}" destId="{F8E19199-589F-1946-8222-73EA4584121E}" srcOrd="9" destOrd="0" presId="urn:microsoft.com/office/officeart/2005/8/layout/process5"/>
    <dgm:cxn modelId="{678B64E3-BB14-9443-9C28-BAF379A94C2A}" type="presParOf" srcId="{F8E19199-589F-1946-8222-73EA4584121E}" destId="{1E3ABFF9-C6C0-0441-8FEA-3F98FEF0374E}" srcOrd="0" destOrd="0" presId="urn:microsoft.com/office/officeart/2005/8/layout/process5"/>
    <dgm:cxn modelId="{82332E0B-3DF2-A24D-BC83-2EBFB8E2E536}" type="presParOf" srcId="{CBF254FA-D4E0-B74E-A18D-AE53AEBD67CD}" destId="{529FCC09-4687-E147-80E8-2EB7609DC9CF}" srcOrd="10" destOrd="0" presId="urn:microsoft.com/office/officeart/2005/8/layout/process5"/>
    <dgm:cxn modelId="{84E727FC-8DF8-9948-B439-07C8E787C3A6}" type="presParOf" srcId="{CBF254FA-D4E0-B74E-A18D-AE53AEBD67CD}" destId="{5381123D-2C93-3241-8E06-B77D04CAE8EC}" srcOrd="11" destOrd="0" presId="urn:microsoft.com/office/officeart/2005/8/layout/process5"/>
    <dgm:cxn modelId="{782EF668-7538-6A4E-B319-8B048FFE4044}" type="presParOf" srcId="{5381123D-2C93-3241-8E06-B77D04CAE8EC}" destId="{2E3787C8-BF17-C343-9F7D-55355502CEE3}" srcOrd="0" destOrd="0" presId="urn:microsoft.com/office/officeart/2005/8/layout/process5"/>
    <dgm:cxn modelId="{6AEAA92D-C4D5-D643-8CD4-71C3C81BEC92}" type="presParOf" srcId="{CBF254FA-D4E0-B74E-A18D-AE53AEBD67CD}" destId="{1850AAD1-4903-FE47-A71D-0B73E666CD99}" srcOrd="12" destOrd="0" presId="urn:microsoft.com/office/officeart/2005/8/layout/process5"/>
    <dgm:cxn modelId="{063A4DBB-D75A-ED40-B0C7-C31F5B69AAC9}" type="presParOf" srcId="{CBF254FA-D4E0-B74E-A18D-AE53AEBD67CD}" destId="{D7CE2DAE-ABF0-9641-AE1A-0DB79AEBD84A}" srcOrd="13" destOrd="0" presId="urn:microsoft.com/office/officeart/2005/8/layout/process5"/>
    <dgm:cxn modelId="{0AD1E0B4-C417-0647-9C40-7D0AFD2699D0}" type="presParOf" srcId="{D7CE2DAE-ABF0-9641-AE1A-0DB79AEBD84A}" destId="{DC4C8257-9496-D04B-A26B-2200A3FFE3E7}" srcOrd="0" destOrd="0" presId="urn:microsoft.com/office/officeart/2005/8/layout/process5"/>
    <dgm:cxn modelId="{345AAA4E-7EE1-C44D-B312-3D470151EE07}" type="presParOf" srcId="{CBF254FA-D4E0-B74E-A18D-AE53AEBD67CD}" destId="{0538887E-FF31-324E-B401-E87E44AFF0AA}" srcOrd="14" destOrd="0" presId="urn:microsoft.com/office/officeart/2005/8/layout/process5"/>
    <dgm:cxn modelId="{274BBA1F-00C9-4243-B04B-070A035D8E9F}" type="presParOf" srcId="{CBF254FA-D4E0-B74E-A18D-AE53AEBD67CD}" destId="{92EB25B1-D4AE-754E-BD44-115E26D1FF80}" srcOrd="15" destOrd="0" presId="urn:microsoft.com/office/officeart/2005/8/layout/process5"/>
    <dgm:cxn modelId="{3F5A20A5-5E14-734D-BDC8-243E9B365827}" type="presParOf" srcId="{92EB25B1-D4AE-754E-BD44-115E26D1FF80}" destId="{B4D2AADB-2320-D741-9683-970A9AF56C3E}" srcOrd="0" destOrd="0" presId="urn:microsoft.com/office/officeart/2005/8/layout/process5"/>
    <dgm:cxn modelId="{9D22F929-339A-844D-9885-66AB1512A8AB}" type="presParOf" srcId="{CBF254FA-D4E0-B74E-A18D-AE53AEBD67CD}" destId="{C225C079-1737-3742-99A0-0A7B593214FB}" srcOrd="16" destOrd="0" presId="urn:microsoft.com/office/officeart/2005/8/layout/process5"/>
    <dgm:cxn modelId="{8E9D851C-5056-C849-9EBF-A78085CCC5D8}" type="presParOf" srcId="{CBF254FA-D4E0-B74E-A18D-AE53AEBD67CD}" destId="{C8297064-9915-AB4E-A9CB-FFEA8FC197B9}" srcOrd="17" destOrd="0" presId="urn:microsoft.com/office/officeart/2005/8/layout/process5"/>
    <dgm:cxn modelId="{94895D36-40FD-1046-B05E-C751DB16DF6D}" type="presParOf" srcId="{C8297064-9915-AB4E-A9CB-FFEA8FC197B9}" destId="{EDC8E22C-F874-6448-9DE8-54F7348385E0}" srcOrd="0" destOrd="0" presId="urn:microsoft.com/office/officeart/2005/8/layout/process5"/>
    <dgm:cxn modelId="{AEDD76F6-F2A2-594E-A0EE-C6571AC46FF2}" type="presParOf" srcId="{CBF254FA-D4E0-B74E-A18D-AE53AEBD67CD}" destId="{098F0226-B690-1B45-B506-7C933BFB7998}" srcOrd="18"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4BCC87F2-31DE-084A-96EF-66EA745718C1}" type="doc">
      <dgm:prSet loTypeId="urn:microsoft.com/office/officeart/2005/8/layout/process1" loCatId="" qsTypeId="urn:microsoft.com/office/officeart/2005/8/quickstyle/simple1" qsCatId="simple" csTypeId="urn:microsoft.com/office/officeart/2005/8/colors/colorful1" csCatId="colorful" phldr="1"/>
      <dgm:spPr/>
    </dgm:pt>
    <dgm:pt modelId="{BB4C69D5-F74A-DE42-A4A9-9743A043B897}">
      <dgm:prSet phldrT="[Text]" custT="1"/>
      <dgm:spPr>
        <a:solidFill>
          <a:schemeClr val="bg2">
            <a:lumMod val="50000"/>
          </a:schemeClr>
        </a:solidFill>
      </dgm:spPr>
      <dgm:t>
        <a:bodyPr/>
        <a:lstStyle/>
        <a:p>
          <a:r>
            <a:rPr lang="en-US" sz="1600" dirty="0">
              <a:solidFill>
                <a:srgbClr val="FFFF00"/>
              </a:solidFill>
            </a:rPr>
            <a:t>Define</a:t>
          </a:r>
          <a:r>
            <a:rPr lang="en-US" sz="1600" dirty="0"/>
            <a:t> </a:t>
          </a:r>
          <a:r>
            <a:rPr lang="en-US" sz="1500" dirty="0"/>
            <a:t>(desired fairness or equity goals)</a:t>
          </a:r>
        </a:p>
      </dgm:t>
    </dgm:pt>
    <dgm:pt modelId="{9049BC64-582D-B241-A48E-B7FC2A6981A0}" type="parTrans" cxnId="{D38486BD-35CD-6B41-A7B1-0B15115AB81A}">
      <dgm:prSet/>
      <dgm:spPr/>
      <dgm:t>
        <a:bodyPr/>
        <a:lstStyle/>
        <a:p>
          <a:endParaRPr lang="en-US" sz="4000"/>
        </a:p>
      </dgm:t>
    </dgm:pt>
    <dgm:pt modelId="{B2CAD2C6-08C9-DA49-8168-CBE4E2AFD68C}" type="sibTrans" cxnId="{D38486BD-35CD-6B41-A7B1-0B15115AB81A}">
      <dgm:prSet custT="1"/>
      <dgm:spPr/>
      <dgm:t>
        <a:bodyPr/>
        <a:lstStyle/>
        <a:p>
          <a:endParaRPr lang="en-US" sz="1400"/>
        </a:p>
      </dgm:t>
    </dgm:pt>
    <dgm:pt modelId="{CBA922D8-5A20-0B47-B379-00EAF02AFB79}">
      <dgm:prSet phldrT="[Text]" custT="1"/>
      <dgm:spPr/>
      <dgm:t>
        <a:bodyPr/>
        <a:lstStyle/>
        <a:p>
          <a:r>
            <a:rPr lang="en-US" sz="1600" dirty="0">
              <a:solidFill>
                <a:srgbClr val="FFFF00"/>
              </a:solidFill>
            </a:rPr>
            <a:t>Understand </a:t>
          </a:r>
          <a:r>
            <a:rPr lang="en-US" sz="1500" dirty="0"/>
            <a:t>(root causes of bias)</a:t>
          </a:r>
        </a:p>
      </dgm:t>
    </dgm:pt>
    <dgm:pt modelId="{B4FE76A6-8D2C-824D-A2AB-91F4A932EDF0}" type="parTrans" cxnId="{BD61E86B-CD79-C24C-9A9C-6AA170018F8F}">
      <dgm:prSet/>
      <dgm:spPr/>
      <dgm:t>
        <a:bodyPr/>
        <a:lstStyle/>
        <a:p>
          <a:endParaRPr lang="en-US" sz="4000"/>
        </a:p>
      </dgm:t>
    </dgm:pt>
    <dgm:pt modelId="{C4374117-257B-564E-A016-889E968E4EC5}" type="sibTrans" cxnId="{BD61E86B-CD79-C24C-9A9C-6AA170018F8F}">
      <dgm:prSet custT="1"/>
      <dgm:spPr/>
      <dgm:t>
        <a:bodyPr/>
        <a:lstStyle/>
        <a:p>
          <a:endParaRPr lang="en-US" sz="1400"/>
        </a:p>
      </dgm:t>
    </dgm:pt>
    <dgm:pt modelId="{B191545B-C2EF-D549-93F3-60F7B477C592}">
      <dgm:prSet phldrT="[Text]" custT="1"/>
      <dgm:spPr>
        <a:solidFill>
          <a:schemeClr val="accent5">
            <a:lumMod val="75000"/>
          </a:schemeClr>
        </a:solidFill>
      </dgm:spPr>
      <dgm:t>
        <a:bodyPr/>
        <a:lstStyle/>
        <a:p>
          <a:r>
            <a:rPr lang="en-US" sz="1600" dirty="0">
              <a:solidFill>
                <a:srgbClr val="FFFF00"/>
              </a:solidFill>
            </a:rPr>
            <a:t>Improve</a:t>
          </a:r>
          <a:r>
            <a:rPr lang="en-US" sz="1600" dirty="0"/>
            <a:t> </a:t>
          </a:r>
          <a:r>
            <a:rPr lang="en-US" sz="1500" dirty="0"/>
            <a:t>(fairness of AI systems)</a:t>
          </a:r>
        </a:p>
      </dgm:t>
    </dgm:pt>
    <dgm:pt modelId="{A3DD6BDD-B309-5E40-B3DE-934BCD3FAE8F}" type="parTrans" cxnId="{CD9A2FC8-6C08-3941-AB0D-0D4C68DDD55F}">
      <dgm:prSet/>
      <dgm:spPr/>
      <dgm:t>
        <a:bodyPr/>
        <a:lstStyle/>
        <a:p>
          <a:endParaRPr lang="en-US" sz="4000"/>
        </a:p>
      </dgm:t>
    </dgm:pt>
    <dgm:pt modelId="{5EDFFF77-F75C-4448-A469-F6EEE870B8CB}" type="sibTrans" cxnId="{CD9A2FC8-6C08-3941-AB0D-0D4C68DDD55F}">
      <dgm:prSet custT="1"/>
      <dgm:spPr/>
      <dgm:t>
        <a:bodyPr/>
        <a:lstStyle/>
        <a:p>
          <a:endParaRPr lang="en-US" sz="1400"/>
        </a:p>
      </dgm:t>
    </dgm:pt>
    <dgm:pt modelId="{9B490C4E-018E-4E4C-9123-6DEC25A017B8}">
      <dgm:prSet phldrT="[Text]" custT="1"/>
      <dgm:spPr>
        <a:solidFill>
          <a:srgbClr val="00B0F0"/>
        </a:solidFill>
      </dgm:spPr>
      <dgm:t>
        <a:bodyPr/>
        <a:lstStyle/>
        <a:p>
          <a:r>
            <a:rPr lang="en-US" sz="1600" dirty="0">
              <a:solidFill>
                <a:srgbClr val="FFFF00"/>
              </a:solidFill>
            </a:rPr>
            <a:t>Measure</a:t>
          </a:r>
          <a:r>
            <a:rPr lang="en-US" sz="1600" dirty="0"/>
            <a:t> and </a:t>
          </a:r>
          <a:br>
            <a:rPr lang="en-US" sz="1600" dirty="0"/>
          </a:br>
          <a:r>
            <a:rPr lang="en-US" sz="1600" dirty="0"/>
            <a:t>Detect </a:t>
          </a:r>
          <a:r>
            <a:rPr lang="en-US" sz="1500" dirty="0"/>
            <a:t>(bias</a:t>
          </a:r>
          <a:r>
            <a:rPr lang="en-US" sz="1600" dirty="0"/>
            <a:t>)</a:t>
          </a:r>
        </a:p>
      </dgm:t>
    </dgm:pt>
    <dgm:pt modelId="{D5B62046-EBD9-444F-B22E-A150B68A377D}" type="parTrans" cxnId="{8B778D0D-2C90-0C4D-8419-102593FA873A}">
      <dgm:prSet/>
      <dgm:spPr/>
      <dgm:t>
        <a:bodyPr/>
        <a:lstStyle/>
        <a:p>
          <a:endParaRPr lang="en-US" sz="4000"/>
        </a:p>
      </dgm:t>
    </dgm:pt>
    <dgm:pt modelId="{360C0EBC-C8A7-7D48-BB21-C963F33A394E}" type="sibTrans" cxnId="{8B778D0D-2C90-0C4D-8419-102593FA873A}">
      <dgm:prSet custT="1"/>
      <dgm:spPr/>
      <dgm:t>
        <a:bodyPr/>
        <a:lstStyle/>
        <a:p>
          <a:endParaRPr lang="en-US" sz="1400"/>
        </a:p>
      </dgm:t>
    </dgm:pt>
    <dgm:pt modelId="{F987D459-6E09-684C-8F26-50EC6B3426A1}">
      <dgm:prSet phldrT="[Text]" custT="1"/>
      <dgm:spPr>
        <a:solidFill>
          <a:schemeClr val="accent6">
            <a:lumMod val="75000"/>
          </a:schemeClr>
        </a:solidFill>
      </dgm:spPr>
      <dgm:t>
        <a:bodyPr/>
        <a:lstStyle/>
        <a:p>
          <a:r>
            <a:rPr lang="en-US" sz="1600" dirty="0">
              <a:solidFill>
                <a:srgbClr val="FFFF00"/>
              </a:solidFill>
            </a:rPr>
            <a:t>Mitigate</a:t>
          </a:r>
          <a:r>
            <a:rPr lang="en-US" sz="1600" dirty="0"/>
            <a:t> </a:t>
          </a:r>
          <a:br>
            <a:rPr lang="en-US" sz="1600" dirty="0"/>
          </a:br>
          <a:r>
            <a:rPr lang="en-US" sz="1500" dirty="0"/>
            <a:t>(the impact through adjusting interventions)</a:t>
          </a:r>
        </a:p>
      </dgm:t>
    </dgm:pt>
    <dgm:pt modelId="{46782A74-20A0-CD40-93BD-D32A3B7362D3}" type="parTrans" cxnId="{822D7BEE-9078-9B45-B45A-853740DCA60F}">
      <dgm:prSet/>
      <dgm:spPr/>
      <dgm:t>
        <a:bodyPr/>
        <a:lstStyle/>
        <a:p>
          <a:endParaRPr lang="en-US" sz="4000"/>
        </a:p>
      </dgm:t>
    </dgm:pt>
    <dgm:pt modelId="{13F84776-5A3C-EF45-962B-D4DCFC349173}" type="sibTrans" cxnId="{822D7BEE-9078-9B45-B45A-853740DCA60F}">
      <dgm:prSet custT="1"/>
      <dgm:spPr/>
      <dgm:t>
        <a:bodyPr/>
        <a:lstStyle/>
        <a:p>
          <a:endParaRPr lang="en-US" sz="1400"/>
        </a:p>
      </dgm:t>
    </dgm:pt>
    <dgm:pt modelId="{9DD172E8-7491-784E-A583-359EB46D415E}">
      <dgm:prSet phldrT="[Text]" custT="1"/>
      <dgm:spPr/>
      <dgm:t>
        <a:bodyPr/>
        <a:lstStyle/>
        <a:p>
          <a:r>
            <a:rPr lang="en-US" sz="1600" dirty="0">
              <a:solidFill>
                <a:srgbClr val="FFFF00"/>
              </a:solidFill>
            </a:rPr>
            <a:t>Monitor &amp; Evaluate</a:t>
          </a:r>
        </a:p>
      </dgm:t>
    </dgm:pt>
    <dgm:pt modelId="{2CF992CF-84EC-C341-87E9-920C5AA5564A}" type="parTrans" cxnId="{EA6E8507-8890-BC4F-9591-BF2E62EA68E6}">
      <dgm:prSet/>
      <dgm:spPr/>
      <dgm:t>
        <a:bodyPr/>
        <a:lstStyle/>
        <a:p>
          <a:endParaRPr lang="en-US" sz="4000"/>
        </a:p>
      </dgm:t>
    </dgm:pt>
    <dgm:pt modelId="{12A03866-0C63-6442-B67A-4231651BA43A}" type="sibTrans" cxnId="{EA6E8507-8890-BC4F-9591-BF2E62EA68E6}">
      <dgm:prSet/>
      <dgm:spPr/>
      <dgm:t>
        <a:bodyPr/>
        <a:lstStyle/>
        <a:p>
          <a:endParaRPr lang="en-US" sz="2400"/>
        </a:p>
      </dgm:t>
    </dgm:pt>
    <dgm:pt modelId="{AFC89AAE-5166-6E4E-BD10-09B5BFDB4480}" type="pres">
      <dgm:prSet presAssocID="{4BCC87F2-31DE-084A-96EF-66EA745718C1}" presName="Name0" presStyleCnt="0">
        <dgm:presLayoutVars>
          <dgm:dir/>
          <dgm:resizeHandles val="exact"/>
        </dgm:presLayoutVars>
      </dgm:prSet>
      <dgm:spPr/>
    </dgm:pt>
    <dgm:pt modelId="{D8BEB5D4-FC6F-2340-BF7B-B648AF79BC73}" type="pres">
      <dgm:prSet presAssocID="{BB4C69D5-F74A-DE42-A4A9-9743A043B897}" presName="node" presStyleLbl="node1" presStyleIdx="0" presStyleCnt="6" custScaleY="108636">
        <dgm:presLayoutVars>
          <dgm:bulletEnabled val="1"/>
        </dgm:presLayoutVars>
      </dgm:prSet>
      <dgm:spPr/>
    </dgm:pt>
    <dgm:pt modelId="{87AF59AC-0A09-AC4B-AA7A-9371A00BA7B6}" type="pres">
      <dgm:prSet presAssocID="{B2CAD2C6-08C9-DA49-8168-CBE4E2AFD68C}" presName="sibTrans" presStyleLbl="sibTrans2D1" presStyleIdx="0" presStyleCnt="5"/>
      <dgm:spPr/>
    </dgm:pt>
    <dgm:pt modelId="{D0DBE1CE-87F6-2649-87AF-4806A61E8CD5}" type="pres">
      <dgm:prSet presAssocID="{B2CAD2C6-08C9-DA49-8168-CBE4E2AFD68C}" presName="connectorText" presStyleLbl="sibTrans2D1" presStyleIdx="0" presStyleCnt="5"/>
      <dgm:spPr/>
    </dgm:pt>
    <dgm:pt modelId="{CE661B88-75C1-B34E-9D3A-19E19ED75A0E}" type="pres">
      <dgm:prSet presAssocID="{9B490C4E-018E-4E4C-9123-6DEC25A017B8}" presName="node" presStyleLbl="node1" presStyleIdx="1" presStyleCnt="6" custScaleY="108636">
        <dgm:presLayoutVars>
          <dgm:bulletEnabled val="1"/>
        </dgm:presLayoutVars>
      </dgm:prSet>
      <dgm:spPr/>
    </dgm:pt>
    <dgm:pt modelId="{B03F211E-6853-0D45-A487-AA6C8F2C0B24}" type="pres">
      <dgm:prSet presAssocID="{360C0EBC-C8A7-7D48-BB21-C963F33A394E}" presName="sibTrans" presStyleLbl="sibTrans2D1" presStyleIdx="1" presStyleCnt="5"/>
      <dgm:spPr/>
    </dgm:pt>
    <dgm:pt modelId="{0ED02C45-2DAB-5D4E-9E15-2D1EBE0D5759}" type="pres">
      <dgm:prSet presAssocID="{360C0EBC-C8A7-7D48-BB21-C963F33A394E}" presName="connectorText" presStyleLbl="sibTrans2D1" presStyleIdx="1" presStyleCnt="5"/>
      <dgm:spPr/>
    </dgm:pt>
    <dgm:pt modelId="{F1B6D5C2-8027-F44E-83ED-4F033CD810F9}" type="pres">
      <dgm:prSet presAssocID="{CBA922D8-5A20-0B47-B379-00EAF02AFB79}" presName="node" presStyleLbl="node1" presStyleIdx="2" presStyleCnt="6" custScaleX="111589" custScaleY="108636">
        <dgm:presLayoutVars>
          <dgm:bulletEnabled val="1"/>
        </dgm:presLayoutVars>
      </dgm:prSet>
      <dgm:spPr/>
    </dgm:pt>
    <dgm:pt modelId="{4D927AD8-6948-AC44-B863-A110433F2977}" type="pres">
      <dgm:prSet presAssocID="{C4374117-257B-564E-A016-889E968E4EC5}" presName="sibTrans" presStyleLbl="sibTrans2D1" presStyleIdx="2" presStyleCnt="5"/>
      <dgm:spPr/>
    </dgm:pt>
    <dgm:pt modelId="{65BD3E02-4D6E-794D-B6FE-5FCD053A9FE6}" type="pres">
      <dgm:prSet presAssocID="{C4374117-257B-564E-A016-889E968E4EC5}" presName="connectorText" presStyleLbl="sibTrans2D1" presStyleIdx="2" presStyleCnt="5"/>
      <dgm:spPr/>
    </dgm:pt>
    <dgm:pt modelId="{13D8D15E-3B5F-1B48-BA99-8D19449FB702}" type="pres">
      <dgm:prSet presAssocID="{B191545B-C2EF-D549-93F3-60F7B477C592}" presName="node" presStyleLbl="node1" presStyleIdx="3" presStyleCnt="6" custScaleY="108636">
        <dgm:presLayoutVars>
          <dgm:bulletEnabled val="1"/>
        </dgm:presLayoutVars>
      </dgm:prSet>
      <dgm:spPr/>
    </dgm:pt>
    <dgm:pt modelId="{55CD432B-6C89-9348-A2BA-F31EF0F21AD4}" type="pres">
      <dgm:prSet presAssocID="{5EDFFF77-F75C-4448-A469-F6EEE870B8CB}" presName="sibTrans" presStyleLbl="sibTrans2D1" presStyleIdx="3" presStyleCnt="5"/>
      <dgm:spPr/>
    </dgm:pt>
    <dgm:pt modelId="{8F483958-30F6-3244-9291-1D98BAC0763D}" type="pres">
      <dgm:prSet presAssocID="{5EDFFF77-F75C-4448-A469-F6EEE870B8CB}" presName="connectorText" presStyleLbl="sibTrans2D1" presStyleIdx="3" presStyleCnt="5"/>
      <dgm:spPr/>
    </dgm:pt>
    <dgm:pt modelId="{DDE803AC-5F89-AF4D-9419-CAE5E03D3E7F}" type="pres">
      <dgm:prSet presAssocID="{F987D459-6E09-684C-8F26-50EC6B3426A1}" presName="node" presStyleLbl="node1" presStyleIdx="4" presStyleCnt="6" custScaleX="130094" custScaleY="108743">
        <dgm:presLayoutVars>
          <dgm:bulletEnabled val="1"/>
        </dgm:presLayoutVars>
      </dgm:prSet>
      <dgm:spPr/>
    </dgm:pt>
    <dgm:pt modelId="{2B1AF83F-1014-7842-A4FD-D472ACBD6AD2}" type="pres">
      <dgm:prSet presAssocID="{13F84776-5A3C-EF45-962B-D4DCFC349173}" presName="sibTrans" presStyleLbl="sibTrans2D1" presStyleIdx="4" presStyleCnt="5"/>
      <dgm:spPr/>
    </dgm:pt>
    <dgm:pt modelId="{5F87597A-8E1C-E34F-9E6F-FDD55EC25629}" type="pres">
      <dgm:prSet presAssocID="{13F84776-5A3C-EF45-962B-D4DCFC349173}" presName="connectorText" presStyleLbl="sibTrans2D1" presStyleIdx="4" presStyleCnt="5"/>
      <dgm:spPr/>
    </dgm:pt>
    <dgm:pt modelId="{809C2B85-9643-4E4D-B06D-EDC2F0C8D501}" type="pres">
      <dgm:prSet presAssocID="{9DD172E8-7491-784E-A583-359EB46D415E}" presName="node" presStyleLbl="node1" presStyleIdx="5" presStyleCnt="6" custScaleY="108636">
        <dgm:presLayoutVars>
          <dgm:bulletEnabled val="1"/>
        </dgm:presLayoutVars>
      </dgm:prSet>
      <dgm:spPr/>
    </dgm:pt>
  </dgm:ptLst>
  <dgm:cxnLst>
    <dgm:cxn modelId="{BE263F00-0F54-ED43-91C4-6EB1C1EFE4C1}" type="presOf" srcId="{360C0EBC-C8A7-7D48-BB21-C963F33A394E}" destId="{0ED02C45-2DAB-5D4E-9E15-2D1EBE0D5759}" srcOrd="1" destOrd="0" presId="urn:microsoft.com/office/officeart/2005/8/layout/process1"/>
    <dgm:cxn modelId="{8FA5BF02-08F4-E748-AC93-E27C377C3CFE}" type="presOf" srcId="{CBA922D8-5A20-0B47-B379-00EAF02AFB79}" destId="{F1B6D5C2-8027-F44E-83ED-4F033CD810F9}" srcOrd="0" destOrd="0" presId="urn:microsoft.com/office/officeart/2005/8/layout/process1"/>
    <dgm:cxn modelId="{EA6E8507-8890-BC4F-9591-BF2E62EA68E6}" srcId="{4BCC87F2-31DE-084A-96EF-66EA745718C1}" destId="{9DD172E8-7491-784E-A583-359EB46D415E}" srcOrd="5" destOrd="0" parTransId="{2CF992CF-84EC-C341-87E9-920C5AA5564A}" sibTransId="{12A03866-0C63-6442-B67A-4231651BA43A}"/>
    <dgm:cxn modelId="{8B778D0D-2C90-0C4D-8419-102593FA873A}" srcId="{4BCC87F2-31DE-084A-96EF-66EA745718C1}" destId="{9B490C4E-018E-4E4C-9123-6DEC25A017B8}" srcOrd="1" destOrd="0" parTransId="{D5B62046-EBD9-444F-B22E-A150B68A377D}" sibTransId="{360C0EBC-C8A7-7D48-BB21-C963F33A394E}"/>
    <dgm:cxn modelId="{26F76F11-4420-AD44-A0BD-A584E327735C}" type="presOf" srcId="{F987D459-6E09-684C-8F26-50EC6B3426A1}" destId="{DDE803AC-5F89-AF4D-9419-CAE5E03D3E7F}" srcOrd="0" destOrd="0" presId="urn:microsoft.com/office/officeart/2005/8/layout/process1"/>
    <dgm:cxn modelId="{ED916B18-2DFE-6843-BD3E-4434F0DE2B39}" type="presOf" srcId="{4BCC87F2-31DE-084A-96EF-66EA745718C1}" destId="{AFC89AAE-5166-6E4E-BD10-09B5BFDB4480}" srcOrd="0" destOrd="0" presId="urn:microsoft.com/office/officeart/2005/8/layout/process1"/>
    <dgm:cxn modelId="{DAF47D2A-6A5B-7D4F-8682-B6535C0A794E}" type="presOf" srcId="{5EDFFF77-F75C-4448-A469-F6EEE870B8CB}" destId="{55CD432B-6C89-9348-A2BA-F31EF0F21AD4}" srcOrd="0" destOrd="0" presId="urn:microsoft.com/office/officeart/2005/8/layout/process1"/>
    <dgm:cxn modelId="{3C465D4A-6E97-8842-B5D2-38696C9C2392}" type="presOf" srcId="{C4374117-257B-564E-A016-889E968E4EC5}" destId="{65BD3E02-4D6E-794D-B6FE-5FCD053A9FE6}" srcOrd="1" destOrd="0" presId="urn:microsoft.com/office/officeart/2005/8/layout/process1"/>
    <dgm:cxn modelId="{3C72CD50-BD07-8642-B713-BC621AF652A0}" type="presOf" srcId="{B191545B-C2EF-D549-93F3-60F7B477C592}" destId="{13D8D15E-3B5F-1B48-BA99-8D19449FB702}" srcOrd="0" destOrd="0" presId="urn:microsoft.com/office/officeart/2005/8/layout/process1"/>
    <dgm:cxn modelId="{799C4A51-2DDE-C944-8D6F-A1DC46977038}" type="presOf" srcId="{C4374117-257B-564E-A016-889E968E4EC5}" destId="{4D927AD8-6948-AC44-B863-A110433F2977}" srcOrd="0" destOrd="0" presId="urn:microsoft.com/office/officeart/2005/8/layout/process1"/>
    <dgm:cxn modelId="{9B6E9661-74BE-1045-8CF8-12A02E5AD3F8}" type="presOf" srcId="{9DD172E8-7491-784E-A583-359EB46D415E}" destId="{809C2B85-9643-4E4D-B06D-EDC2F0C8D501}" srcOrd="0" destOrd="0" presId="urn:microsoft.com/office/officeart/2005/8/layout/process1"/>
    <dgm:cxn modelId="{BD61E86B-CD79-C24C-9A9C-6AA170018F8F}" srcId="{4BCC87F2-31DE-084A-96EF-66EA745718C1}" destId="{CBA922D8-5A20-0B47-B379-00EAF02AFB79}" srcOrd="2" destOrd="0" parTransId="{B4FE76A6-8D2C-824D-A2AB-91F4A932EDF0}" sibTransId="{C4374117-257B-564E-A016-889E968E4EC5}"/>
    <dgm:cxn modelId="{D8216990-D3E9-5447-8BD9-47D6867B8315}" type="presOf" srcId="{5EDFFF77-F75C-4448-A469-F6EEE870B8CB}" destId="{8F483958-30F6-3244-9291-1D98BAC0763D}" srcOrd="1" destOrd="0" presId="urn:microsoft.com/office/officeart/2005/8/layout/process1"/>
    <dgm:cxn modelId="{862807A0-C0B7-9D42-B3CD-14951E48D40C}" type="presOf" srcId="{13F84776-5A3C-EF45-962B-D4DCFC349173}" destId="{2B1AF83F-1014-7842-A4FD-D472ACBD6AD2}" srcOrd="0" destOrd="0" presId="urn:microsoft.com/office/officeart/2005/8/layout/process1"/>
    <dgm:cxn modelId="{9B0F7CA7-28D1-DD41-8E89-DE55083697C7}" type="presOf" srcId="{360C0EBC-C8A7-7D48-BB21-C963F33A394E}" destId="{B03F211E-6853-0D45-A487-AA6C8F2C0B24}" srcOrd="0" destOrd="0" presId="urn:microsoft.com/office/officeart/2005/8/layout/process1"/>
    <dgm:cxn modelId="{B6510DAA-B0A0-494A-B015-9CAC3E50588D}" type="presOf" srcId="{B2CAD2C6-08C9-DA49-8168-CBE4E2AFD68C}" destId="{D0DBE1CE-87F6-2649-87AF-4806A61E8CD5}" srcOrd="1" destOrd="0" presId="urn:microsoft.com/office/officeart/2005/8/layout/process1"/>
    <dgm:cxn modelId="{1828C1B5-669B-D44F-89FF-6A4427EC92A3}" type="presOf" srcId="{9B490C4E-018E-4E4C-9123-6DEC25A017B8}" destId="{CE661B88-75C1-B34E-9D3A-19E19ED75A0E}" srcOrd="0" destOrd="0" presId="urn:microsoft.com/office/officeart/2005/8/layout/process1"/>
    <dgm:cxn modelId="{D38486BD-35CD-6B41-A7B1-0B15115AB81A}" srcId="{4BCC87F2-31DE-084A-96EF-66EA745718C1}" destId="{BB4C69D5-F74A-DE42-A4A9-9743A043B897}" srcOrd="0" destOrd="0" parTransId="{9049BC64-582D-B241-A48E-B7FC2A6981A0}" sibTransId="{B2CAD2C6-08C9-DA49-8168-CBE4E2AFD68C}"/>
    <dgm:cxn modelId="{DD3F37BE-1ED4-2548-BC1A-09827BD9D25D}" type="presOf" srcId="{BB4C69D5-F74A-DE42-A4A9-9743A043B897}" destId="{D8BEB5D4-FC6F-2340-BF7B-B648AF79BC73}" srcOrd="0" destOrd="0" presId="urn:microsoft.com/office/officeart/2005/8/layout/process1"/>
    <dgm:cxn modelId="{CD9A2FC8-6C08-3941-AB0D-0D4C68DDD55F}" srcId="{4BCC87F2-31DE-084A-96EF-66EA745718C1}" destId="{B191545B-C2EF-D549-93F3-60F7B477C592}" srcOrd="3" destOrd="0" parTransId="{A3DD6BDD-B309-5E40-B3DE-934BCD3FAE8F}" sibTransId="{5EDFFF77-F75C-4448-A469-F6EEE870B8CB}"/>
    <dgm:cxn modelId="{5534CECF-C307-9445-AFE8-ECEC578BE96E}" type="presOf" srcId="{13F84776-5A3C-EF45-962B-D4DCFC349173}" destId="{5F87597A-8E1C-E34F-9E6F-FDD55EC25629}" srcOrd="1" destOrd="0" presId="urn:microsoft.com/office/officeart/2005/8/layout/process1"/>
    <dgm:cxn modelId="{C823F7E8-0736-AD45-874C-1DA989C62303}" type="presOf" srcId="{B2CAD2C6-08C9-DA49-8168-CBE4E2AFD68C}" destId="{87AF59AC-0A09-AC4B-AA7A-9371A00BA7B6}" srcOrd="0" destOrd="0" presId="urn:microsoft.com/office/officeart/2005/8/layout/process1"/>
    <dgm:cxn modelId="{822D7BEE-9078-9B45-B45A-853740DCA60F}" srcId="{4BCC87F2-31DE-084A-96EF-66EA745718C1}" destId="{F987D459-6E09-684C-8F26-50EC6B3426A1}" srcOrd="4" destOrd="0" parTransId="{46782A74-20A0-CD40-93BD-D32A3B7362D3}" sibTransId="{13F84776-5A3C-EF45-962B-D4DCFC349173}"/>
    <dgm:cxn modelId="{80691A09-4267-DC45-868D-60A972C9AF9B}" type="presParOf" srcId="{AFC89AAE-5166-6E4E-BD10-09B5BFDB4480}" destId="{D8BEB5D4-FC6F-2340-BF7B-B648AF79BC73}" srcOrd="0" destOrd="0" presId="urn:microsoft.com/office/officeart/2005/8/layout/process1"/>
    <dgm:cxn modelId="{20FBF3D3-EDB8-6A43-8745-5A4F27778D0E}" type="presParOf" srcId="{AFC89AAE-5166-6E4E-BD10-09B5BFDB4480}" destId="{87AF59AC-0A09-AC4B-AA7A-9371A00BA7B6}" srcOrd="1" destOrd="0" presId="urn:microsoft.com/office/officeart/2005/8/layout/process1"/>
    <dgm:cxn modelId="{620E446E-9C84-7D4A-872B-BDF4CAB49A83}" type="presParOf" srcId="{87AF59AC-0A09-AC4B-AA7A-9371A00BA7B6}" destId="{D0DBE1CE-87F6-2649-87AF-4806A61E8CD5}" srcOrd="0" destOrd="0" presId="urn:microsoft.com/office/officeart/2005/8/layout/process1"/>
    <dgm:cxn modelId="{1129E26A-8FF3-2B48-A996-9F1C2A781EBC}" type="presParOf" srcId="{AFC89AAE-5166-6E4E-BD10-09B5BFDB4480}" destId="{CE661B88-75C1-B34E-9D3A-19E19ED75A0E}" srcOrd="2" destOrd="0" presId="urn:microsoft.com/office/officeart/2005/8/layout/process1"/>
    <dgm:cxn modelId="{F8C7D178-9113-3F48-83B2-41B373369A9D}" type="presParOf" srcId="{AFC89AAE-5166-6E4E-BD10-09B5BFDB4480}" destId="{B03F211E-6853-0D45-A487-AA6C8F2C0B24}" srcOrd="3" destOrd="0" presId="urn:microsoft.com/office/officeart/2005/8/layout/process1"/>
    <dgm:cxn modelId="{D91A4ED1-BE75-A947-AA3E-899F46A4A0C0}" type="presParOf" srcId="{B03F211E-6853-0D45-A487-AA6C8F2C0B24}" destId="{0ED02C45-2DAB-5D4E-9E15-2D1EBE0D5759}" srcOrd="0" destOrd="0" presId="urn:microsoft.com/office/officeart/2005/8/layout/process1"/>
    <dgm:cxn modelId="{A13D7F51-0008-0D4D-9E60-4A6487AD2B07}" type="presParOf" srcId="{AFC89AAE-5166-6E4E-BD10-09B5BFDB4480}" destId="{F1B6D5C2-8027-F44E-83ED-4F033CD810F9}" srcOrd="4" destOrd="0" presId="urn:microsoft.com/office/officeart/2005/8/layout/process1"/>
    <dgm:cxn modelId="{03BE157D-AA5A-1B46-9BBB-619FC963CB45}" type="presParOf" srcId="{AFC89AAE-5166-6E4E-BD10-09B5BFDB4480}" destId="{4D927AD8-6948-AC44-B863-A110433F2977}" srcOrd="5" destOrd="0" presId="urn:microsoft.com/office/officeart/2005/8/layout/process1"/>
    <dgm:cxn modelId="{61DDE245-0CB2-6747-A663-77E63C96D159}" type="presParOf" srcId="{4D927AD8-6948-AC44-B863-A110433F2977}" destId="{65BD3E02-4D6E-794D-B6FE-5FCD053A9FE6}" srcOrd="0" destOrd="0" presId="urn:microsoft.com/office/officeart/2005/8/layout/process1"/>
    <dgm:cxn modelId="{F5DD6D32-7BA0-3943-8F23-355FB781FEF9}" type="presParOf" srcId="{AFC89AAE-5166-6E4E-BD10-09B5BFDB4480}" destId="{13D8D15E-3B5F-1B48-BA99-8D19449FB702}" srcOrd="6" destOrd="0" presId="urn:microsoft.com/office/officeart/2005/8/layout/process1"/>
    <dgm:cxn modelId="{DE1D0B16-2AA3-AB4B-BEAA-DC250CD2AA3F}" type="presParOf" srcId="{AFC89AAE-5166-6E4E-BD10-09B5BFDB4480}" destId="{55CD432B-6C89-9348-A2BA-F31EF0F21AD4}" srcOrd="7" destOrd="0" presId="urn:microsoft.com/office/officeart/2005/8/layout/process1"/>
    <dgm:cxn modelId="{D80CAD1F-F305-4A4A-96EE-77A9F7A69937}" type="presParOf" srcId="{55CD432B-6C89-9348-A2BA-F31EF0F21AD4}" destId="{8F483958-30F6-3244-9291-1D98BAC0763D}" srcOrd="0" destOrd="0" presId="urn:microsoft.com/office/officeart/2005/8/layout/process1"/>
    <dgm:cxn modelId="{C0B58F97-B386-CB41-BFBD-BE61D5E6ED9E}" type="presParOf" srcId="{AFC89AAE-5166-6E4E-BD10-09B5BFDB4480}" destId="{DDE803AC-5F89-AF4D-9419-CAE5E03D3E7F}" srcOrd="8" destOrd="0" presId="urn:microsoft.com/office/officeart/2005/8/layout/process1"/>
    <dgm:cxn modelId="{878855E1-C4B5-1844-82AC-69E9D1215A28}" type="presParOf" srcId="{AFC89AAE-5166-6E4E-BD10-09B5BFDB4480}" destId="{2B1AF83F-1014-7842-A4FD-D472ACBD6AD2}" srcOrd="9" destOrd="0" presId="urn:microsoft.com/office/officeart/2005/8/layout/process1"/>
    <dgm:cxn modelId="{8979A549-F0CC-E747-A9D9-6C62A9C1CB55}" type="presParOf" srcId="{2B1AF83F-1014-7842-A4FD-D472ACBD6AD2}" destId="{5F87597A-8E1C-E34F-9E6F-FDD55EC25629}" srcOrd="0" destOrd="0" presId="urn:microsoft.com/office/officeart/2005/8/layout/process1"/>
    <dgm:cxn modelId="{53574000-B5AC-B446-BDF9-A46F6EE9F850}" type="presParOf" srcId="{AFC89AAE-5166-6E4E-BD10-09B5BFDB4480}" destId="{809C2B85-9643-4E4D-B06D-EDC2F0C8D501}"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BCC87F2-31DE-084A-96EF-66EA745718C1}" type="doc">
      <dgm:prSet loTypeId="urn:microsoft.com/office/officeart/2005/8/layout/process1" loCatId="" qsTypeId="urn:microsoft.com/office/officeart/2005/8/quickstyle/simple1" qsCatId="simple" csTypeId="urn:microsoft.com/office/officeart/2005/8/colors/colorful1" csCatId="colorful" phldr="1"/>
      <dgm:spPr/>
    </dgm:pt>
    <dgm:pt modelId="{BB4C69D5-F74A-DE42-A4A9-9743A043B897}">
      <dgm:prSet phldrT="[Text]" custT="1"/>
      <dgm:spPr>
        <a:solidFill>
          <a:schemeClr val="bg2">
            <a:lumMod val="50000"/>
          </a:schemeClr>
        </a:solidFill>
      </dgm:spPr>
      <dgm:t>
        <a:bodyPr/>
        <a:lstStyle/>
        <a:p>
          <a:r>
            <a:rPr lang="en-US" sz="1600" dirty="0">
              <a:solidFill>
                <a:srgbClr val="FFFF00"/>
              </a:solidFill>
            </a:rPr>
            <a:t>Define</a:t>
          </a:r>
          <a:r>
            <a:rPr lang="en-US" sz="1600" dirty="0"/>
            <a:t> </a:t>
          </a:r>
          <a:r>
            <a:rPr lang="en-US" sz="1500" dirty="0"/>
            <a:t>(desired fairness or equity goals)</a:t>
          </a:r>
        </a:p>
      </dgm:t>
    </dgm:pt>
    <dgm:pt modelId="{9049BC64-582D-B241-A48E-B7FC2A6981A0}" type="parTrans" cxnId="{D38486BD-35CD-6B41-A7B1-0B15115AB81A}">
      <dgm:prSet/>
      <dgm:spPr/>
      <dgm:t>
        <a:bodyPr/>
        <a:lstStyle/>
        <a:p>
          <a:endParaRPr lang="en-US" sz="4000"/>
        </a:p>
      </dgm:t>
    </dgm:pt>
    <dgm:pt modelId="{B2CAD2C6-08C9-DA49-8168-CBE4E2AFD68C}" type="sibTrans" cxnId="{D38486BD-35CD-6B41-A7B1-0B15115AB81A}">
      <dgm:prSet custT="1"/>
      <dgm:spPr/>
      <dgm:t>
        <a:bodyPr/>
        <a:lstStyle/>
        <a:p>
          <a:endParaRPr lang="en-US" sz="1400"/>
        </a:p>
      </dgm:t>
    </dgm:pt>
    <dgm:pt modelId="{CBA922D8-5A20-0B47-B379-00EAF02AFB79}">
      <dgm:prSet phldrT="[Text]" custT="1"/>
      <dgm:spPr>
        <a:solidFill>
          <a:schemeClr val="bg1">
            <a:lumMod val="50000"/>
          </a:schemeClr>
        </a:solidFill>
      </dgm:spPr>
      <dgm:t>
        <a:bodyPr/>
        <a:lstStyle/>
        <a:p>
          <a:r>
            <a:rPr lang="en-US" sz="1600" dirty="0">
              <a:solidFill>
                <a:srgbClr val="FFFF00"/>
              </a:solidFill>
            </a:rPr>
            <a:t>Understand </a:t>
          </a:r>
          <a:r>
            <a:rPr lang="en-US" sz="1500" dirty="0"/>
            <a:t>(root causes of bias)</a:t>
          </a:r>
        </a:p>
      </dgm:t>
    </dgm:pt>
    <dgm:pt modelId="{B4FE76A6-8D2C-824D-A2AB-91F4A932EDF0}" type="parTrans" cxnId="{BD61E86B-CD79-C24C-9A9C-6AA170018F8F}">
      <dgm:prSet/>
      <dgm:spPr/>
      <dgm:t>
        <a:bodyPr/>
        <a:lstStyle/>
        <a:p>
          <a:endParaRPr lang="en-US" sz="4000"/>
        </a:p>
      </dgm:t>
    </dgm:pt>
    <dgm:pt modelId="{C4374117-257B-564E-A016-889E968E4EC5}" type="sibTrans" cxnId="{BD61E86B-CD79-C24C-9A9C-6AA170018F8F}">
      <dgm:prSet custT="1"/>
      <dgm:spPr/>
      <dgm:t>
        <a:bodyPr/>
        <a:lstStyle/>
        <a:p>
          <a:endParaRPr lang="en-US" sz="1400"/>
        </a:p>
      </dgm:t>
    </dgm:pt>
    <dgm:pt modelId="{B191545B-C2EF-D549-93F3-60F7B477C592}">
      <dgm:prSet phldrT="[Text]" custT="1"/>
      <dgm:spPr>
        <a:solidFill>
          <a:schemeClr val="bg1">
            <a:lumMod val="50000"/>
          </a:schemeClr>
        </a:solidFill>
      </dgm:spPr>
      <dgm:t>
        <a:bodyPr/>
        <a:lstStyle/>
        <a:p>
          <a:r>
            <a:rPr lang="en-US" sz="1600" dirty="0">
              <a:solidFill>
                <a:srgbClr val="FFFF00"/>
              </a:solidFill>
            </a:rPr>
            <a:t>Improve</a:t>
          </a:r>
          <a:r>
            <a:rPr lang="en-US" sz="1600" dirty="0"/>
            <a:t> </a:t>
          </a:r>
          <a:r>
            <a:rPr lang="en-US" sz="1500" dirty="0"/>
            <a:t>(fairness of AI systems)</a:t>
          </a:r>
        </a:p>
      </dgm:t>
    </dgm:pt>
    <dgm:pt modelId="{A3DD6BDD-B309-5E40-B3DE-934BCD3FAE8F}" type="parTrans" cxnId="{CD9A2FC8-6C08-3941-AB0D-0D4C68DDD55F}">
      <dgm:prSet/>
      <dgm:spPr/>
      <dgm:t>
        <a:bodyPr/>
        <a:lstStyle/>
        <a:p>
          <a:endParaRPr lang="en-US" sz="4000"/>
        </a:p>
      </dgm:t>
    </dgm:pt>
    <dgm:pt modelId="{5EDFFF77-F75C-4448-A469-F6EEE870B8CB}" type="sibTrans" cxnId="{CD9A2FC8-6C08-3941-AB0D-0D4C68DDD55F}">
      <dgm:prSet custT="1"/>
      <dgm:spPr/>
      <dgm:t>
        <a:bodyPr/>
        <a:lstStyle/>
        <a:p>
          <a:endParaRPr lang="en-US" sz="1400"/>
        </a:p>
      </dgm:t>
    </dgm:pt>
    <dgm:pt modelId="{9B490C4E-018E-4E4C-9123-6DEC25A017B8}">
      <dgm:prSet phldrT="[Text]" custT="1"/>
      <dgm:spPr>
        <a:solidFill>
          <a:schemeClr val="bg1">
            <a:lumMod val="50000"/>
          </a:schemeClr>
        </a:solidFill>
      </dgm:spPr>
      <dgm:t>
        <a:bodyPr/>
        <a:lstStyle/>
        <a:p>
          <a:r>
            <a:rPr lang="en-US" sz="1600" dirty="0">
              <a:solidFill>
                <a:srgbClr val="FFFF00"/>
              </a:solidFill>
            </a:rPr>
            <a:t>Measure</a:t>
          </a:r>
          <a:r>
            <a:rPr lang="en-US" sz="1600" dirty="0"/>
            <a:t> and </a:t>
          </a:r>
          <a:br>
            <a:rPr lang="en-US" sz="1600" dirty="0"/>
          </a:br>
          <a:r>
            <a:rPr lang="en-US" sz="1600" dirty="0"/>
            <a:t>Detect </a:t>
          </a:r>
          <a:r>
            <a:rPr lang="en-US" sz="1500" dirty="0"/>
            <a:t>(bias</a:t>
          </a:r>
          <a:r>
            <a:rPr lang="en-US" sz="1600" dirty="0"/>
            <a:t>)</a:t>
          </a:r>
        </a:p>
      </dgm:t>
    </dgm:pt>
    <dgm:pt modelId="{D5B62046-EBD9-444F-B22E-A150B68A377D}" type="parTrans" cxnId="{8B778D0D-2C90-0C4D-8419-102593FA873A}">
      <dgm:prSet/>
      <dgm:spPr/>
      <dgm:t>
        <a:bodyPr/>
        <a:lstStyle/>
        <a:p>
          <a:endParaRPr lang="en-US" sz="4000"/>
        </a:p>
      </dgm:t>
    </dgm:pt>
    <dgm:pt modelId="{360C0EBC-C8A7-7D48-BB21-C963F33A394E}" type="sibTrans" cxnId="{8B778D0D-2C90-0C4D-8419-102593FA873A}">
      <dgm:prSet custT="1"/>
      <dgm:spPr/>
      <dgm:t>
        <a:bodyPr/>
        <a:lstStyle/>
        <a:p>
          <a:endParaRPr lang="en-US" sz="1400"/>
        </a:p>
      </dgm:t>
    </dgm:pt>
    <dgm:pt modelId="{F987D459-6E09-684C-8F26-50EC6B3426A1}">
      <dgm:prSet phldrT="[Text]" custT="1"/>
      <dgm:spPr>
        <a:solidFill>
          <a:schemeClr val="bg1">
            <a:lumMod val="50000"/>
          </a:schemeClr>
        </a:solidFill>
      </dgm:spPr>
      <dgm:t>
        <a:bodyPr/>
        <a:lstStyle/>
        <a:p>
          <a:r>
            <a:rPr lang="en-US" sz="1600" dirty="0">
              <a:solidFill>
                <a:srgbClr val="FFFF00"/>
              </a:solidFill>
            </a:rPr>
            <a:t>Mitigate</a:t>
          </a:r>
          <a:r>
            <a:rPr lang="en-US" sz="1600" dirty="0"/>
            <a:t> </a:t>
          </a:r>
          <a:br>
            <a:rPr lang="en-US" sz="1600" dirty="0"/>
          </a:br>
          <a:r>
            <a:rPr lang="en-US" sz="1500" dirty="0"/>
            <a:t>(the impact through adjusting interventions)</a:t>
          </a:r>
        </a:p>
      </dgm:t>
    </dgm:pt>
    <dgm:pt modelId="{46782A74-20A0-CD40-93BD-D32A3B7362D3}" type="parTrans" cxnId="{822D7BEE-9078-9B45-B45A-853740DCA60F}">
      <dgm:prSet/>
      <dgm:spPr/>
      <dgm:t>
        <a:bodyPr/>
        <a:lstStyle/>
        <a:p>
          <a:endParaRPr lang="en-US" sz="4000"/>
        </a:p>
      </dgm:t>
    </dgm:pt>
    <dgm:pt modelId="{13F84776-5A3C-EF45-962B-D4DCFC349173}" type="sibTrans" cxnId="{822D7BEE-9078-9B45-B45A-853740DCA60F}">
      <dgm:prSet custT="1"/>
      <dgm:spPr/>
      <dgm:t>
        <a:bodyPr/>
        <a:lstStyle/>
        <a:p>
          <a:endParaRPr lang="en-US" sz="1400"/>
        </a:p>
      </dgm:t>
    </dgm:pt>
    <dgm:pt modelId="{9DD172E8-7491-784E-A583-359EB46D415E}">
      <dgm:prSet phldrT="[Text]" custT="1"/>
      <dgm:spPr>
        <a:solidFill>
          <a:schemeClr val="bg1">
            <a:lumMod val="50000"/>
          </a:schemeClr>
        </a:solidFill>
      </dgm:spPr>
      <dgm:t>
        <a:bodyPr/>
        <a:lstStyle/>
        <a:p>
          <a:r>
            <a:rPr lang="en-US" sz="1600" dirty="0">
              <a:solidFill>
                <a:srgbClr val="FFFF00"/>
              </a:solidFill>
            </a:rPr>
            <a:t>Monitor &amp; Evaluate</a:t>
          </a:r>
        </a:p>
      </dgm:t>
    </dgm:pt>
    <dgm:pt modelId="{2CF992CF-84EC-C341-87E9-920C5AA5564A}" type="parTrans" cxnId="{EA6E8507-8890-BC4F-9591-BF2E62EA68E6}">
      <dgm:prSet/>
      <dgm:spPr/>
      <dgm:t>
        <a:bodyPr/>
        <a:lstStyle/>
        <a:p>
          <a:endParaRPr lang="en-US" sz="4000"/>
        </a:p>
      </dgm:t>
    </dgm:pt>
    <dgm:pt modelId="{12A03866-0C63-6442-B67A-4231651BA43A}" type="sibTrans" cxnId="{EA6E8507-8890-BC4F-9591-BF2E62EA68E6}">
      <dgm:prSet/>
      <dgm:spPr/>
      <dgm:t>
        <a:bodyPr/>
        <a:lstStyle/>
        <a:p>
          <a:endParaRPr lang="en-US" sz="2400"/>
        </a:p>
      </dgm:t>
    </dgm:pt>
    <dgm:pt modelId="{AFC89AAE-5166-6E4E-BD10-09B5BFDB4480}" type="pres">
      <dgm:prSet presAssocID="{4BCC87F2-31DE-084A-96EF-66EA745718C1}" presName="Name0" presStyleCnt="0">
        <dgm:presLayoutVars>
          <dgm:dir/>
          <dgm:resizeHandles val="exact"/>
        </dgm:presLayoutVars>
      </dgm:prSet>
      <dgm:spPr/>
    </dgm:pt>
    <dgm:pt modelId="{D8BEB5D4-FC6F-2340-BF7B-B648AF79BC73}" type="pres">
      <dgm:prSet presAssocID="{BB4C69D5-F74A-DE42-A4A9-9743A043B897}" presName="node" presStyleLbl="node1" presStyleIdx="0" presStyleCnt="6" custScaleY="108636">
        <dgm:presLayoutVars>
          <dgm:bulletEnabled val="1"/>
        </dgm:presLayoutVars>
      </dgm:prSet>
      <dgm:spPr/>
    </dgm:pt>
    <dgm:pt modelId="{87AF59AC-0A09-AC4B-AA7A-9371A00BA7B6}" type="pres">
      <dgm:prSet presAssocID="{B2CAD2C6-08C9-DA49-8168-CBE4E2AFD68C}" presName="sibTrans" presStyleLbl="sibTrans2D1" presStyleIdx="0" presStyleCnt="5"/>
      <dgm:spPr/>
    </dgm:pt>
    <dgm:pt modelId="{D0DBE1CE-87F6-2649-87AF-4806A61E8CD5}" type="pres">
      <dgm:prSet presAssocID="{B2CAD2C6-08C9-DA49-8168-CBE4E2AFD68C}" presName="connectorText" presStyleLbl="sibTrans2D1" presStyleIdx="0" presStyleCnt="5"/>
      <dgm:spPr/>
    </dgm:pt>
    <dgm:pt modelId="{CE661B88-75C1-B34E-9D3A-19E19ED75A0E}" type="pres">
      <dgm:prSet presAssocID="{9B490C4E-018E-4E4C-9123-6DEC25A017B8}" presName="node" presStyleLbl="node1" presStyleIdx="1" presStyleCnt="6" custScaleY="108636">
        <dgm:presLayoutVars>
          <dgm:bulletEnabled val="1"/>
        </dgm:presLayoutVars>
      </dgm:prSet>
      <dgm:spPr/>
    </dgm:pt>
    <dgm:pt modelId="{B03F211E-6853-0D45-A487-AA6C8F2C0B24}" type="pres">
      <dgm:prSet presAssocID="{360C0EBC-C8A7-7D48-BB21-C963F33A394E}" presName="sibTrans" presStyleLbl="sibTrans2D1" presStyleIdx="1" presStyleCnt="5"/>
      <dgm:spPr/>
    </dgm:pt>
    <dgm:pt modelId="{0ED02C45-2DAB-5D4E-9E15-2D1EBE0D5759}" type="pres">
      <dgm:prSet presAssocID="{360C0EBC-C8A7-7D48-BB21-C963F33A394E}" presName="connectorText" presStyleLbl="sibTrans2D1" presStyleIdx="1" presStyleCnt="5"/>
      <dgm:spPr/>
    </dgm:pt>
    <dgm:pt modelId="{F1B6D5C2-8027-F44E-83ED-4F033CD810F9}" type="pres">
      <dgm:prSet presAssocID="{CBA922D8-5A20-0B47-B379-00EAF02AFB79}" presName="node" presStyleLbl="node1" presStyleIdx="2" presStyleCnt="6" custScaleX="111589" custScaleY="108636">
        <dgm:presLayoutVars>
          <dgm:bulletEnabled val="1"/>
        </dgm:presLayoutVars>
      </dgm:prSet>
      <dgm:spPr/>
    </dgm:pt>
    <dgm:pt modelId="{4D927AD8-6948-AC44-B863-A110433F2977}" type="pres">
      <dgm:prSet presAssocID="{C4374117-257B-564E-A016-889E968E4EC5}" presName="sibTrans" presStyleLbl="sibTrans2D1" presStyleIdx="2" presStyleCnt="5"/>
      <dgm:spPr/>
    </dgm:pt>
    <dgm:pt modelId="{65BD3E02-4D6E-794D-B6FE-5FCD053A9FE6}" type="pres">
      <dgm:prSet presAssocID="{C4374117-257B-564E-A016-889E968E4EC5}" presName="connectorText" presStyleLbl="sibTrans2D1" presStyleIdx="2" presStyleCnt="5"/>
      <dgm:spPr/>
    </dgm:pt>
    <dgm:pt modelId="{13D8D15E-3B5F-1B48-BA99-8D19449FB702}" type="pres">
      <dgm:prSet presAssocID="{B191545B-C2EF-D549-93F3-60F7B477C592}" presName="node" presStyleLbl="node1" presStyleIdx="3" presStyleCnt="6" custScaleY="108636">
        <dgm:presLayoutVars>
          <dgm:bulletEnabled val="1"/>
        </dgm:presLayoutVars>
      </dgm:prSet>
      <dgm:spPr/>
    </dgm:pt>
    <dgm:pt modelId="{55CD432B-6C89-9348-A2BA-F31EF0F21AD4}" type="pres">
      <dgm:prSet presAssocID="{5EDFFF77-F75C-4448-A469-F6EEE870B8CB}" presName="sibTrans" presStyleLbl="sibTrans2D1" presStyleIdx="3" presStyleCnt="5"/>
      <dgm:spPr/>
    </dgm:pt>
    <dgm:pt modelId="{8F483958-30F6-3244-9291-1D98BAC0763D}" type="pres">
      <dgm:prSet presAssocID="{5EDFFF77-F75C-4448-A469-F6EEE870B8CB}" presName="connectorText" presStyleLbl="sibTrans2D1" presStyleIdx="3" presStyleCnt="5"/>
      <dgm:spPr/>
    </dgm:pt>
    <dgm:pt modelId="{DDE803AC-5F89-AF4D-9419-CAE5E03D3E7F}" type="pres">
      <dgm:prSet presAssocID="{F987D459-6E09-684C-8F26-50EC6B3426A1}" presName="node" presStyleLbl="node1" presStyleIdx="4" presStyleCnt="6" custScaleX="130094" custScaleY="108743">
        <dgm:presLayoutVars>
          <dgm:bulletEnabled val="1"/>
        </dgm:presLayoutVars>
      </dgm:prSet>
      <dgm:spPr/>
    </dgm:pt>
    <dgm:pt modelId="{2B1AF83F-1014-7842-A4FD-D472ACBD6AD2}" type="pres">
      <dgm:prSet presAssocID="{13F84776-5A3C-EF45-962B-D4DCFC349173}" presName="sibTrans" presStyleLbl="sibTrans2D1" presStyleIdx="4" presStyleCnt="5"/>
      <dgm:spPr/>
    </dgm:pt>
    <dgm:pt modelId="{5F87597A-8E1C-E34F-9E6F-FDD55EC25629}" type="pres">
      <dgm:prSet presAssocID="{13F84776-5A3C-EF45-962B-D4DCFC349173}" presName="connectorText" presStyleLbl="sibTrans2D1" presStyleIdx="4" presStyleCnt="5"/>
      <dgm:spPr/>
    </dgm:pt>
    <dgm:pt modelId="{809C2B85-9643-4E4D-B06D-EDC2F0C8D501}" type="pres">
      <dgm:prSet presAssocID="{9DD172E8-7491-784E-A583-359EB46D415E}" presName="node" presStyleLbl="node1" presStyleIdx="5" presStyleCnt="6" custScaleY="108636">
        <dgm:presLayoutVars>
          <dgm:bulletEnabled val="1"/>
        </dgm:presLayoutVars>
      </dgm:prSet>
      <dgm:spPr/>
    </dgm:pt>
  </dgm:ptLst>
  <dgm:cxnLst>
    <dgm:cxn modelId="{BE263F00-0F54-ED43-91C4-6EB1C1EFE4C1}" type="presOf" srcId="{360C0EBC-C8A7-7D48-BB21-C963F33A394E}" destId="{0ED02C45-2DAB-5D4E-9E15-2D1EBE0D5759}" srcOrd="1" destOrd="0" presId="urn:microsoft.com/office/officeart/2005/8/layout/process1"/>
    <dgm:cxn modelId="{8FA5BF02-08F4-E748-AC93-E27C377C3CFE}" type="presOf" srcId="{CBA922D8-5A20-0B47-B379-00EAF02AFB79}" destId="{F1B6D5C2-8027-F44E-83ED-4F033CD810F9}" srcOrd="0" destOrd="0" presId="urn:microsoft.com/office/officeart/2005/8/layout/process1"/>
    <dgm:cxn modelId="{EA6E8507-8890-BC4F-9591-BF2E62EA68E6}" srcId="{4BCC87F2-31DE-084A-96EF-66EA745718C1}" destId="{9DD172E8-7491-784E-A583-359EB46D415E}" srcOrd="5" destOrd="0" parTransId="{2CF992CF-84EC-C341-87E9-920C5AA5564A}" sibTransId="{12A03866-0C63-6442-B67A-4231651BA43A}"/>
    <dgm:cxn modelId="{8B778D0D-2C90-0C4D-8419-102593FA873A}" srcId="{4BCC87F2-31DE-084A-96EF-66EA745718C1}" destId="{9B490C4E-018E-4E4C-9123-6DEC25A017B8}" srcOrd="1" destOrd="0" parTransId="{D5B62046-EBD9-444F-B22E-A150B68A377D}" sibTransId="{360C0EBC-C8A7-7D48-BB21-C963F33A394E}"/>
    <dgm:cxn modelId="{26F76F11-4420-AD44-A0BD-A584E327735C}" type="presOf" srcId="{F987D459-6E09-684C-8F26-50EC6B3426A1}" destId="{DDE803AC-5F89-AF4D-9419-CAE5E03D3E7F}" srcOrd="0" destOrd="0" presId="urn:microsoft.com/office/officeart/2005/8/layout/process1"/>
    <dgm:cxn modelId="{ED916B18-2DFE-6843-BD3E-4434F0DE2B39}" type="presOf" srcId="{4BCC87F2-31DE-084A-96EF-66EA745718C1}" destId="{AFC89AAE-5166-6E4E-BD10-09B5BFDB4480}" srcOrd="0" destOrd="0" presId="urn:microsoft.com/office/officeart/2005/8/layout/process1"/>
    <dgm:cxn modelId="{DAF47D2A-6A5B-7D4F-8682-B6535C0A794E}" type="presOf" srcId="{5EDFFF77-F75C-4448-A469-F6EEE870B8CB}" destId="{55CD432B-6C89-9348-A2BA-F31EF0F21AD4}" srcOrd="0" destOrd="0" presId="urn:microsoft.com/office/officeart/2005/8/layout/process1"/>
    <dgm:cxn modelId="{3C465D4A-6E97-8842-B5D2-38696C9C2392}" type="presOf" srcId="{C4374117-257B-564E-A016-889E968E4EC5}" destId="{65BD3E02-4D6E-794D-B6FE-5FCD053A9FE6}" srcOrd="1" destOrd="0" presId="urn:microsoft.com/office/officeart/2005/8/layout/process1"/>
    <dgm:cxn modelId="{3C72CD50-BD07-8642-B713-BC621AF652A0}" type="presOf" srcId="{B191545B-C2EF-D549-93F3-60F7B477C592}" destId="{13D8D15E-3B5F-1B48-BA99-8D19449FB702}" srcOrd="0" destOrd="0" presId="urn:microsoft.com/office/officeart/2005/8/layout/process1"/>
    <dgm:cxn modelId="{799C4A51-2DDE-C944-8D6F-A1DC46977038}" type="presOf" srcId="{C4374117-257B-564E-A016-889E968E4EC5}" destId="{4D927AD8-6948-AC44-B863-A110433F2977}" srcOrd="0" destOrd="0" presId="urn:microsoft.com/office/officeart/2005/8/layout/process1"/>
    <dgm:cxn modelId="{9B6E9661-74BE-1045-8CF8-12A02E5AD3F8}" type="presOf" srcId="{9DD172E8-7491-784E-A583-359EB46D415E}" destId="{809C2B85-9643-4E4D-B06D-EDC2F0C8D501}" srcOrd="0" destOrd="0" presId="urn:microsoft.com/office/officeart/2005/8/layout/process1"/>
    <dgm:cxn modelId="{BD61E86B-CD79-C24C-9A9C-6AA170018F8F}" srcId="{4BCC87F2-31DE-084A-96EF-66EA745718C1}" destId="{CBA922D8-5A20-0B47-B379-00EAF02AFB79}" srcOrd="2" destOrd="0" parTransId="{B4FE76A6-8D2C-824D-A2AB-91F4A932EDF0}" sibTransId="{C4374117-257B-564E-A016-889E968E4EC5}"/>
    <dgm:cxn modelId="{D8216990-D3E9-5447-8BD9-47D6867B8315}" type="presOf" srcId="{5EDFFF77-F75C-4448-A469-F6EEE870B8CB}" destId="{8F483958-30F6-3244-9291-1D98BAC0763D}" srcOrd="1" destOrd="0" presId="urn:microsoft.com/office/officeart/2005/8/layout/process1"/>
    <dgm:cxn modelId="{862807A0-C0B7-9D42-B3CD-14951E48D40C}" type="presOf" srcId="{13F84776-5A3C-EF45-962B-D4DCFC349173}" destId="{2B1AF83F-1014-7842-A4FD-D472ACBD6AD2}" srcOrd="0" destOrd="0" presId="urn:microsoft.com/office/officeart/2005/8/layout/process1"/>
    <dgm:cxn modelId="{9B0F7CA7-28D1-DD41-8E89-DE55083697C7}" type="presOf" srcId="{360C0EBC-C8A7-7D48-BB21-C963F33A394E}" destId="{B03F211E-6853-0D45-A487-AA6C8F2C0B24}" srcOrd="0" destOrd="0" presId="urn:microsoft.com/office/officeart/2005/8/layout/process1"/>
    <dgm:cxn modelId="{B6510DAA-B0A0-494A-B015-9CAC3E50588D}" type="presOf" srcId="{B2CAD2C6-08C9-DA49-8168-CBE4E2AFD68C}" destId="{D0DBE1CE-87F6-2649-87AF-4806A61E8CD5}" srcOrd="1" destOrd="0" presId="urn:microsoft.com/office/officeart/2005/8/layout/process1"/>
    <dgm:cxn modelId="{1828C1B5-669B-D44F-89FF-6A4427EC92A3}" type="presOf" srcId="{9B490C4E-018E-4E4C-9123-6DEC25A017B8}" destId="{CE661B88-75C1-B34E-9D3A-19E19ED75A0E}" srcOrd="0" destOrd="0" presId="urn:microsoft.com/office/officeart/2005/8/layout/process1"/>
    <dgm:cxn modelId="{D38486BD-35CD-6B41-A7B1-0B15115AB81A}" srcId="{4BCC87F2-31DE-084A-96EF-66EA745718C1}" destId="{BB4C69D5-F74A-DE42-A4A9-9743A043B897}" srcOrd="0" destOrd="0" parTransId="{9049BC64-582D-B241-A48E-B7FC2A6981A0}" sibTransId="{B2CAD2C6-08C9-DA49-8168-CBE4E2AFD68C}"/>
    <dgm:cxn modelId="{DD3F37BE-1ED4-2548-BC1A-09827BD9D25D}" type="presOf" srcId="{BB4C69D5-F74A-DE42-A4A9-9743A043B897}" destId="{D8BEB5D4-FC6F-2340-BF7B-B648AF79BC73}" srcOrd="0" destOrd="0" presId="urn:microsoft.com/office/officeart/2005/8/layout/process1"/>
    <dgm:cxn modelId="{CD9A2FC8-6C08-3941-AB0D-0D4C68DDD55F}" srcId="{4BCC87F2-31DE-084A-96EF-66EA745718C1}" destId="{B191545B-C2EF-D549-93F3-60F7B477C592}" srcOrd="3" destOrd="0" parTransId="{A3DD6BDD-B309-5E40-B3DE-934BCD3FAE8F}" sibTransId="{5EDFFF77-F75C-4448-A469-F6EEE870B8CB}"/>
    <dgm:cxn modelId="{5534CECF-C307-9445-AFE8-ECEC578BE96E}" type="presOf" srcId="{13F84776-5A3C-EF45-962B-D4DCFC349173}" destId="{5F87597A-8E1C-E34F-9E6F-FDD55EC25629}" srcOrd="1" destOrd="0" presId="urn:microsoft.com/office/officeart/2005/8/layout/process1"/>
    <dgm:cxn modelId="{C823F7E8-0736-AD45-874C-1DA989C62303}" type="presOf" srcId="{B2CAD2C6-08C9-DA49-8168-CBE4E2AFD68C}" destId="{87AF59AC-0A09-AC4B-AA7A-9371A00BA7B6}" srcOrd="0" destOrd="0" presId="urn:microsoft.com/office/officeart/2005/8/layout/process1"/>
    <dgm:cxn modelId="{822D7BEE-9078-9B45-B45A-853740DCA60F}" srcId="{4BCC87F2-31DE-084A-96EF-66EA745718C1}" destId="{F987D459-6E09-684C-8F26-50EC6B3426A1}" srcOrd="4" destOrd="0" parTransId="{46782A74-20A0-CD40-93BD-D32A3B7362D3}" sibTransId="{13F84776-5A3C-EF45-962B-D4DCFC349173}"/>
    <dgm:cxn modelId="{80691A09-4267-DC45-868D-60A972C9AF9B}" type="presParOf" srcId="{AFC89AAE-5166-6E4E-BD10-09B5BFDB4480}" destId="{D8BEB5D4-FC6F-2340-BF7B-B648AF79BC73}" srcOrd="0" destOrd="0" presId="urn:microsoft.com/office/officeart/2005/8/layout/process1"/>
    <dgm:cxn modelId="{20FBF3D3-EDB8-6A43-8745-5A4F27778D0E}" type="presParOf" srcId="{AFC89AAE-5166-6E4E-BD10-09B5BFDB4480}" destId="{87AF59AC-0A09-AC4B-AA7A-9371A00BA7B6}" srcOrd="1" destOrd="0" presId="urn:microsoft.com/office/officeart/2005/8/layout/process1"/>
    <dgm:cxn modelId="{620E446E-9C84-7D4A-872B-BDF4CAB49A83}" type="presParOf" srcId="{87AF59AC-0A09-AC4B-AA7A-9371A00BA7B6}" destId="{D0DBE1CE-87F6-2649-87AF-4806A61E8CD5}" srcOrd="0" destOrd="0" presId="urn:microsoft.com/office/officeart/2005/8/layout/process1"/>
    <dgm:cxn modelId="{1129E26A-8FF3-2B48-A996-9F1C2A781EBC}" type="presParOf" srcId="{AFC89AAE-5166-6E4E-BD10-09B5BFDB4480}" destId="{CE661B88-75C1-B34E-9D3A-19E19ED75A0E}" srcOrd="2" destOrd="0" presId="urn:microsoft.com/office/officeart/2005/8/layout/process1"/>
    <dgm:cxn modelId="{F8C7D178-9113-3F48-83B2-41B373369A9D}" type="presParOf" srcId="{AFC89AAE-5166-6E4E-BD10-09B5BFDB4480}" destId="{B03F211E-6853-0D45-A487-AA6C8F2C0B24}" srcOrd="3" destOrd="0" presId="urn:microsoft.com/office/officeart/2005/8/layout/process1"/>
    <dgm:cxn modelId="{D91A4ED1-BE75-A947-AA3E-899F46A4A0C0}" type="presParOf" srcId="{B03F211E-6853-0D45-A487-AA6C8F2C0B24}" destId="{0ED02C45-2DAB-5D4E-9E15-2D1EBE0D5759}" srcOrd="0" destOrd="0" presId="urn:microsoft.com/office/officeart/2005/8/layout/process1"/>
    <dgm:cxn modelId="{A13D7F51-0008-0D4D-9E60-4A6487AD2B07}" type="presParOf" srcId="{AFC89AAE-5166-6E4E-BD10-09B5BFDB4480}" destId="{F1B6D5C2-8027-F44E-83ED-4F033CD810F9}" srcOrd="4" destOrd="0" presId="urn:microsoft.com/office/officeart/2005/8/layout/process1"/>
    <dgm:cxn modelId="{03BE157D-AA5A-1B46-9BBB-619FC963CB45}" type="presParOf" srcId="{AFC89AAE-5166-6E4E-BD10-09B5BFDB4480}" destId="{4D927AD8-6948-AC44-B863-A110433F2977}" srcOrd="5" destOrd="0" presId="urn:microsoft.com/office/officeart/2005/8/layout/process1"/>
    <dgm:cxn modelId="{61DDE245-0CB2-6747-A663-77E63C96D159}" type="presParOf" srcId="{4D927AD8-6948-AC44-B863-A110433F2977}" destId="{65BD3E02-4D6E-794D-B6FE-5FCD053A9FE6}" srcOrd="0" destOrd="0" presId="urn:microsoft.com/office/officeart/2005/8/layout/process1"/>
    <dgm:cxn modelId="{F5DD6D32-7BA0-3943-8F23-355FB781FEF9}" type="presParOf" srcId="{AFC89AAE-5166-6E4E-BD10-09B5BFDB4480}" destId="{13D8D15E-3B5F-1B48-BA99-8D19449FB702}" srcOrd="6" destOrd="0" presId="urn:microsoft.com/office/officeart/2005/8/layout/process1"/>
    <dgm:cxn modelId="{DE1D0B16-2AA3-AB4B-BEAA-DC250CD2AA3F}" type="presParOf" srcId="{AFC89AAE-5166-6E4E-BD10-09B5BFDB4480}" destId="{55CD432B-6C89-9348-A2BA-F31EF0F21AD4}" srcOrd="7" destOrd="0" presId="urn:microsoft.com/office/officeart/2005/8/layout/process1"/>
    <dgm:cxn modelId="{D80CAD1F-F305-4A4A-96EE-77A9F7A69937}" type="presParOf" srcId="{55CD432B-6C89-9348-A2BA-F31EF0F21AD4}" destId="{8F483958-30F6-3244-9291-1D98BAC0763D}" srcOrd="0" destOrd="0" presId="urn:microsoft.com/office/officeart/2005/8/layout/process1"/>
    <dgm:cxn modelId="{C0B58F97-B386-CB41-BFBD-BE61D5E6ED9E}" type="presParOf" srcId="{AFC89AAE-5166-6E4E-BD10-09B5BFDB4480}" destId="{DDE803AC-5F89-AF4D-9419-CAE5E03D3E7F}" srcOrd="8" destOrd="0" presId="urn:microsoft.com/office/officeart/2005/8/layout/process1"/>
    <dgm:cxn modelId="{878855E1-C4B5-1844-82AC-69E9D1215A28}" type="presParOf" srcId="{AFC89AAE-5166-6E4E-BD10-09B5BFDB4480}" destId="{2B1AF83F-1014-7842-A4FD-D472ACBD6AD2}" srcOrd="9" destOrd="0" presId="urn:microsoft.com/office/officeart/2005/8/layout/process1"/>
    <dgm:cxn modelId="{8979A549-F0CC-E747-A9D9-6C62A9C1CB55}" type="presParOf" srcId="{2B1AF83F-1014-7842-A4FD-D472ACBD6AD2}" destId="{5F87597A-8E1C-E34F-9E6F-FDD55EC25629}" srcOrd="0" destOrd="0" presId="urn:microsoft.com/office/officeart/2005/8/layout/process1"/>
    <dgm:cxn modelId="{53574000-B5AC-B446-BDF9-A46F6EE9F850}" type="presParOf" srcId="{AFC89AAE-5166-6E4E-BD10-09B5BFDB4480}" destId="{809C2B85-9643-4E4D-B06D-EDC2F0C8D501}"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BCC87F2-31DE-084A-96EF-66EA745718C1}" type="doc">
      <dgm:prSet loTypeId="urn:microsoft.com/office/officeart/2005/8/layout/process1" loCatId="" qsTypeId="urn:microsoft.com/office/officeart/2005/8/quickstyle/simple1" qsCatId="simple" csTypeId="urn:microsoft.com/office/officeart/2005/8/colors/colorful1" csCatId="colorful" phldr="1"/>
      <dgm:spPr/>
    </dgm:pt>
    <dgm:pt modelId="{BB4C69D5-F74A-DE42-A4A9-9743A043B897}">
      <dgm:prSet phldrT="[Text]" custT="1"/>
      <dgm:spPr>
        <a:solidFill>
          <a:schemeClr val="bg1">
            <a:lumMod val="65000"/>
          </a:schemeClr>
        </a:solidFill>
      </dgm:spPr>
      <dgm:t>
        <a:bodyPr/>
        <a:lstStyle/>
        <a:p>
          <a:r>
            <a:rPr lang="en-US" sz="1600" dirty="0">
              <a:solidFill>
                <a:srgbClr val="FFFF00"/>
              </a:solidFill>
            </a:rPr>
            <a:t>Define</a:t>
          </a:r>
          <a:r>
            <a:rPr lang="en-US" sz="1600" dirty="0"/>
            <a:t> </a:t>
          </a:r>
          <a:r>
            <a:rPr lang="en-US" sz="1500" dirty="0"/>
            <a:t>(desired fairness or equity goals)</a:t>
          </a:r>
        </a:p>
      </dgm:t>
    </dgm:pt>
    <dgm:pt modelId="{9049BC64-582D-B241-A48E-B7FC2A6981A0}" type="parTrans" cxnId="{D38486BD-35CD-6B41-A7B1-0B15115AB81A}">
      <dgm:prSet/>
      <dgm:spPr/>
      <dgm:t>
        <a:bodyPr/>
        <a:lstStyle/>
        <a:p>
          <a:endParaRPr lang="en-US" sz="4000"/>
        </a:p>
      </dgm:t>
    </dgm:pt>
    <dgm:pt modelId="{B2CAD2C6-08C9-DA49-8168-CBE4E2AFD68C}" type="sibTrans" cxnId="{D38486BD-35CD-6B41-A7B1-0B15115AB81A}">
      <dgm:prSet custT="1"/>
      <dgm:spPr/>
      <dgm:t>
        <a:bodyPr/>
        <a:lstStyle/>
        <a:p>
          <a:endParaRPr lang="en-US" sz="1400"/>
        </a:p>
      </dgm:t>
    </dgm:pt>
    <dgm:pt modelId="{CBA922D8-5A20-0B47-B379-00EAF02AFB79}">
      <dgm:prSet phldrT="[Text]" custT="1"/>
      <dgm:spPr>
        <a:solidFill>
          <a:schemeClr val="bg1">
            <a:lumMod val="65000"/>
          </a:schemeClr>
        </a:solidFill>
      </dgm:spPr>
      <dgm:t>
        <a:bodyPr/>
        <a:lstStyle/>
        <a:p>
          <a:r>
            <a:rPr lang="en-US" sz="1600" dirty="0">
              <a:solidFill>
                <a:srgbClr val="FFFF00"/>
              </a:solidFill>
            </a:rPr>
            <a:t>Understand </a:t>
          </a:r>
          <a:r>
            <a:rPr lang="en-US" sz="1500" dirty="0"/>
            <a:t>(root causes of bias)</a:t>
          </a:r>
        </a:p>
      </dgm:t>
    </dgm:pt>
    <dgm:pt modelId="{B4FE76A6-8D2C-824D-A2AB-91F4A932EDF0}" type="parTrans" cxnId="{BD61E86B-CD79-C24C-9A9C-6AA170018F8F}">
      <dgm:prSet/>
      <dgm:spPr/>
      <dgm:t>
        <a:bodyPr/>
        <a:lstStyle/>
        <a:p>
          <a:endParaRPr lang="en-US" sz="4000"/>
        </a:p>
      </dgm:t>
    </dgm:pt>
    <dgm:pt modelId="{C4374117-257B-564E-A016-889E968E4EC5}" type="sibTrans" cxnId="{BD61E86B-CD79-C24C-9A9C-6AA170018F8F}">
      <dgm:prSet custT="1"/>
      <dgm:spPr/>
      <dgm:t>
        <a:bodyPr/>
        <a:lstStyle/>
        <a:p>
          <a:endParaRPr lang="en-US" sz="1400"/>
        </a:p>
      </dgm:t>
    </dgm:pt>
    <dgm:pt modelId="{B191545B-C2EF-D549-93F3-60F7B477C592}">
      <dgm:prSet phldrT="[Text]" custT="1"/>
      <dgm:spPr>
        <a:solidFill>
          <a:schemeClr val="bg1">
            <a:lumMod val="65000"/>
          </a:schemeClr>
        </a:solidFill>
      </dgm:spPr>
      <dgm:t>
        <a:bodyPr/>
        <a:lstStyle/>
        <a:p>
          <a:r>
            <a:rPr lang="en-US" sz="1600" dirty="0">
              <a:solidFill>
                <a:srgbClr val="FFFF00"/>
              </a:solidFill>
            </a:rPr>
            <a:t>Improve</a:t>
          </a:r>
          <a:r>
            <a:rPr lang="en-US" sz="1600" dirty="0"/>
            <a:t> </a:t>
          </a:r>
          <a:r>
            <a:rPr lang="en-US" sz="1500" dirty="0"/>
            <a:t>(fairness of AI systems)</a:t>
          </a:r>
        </a:p>
      </dgm:t>
    </dgm:pt>
    <dgm:pt modelId="{A3DD6BDD-B309-5E40-B3DE-934BCD3FAE8F}" type="parTrans" cxnId="{CD9A2FC8-6C08-3941-AB0D-0D4C68DDD55F}">
      <dgm:prSet/>
      <dgm:spPr/>
      <dgm:t>
        <a:bodyPr/>
        <a:lstStyle/>
        <a:p>
          <a:endParaRPr lang="en-US" sz="4000"/>
        </a:p>
      </dgm:t>
    </dgm:pt>
    <dgm:pt modelId="{5EDFFF77-F75C-4448-A469-F6EEE870B8CB}" type="sibTrans" cxnId="{CD9A2FC8-6C08-3941-AB0D-0D4C68DDD55F}">
      <dgm:prSet custT="1"/>
      <dgm:spPr/>
      <dgm:t>
        <a:bodyPr/>
        <a:lstStyle/>
        <a:p>
          <a:endParaRPr lang="en-US" sz="1400"/>
        </a:p>
      </dgm:t>
    </dgm:pt>
    <dgm:pt modelId="{9B490C4E-018E-4E4C-9123-6DEC25A017B8}">
      <dgm:prSet phldrT="[Text]" custT="1"/>
      <dgm:spPr>
        <a:solidFill>
          <a:srgbClr val="00B0F0"/>
        </a:solidFill>
      </dgm:spPr>
      <dgm:t>
        <a:bodyPr/>
        <a:lstStyle/>
        <a:p>
          <a:r>
            <a:rPr lang="en-US" sz="1600" dirty="0">
              <a:solidFill>
                <a:srgbClr val="FFFF00"/>
              </a:solidFill>
            </a:rPr>
            <a:t>Measure</a:t>
          </a:r>
          <a:r>
            <a:rPr lang="en-US" sz="1600" dirty="0"/>
            <a:t> and </a:t>
          </a:r>
          <a:br>
            <a:rPr lang="en-US" sz="1600" dirty="0"/>
          </a:br>
          <a:r>
            <a:rPr lang="en-US" sz="1600" dirty="0"/>
            <a:t>Detect </a:t>
          </a:r>
          <a:r>
            <a:rPr lang="en-US" sz="1500" dirty="0"/>
            <a:t>(bias</a:t>
          </a:r>
          <a:r>
            <a:rPr lang="en-US" sz="1600" dirty="0"/>
            <a:t>)</a:t>
          </a:r>
        </a:p>
      </dgm:t>
    </dgm:pt>
    <dgm:pt modelId="{D5B62046-EBD9-444F-B22E-A150B68A377D}" type="parTrans" cxnId="{8B778D0D-2C90-0C4D-8419-102593FA873A}">
      <dgm:prSet/>
      <dgm:spPr/>
      <dgm:t>
        <a:bodyPr/>
        <a:lstStyle/>
        <a:p>
          <a:endParaRPr lang="en-US" sz="4000"/>
        </a:p>
      </dgm:t>
    </dgm:pt>
    <dgm:pt modelId="{360C0EBC-C8A7-7D48-BB21-C963F33A394E}" type="sibTrans" cxnId="{8B778D0D-2C90-0C4D-8419-102593FA873A}">
      <dgm:prSet custT="1"/>
      <dgm:spPr/>
      <dgm:t>
        <a:bodyPr/>
        <a:lstStyle/>
        <a:p>
          <a:endParaRPr lang="en-US" sz="1400"/>
        </a:p>
      </dgm:t>
    </dgm:pt>
    <dgm:pt modelId="{F987D459-6E09-684C-8F26-50EC6B3426A1}">
      <dgm:prSet phldrT="[Text]" custT="1"/>
      <dgm:spPr>
        <a:solidFill>
          <a:schemeClr val="bg1">
            <a:lumMod val="65000"/>
          </a:schemeClr>
        </a:solidFill>
      </dgm:spPr>
      <dgm:t>
        <a:bodyPr/>
        <a:lstStyle/>
        <a:p>
          <a:r>
            <a:rPr lang="en-US" sz="1600" dirty="0">
              <a:solidFill>
                <a:srgbClr val="FFFF00"/>
              </a:solidFill>
            </a:rPr>
            <a:t>Mitigate</a:t>
          </a:r>
          <a:r>
            <a:rPr lang="en-US" sz="1600" dirty="0"/>
            <a:t> </a:t>
          </a:r>
          <a:br>
            <a:rPr lang="en-US" sz="1600" dirty="0"/>
          </a:br>
          <a:r>
            <a:rPr lang="en-US" sz="1500" dirty="0"/>
            <a:t>(the impact through adjusting interventions)</a:t>
          </a:r>
        </a:p>
      </dgm:t>
    </dgm:pt>
    <dgm:pt modelId="{46782A74-20A0-CD40-93BD-D32A3B7362D3}" type="parTrans" cxnId="{822D7BEE-9078-9B45-B45A-853740DCA60F}">
      <dgm:prSet/>
      <dgm:spPr/>
      <dgm:t>
        <a:bodyPr/>
        <a:lstStyle/>
        <a:p>
          <a:endParaRPr lang="en-US" sz="4000"/>
        </a:p>
      </dgm:t>
    </dgm:pt>
    <dgm:pt modelId="{13F84776-5A3C-EF45-962B-D4DCFC349173}" type="sibTrans" cxnId="{822D7BEE-9078-9B45-B45A-853740DCA60F}">
      <dgm:prSet custT="1"/>
      <dgm:spPr/>
      <dgm:t>
        <a:bodyPr/>
        <a:lstStyle/>
        <a:p>
          <a:endParaRPr lang="en-US" sz="1400"/>
        </a:p>
      </dgm:t>
    </dgm:pt>
    <dgm:pt modelId="{9DD172E8-7491-784E-A583-359EB46D415E}">
      <dgm:prSet phldrT="[Text]" custT="1"/>
      <dgm:spPr>
        <a:solidFill>
          <a:schemeClr val="bg1">
            <a:lumMod val="65000"/>
          </a:schemeClr>
        </a:solidFill>
      </dgm:spPr>
      <dgm:t>
        <a:bodyPr/>
        <a:lstStyle/>
        <a:p>
          <a:r>
            <a:rPr lang="en-US" sz="1600" dirty="0">
              <a:solidFill>
                <a:srgbClr val="FFFF00"/>
              </a:solidFill>
            </a:rPr>
            <a:t>Monitor &amp; Evaluate</a:t>
          </a:r>
        </a:p>
      </dgm:t>
    </dgm:pt>
    <dgm:pt modelId="{2CF992CF-84EC-C341-87E9-920C5AA5564A}" type="parTrans" cxnId="{EA6E8507-8890-BC4F-9591-BF2E62EA68E6}">
      <dgm:prSet/>
      <dgm:spPr/>
      <dgm:t>
        <a:bodyPr/>
        <a:lstStyle/>
        <a:p>
          <a:endParaRPr lang="en-US" sz="4000"/>
        </a:p>
      </dgm:t>
    </dgm:pt>
    <dgm:pt modelId="{12A03866-0C63-6442-B67A-4231651BA43A}" type="sibTrans" cxnId="{EA6E8507-8890-BC4F-9591-BF2E62EA68E6}">
      <dgm:prSet/>
      <dgm:spPr/>
      <dgm:t>
        <a:bodyPr/>
        <a:lstStyle/>
        <a:p>
          <a:endParaRPr lang="en-US" sz="2400"/>
        </a:p>
      </dgm:t>
    </dgm:pt>
    <dgm:pt modelId="{AFC89AAE-5166-6E4E-BD10-09B5BFDB4480}" type="pres">
      <dgm:prSet presAssocID="{4BCC87F2-31DE-084A-96EF-66EA745718C1}" presName="Name0" presStyleCnt="0">
        <dgm:presLayoutVars>
          <dgm:dir/>
          <dgm:resizeHandles val="exact"/>
        </dgm:presLayoutVars>
      </dgm:prSet>
      <dgm:spPr/>
    </dgm:pt>
    <dgm:pt modelId="{D8BEB5D4-FC6F-2340-BF7B-B648AF79BC73}" type="pres">
      <dgm:prSet presAssocID="{BB4C69D5-F74A-DE42-A4A9-9743A043B897}" presName="node" presStyleLbl="node1" presStyleIdx="0" presStyleCnt="6" custScaleY="108636">
        <dgm:presLayoutVars>
          <dgm:bulletEnabled val="1"/>
        </dgm:presLayoutVars>
      </dgm:prSet>
      <dgm:spPr/>
    </dgm:pt>
    <dgm:pt modelId="{87AF59AC-0A09-AC4B-AA7A-9371A00BA7B6}" type="pres">
      <dgm:prSet presAssocID="{B2CAD2C6-08C9-DA49-8168-CBE4E2AFD68C}" presName="sibTrans" presStyleLbl="sibTrans2D1" presStyleIdx="0" presStyleCnt="5"/>
      <dgm:spPr/>
    </dgm:pt>
    <dgm:pt modelId="{D0DBE1CE-87F6-2649-87AF-4806A61E8CD5}" type="pres">
      <dgm:prSet presAssocID="{B2CAD2C6-08C9-DA49-8168-CBE4E2AFD68C}" presName="connectorText" presStyleLbl="sibTrans2D1" presStyleIdx="0" presStyleCnt="5"/>
      <dgm:spPr/>
    </dgm:pt>
    <dgm:pt modelId="{CE661B88-75C1-B34E-9D3A-19E19ED75A0E}" type="pres">
      <dgm:prSet presAssocID="{9B490C4E-018E-4E4C-9123-6DEC25A017B8}" presName="node" presStyleLbl="node1" presStyleIdx="1" presStyleCnt="6" custScaleY="108636">
        <dgm:presLayoutVars>
          <dgm:bulletEnabled val="1"/>
        </dgm:presLayoutVars>
      </dgm:prSet>
      <dgm:spPr/>
    </dgm:pt>
    <dgm:pt modelId="{B03F211E-6853-0D45-A487-AA6C8F2C0B24}" type="pres">
      <dgm:prSet presAssocID="{360C0EBC-C8A7-7D48-BB21-C963F33A394E}" presName="sibTrans" presStyleLbl="sibTrans2D1" presStyleIdx="1" presStyleCnt="5"/>
      <dgm:spPr/>
    </dgm:pt>
    <dgm:pt modelId="{0ED02C45-2DAB-5D4E-9E15-2D1EBE0D5759}" type="pres">
      <dgm:prSet presAssocID="{360C0EBC-C8A7-7D48-BB21-C963F33A394E}" presName="connectorText" presStyleLbl="sibTrans2D1" presStyleIdx="1" presStyleCnt="5"/>
      <dgm:spPr/>
    </dgm:pt>
    <dgm:pt modelId="{F1B6D5C2-8027-F44E-83ED-4F033CD810F9}" type="pres">
      <dgm:prSet presAssocID="{CBA922D8-5A20-0B47-B379-00EAF02AFB79}" presName="node" presStyleLbl="node1" presStyleIdx="2" presStyleCnt="6" custScaleX="111589" custScaleY="108636">
        <dgm:presLayoutVars>
          <dgm:bulletEnabled val="1"/>
        </dgm:presLayoutVars>
      </dgm:prSet>
      <dgm:spPr/>
    </dgm:pt>
    <dgm:pt modelId="{4D927AD8-6948-AC44-B863-A110433F2977}" type="pres">
      <dgm:prSet presAssocID="{C4374117-257B-564E-A016-889E968E4EC5}" presName="sibTrans" presStyleLbl="sibTrans2D1" presStyleIdx="2" presStyleCnt="5"/>
      <dgm:spPr/>
    </dgm:pt>
    <dgm:pt modelId="{65BD3E02-4D6E-794D-B6FE-5FCD053A9FE6}" type="pres">
      <dgm:prSet presAssocID="{C4374117-257B-564E-A016-889E968E4EC5}" presName="connectorText" presStyleLbl="sibTrans2D1" presStyleIdx="2" presStyleCnt="5"/>
      <dgm:spPr/>
    </dgm:pt>
    <dgm:pt modelId="{13D8D15E-3B5F-1B48-BA99-8D19449FB702}" type="pres">
      <dgm:prSet presAssocID="{B191545B-C2EF-D549-93F3-60F7B477C592}" presName="node" presStyleLbl="node1" presStyleIdx="3" presStyleCnt="6" custScaleY="108636">
        <dgm:presLayoutVars>
          <dgm:bulletEnabled val="1"/>
        </dgm:presLayoutVars>
      </dgm:prSet>
      <dgm:spPr/>
    </dgm:pt>
    <dgm:pt modelId="{55CD432B-6C89-9348-A2BA-F31EF0F21AD4}" type="pres">
      <dgm:prSet presAssocID="{5EDFFF77-F75C-4448-A469-F6EEE870B8CB}" presName="sibTrans" presStyleLbl="sibTrans2D1" presStyleIdx="3" presStyleCnt="5"/>
      <dgm:spPr/>
    </dgm:pt>
    <dgm:pt modelId="{8F483958-30F6-3244-9291-1D98BAC0763D}" type="pres">
      <dgm:prSet presAssocID="{5EDFFF77-F75C-4448-A469-F6EEE870B8CB}" presName="connectorText" presStyleLbl="sibTrans2D1" presStyleIdx="3" presStyleCnt="5"/>
      <dgm:spPr/>
    </dgm:pt>
    <dgm:pt modelId="{DDE803AC-5F89-AF4D-9419-CAE5E03D3E7F}" type="pres">
      <dgm:prSet presAssocID="{F987D459-6E09-684C-8F26-50EC6B3426A1}" presName="node" presStyleLbl="node1" presStyleIdx="4" presStyleCnt="6" custScaleX="130094" custScaleY="108743">
        <dgm:presLayoutVars>
          <dgm:bulletEnabled val="1"/>
        </dgm:presLayoutVars>
      </dgm:prSet>
      <dgm:spPr/>
    </dgm:pt>
    <dgm:pt modelId="{2B1AF83F-1014-7842-A4FD-D472ACBD6AD2}" type="pres">
      <dgm:prSet presAssocID="{13F84776-5A3C-EF45-962B-D4DCFC349173}" presName="sibTrans" presStyleLbl="sibTrans2D1" presStyleIdx="4" presStyleCnt="5"/>
      <dgm:spPr/>
    </dgm:pt>
    <dgm:pt modelId="{5F87597A-8E1C-E34F-9E6F-FDD55EC25629}" type="pres">
      <dgm:prSet presAssocID="{13F84776-5A3C-EF45-962B-D4DCFC349173}" presName="connectorText" presStyleLbl="sibTrans2D1" presStyleIdx="4" presStyleCnt="5"/>
      <dgm:spPr/>
    </dgm:pt>
    <dgm:pt modelId="{809C2B85-9643-4E4D-B06D-EDC2F0C8D501}" type="pres">
      <dgm:prSet presAssocID="{9DD172E8-7491-784E-A583-359EB46D415E}" presName="node" presStyleLbl="node1" presStyleIdx="5" presStyleCnt="6" custScaleY="108636">
        <dgm:presLayoutVars>
          <dgm:bulletEnabled val="1"/>
        </dgm:presLayoutVars>
      </dgm:prSet>
      <dgm:spPr/>
    </dgm:pt>
  </dgm:ptLst>
  <dgm:cxnLst>
    <dgm:cxn modelId="{BE263F00-0F54-ED43-91C4-6EB1C1EFE4C1}" type="presOf" srcId="{360C0EBC-C8A7-7D48-BB21-C963F33A394E}" destId="{0ED02C45-2DAB-5D4E-9E15-2D1EBE0D5759}" srcOrd="1" destOrd="0" presId="urn:microsoft.com/office/officeart/2005/8/layout/process1"/>
    <dgm:cxn modelId="{8FA5BF02-08F4-E748-AC93-E27C377C3CFE}" type="presOf" srcId="{CBA922D8-5A20-0B47-B379-00EAF02AFB79}" destId="{F1B6D5C2-8027-F44E-83ED-4F033CD810F9}" srcOrd="0" destOrd="0" presId="urn:microsoft.com/office/officeart/2005/8/layout/process1"/>
    <dgm:cxn modelId="{EA6E8507-8890-BC4F-9591-BF2E62EA68E6}" srcId="{4BCC87F2-31DE-084A-96EF-66EA745718C1}" destId="{9DD172E8-7491-784E-A583-359EB46D415E}" srcOrd="5" destOrd="0" parTransId="{2CF992CF-84EC-C341-87E9-920C5AA5564A}" sibTransId="{12A03866-0C63-6442-B67A-4231651BA43A}"/>
    <dgm:cxn modelId="{8B778D0D-2C90-0C4D-8419-102593FA873A}" srcId="{4BCC87F2-31DE-084A-96EF-66EA745718C1}" destId="{9B490C4E-018E-4E4C-9123-6DEC25A017B8}" srcOrd="1" destOrd="0" parTransId="{D5B62046-EBD9-444F-B22E-A150B68A377D}" sibTransId="{360C0EBC-C8A7-7D48-BB21-C963F33A394E}"/>
    <dgm:cxn modelId="{26F76F11-4420-AD44-A0BD-A584E327735C}" type="presOf" srcId="{F987D459-6E09-684C-8F26-50EC6B3426A1}" destId="{DDE803AC-5F89-AF4D-9419-CAE5E03D3E7F}" srcOrd="0" destOrd="0" presId="urn:microsoft.com/office/officeart/2005/8/layout/process1"/>
    <dgm:cxn modelId="{ED916B18-2DFE-6843-BD3E-4434F0DE2B39}" type="presOf" srcId="{4BCC87F2-31DE-084A-96EF-66EA745718C1}" destId="{AFC89AAE-5166-6E4E-BD10-09B5BFDB4480}" srcOrd="0" destOrd="0" presId="urn:microsoft.com/office/officeart/2005/8/layout/process1"/>
    <dgm:cxn modelId="{DAF47D2A-6A5B-7D4F-8682-B6535C0A794E}" type="presOf" srcId="{5EDFFF77-F75C-4448-A469-F6EEE870B8CB}" destId="{55CD432B-6C89-9348-A2BA-F31EF0F21AD4}" srcOrd="0" destOrd="0" presId="urn:microsoft.com/office/officeart/2005/8/layout/process1"/>
    <dgm:cxn modelId="{3C465D4A-6E97-8842-B5D2-38696C9C2392}" type="presOf" srcId="{C4374117-257B-564E-A016-889E968E4EC5}" destId="{65BD3E02-4D6E-794D-B6FE-5FCD053A9FE6}" srcOrd="1" destOrd="0" presId="urn:microsoft.com/office/officeart/2005/8/layout/process1"/>
    <dgm:cxn modelId="{3C72CD50-BD07-8642-B713-BC621AF652A0}" type="presOf" srcId="{B191545B-C2EF-D549-93F3-60F7B477C592}" destId="{13D8D15E-3B5F-1B48-BA99-8D19449FB702}" srcOrd="0" destOrd="0" presId="urn:microsoft.com/office/officeart/2005/8/layout/process1"/>
    <dgm:cxn modelId="{799C4A51-2DDE-C944-8D6F-A1DC46977038}" type="presOf" srcId="{C4374117-257B-564E-A016-889E968E4EC5}" destId="{4D927AD8-6948-AC44-B863-A110433F2977}" srcOrd="0" destOrd="0" presId="urn:microsoft.com/office/officeart/2005/8/layout/process1"/>
    <dgm:cxn modelId="{9B6E9661-74BE-1045-8CF8-12A02E5AD3F8}" type="presOf" srcId="{9DD172E8-7491-784E-A583-359EB46D415E}" destId="{809C2B85-9643-4E4D-B06D-EDC2F0C8D501}" srcOrd="0" destOrd="0" presId="urn:microsoft.com/office/officeart/2005/8/layout/process1"/>
    <dgm:cxn modelId="{BD61E86B-CD79-C24C-9A9C-6AA170018F8F}" srcId="{4BCC87F2-31DE-084A-96EF-66EA745718C1}" destId="{CBA922D8-5A20-0B47-B379-00EAF02AFB79}" srcOrd="2" destOrd="0" parTransId="{B4FE76A6-8D2C-824D-A2AB-91F4A932EDF0}" sibTransId="{C4374117-257B-564E-A016-889E968E4EC5}"/>
    <dgm:cxn modelId="{D8216990-D3E9-5447-8BD9-47D6867B8315}" type="presOf" srcId="{5EDFFF77-F75C-4448-A469-F6EEE870B8CB}" destId="{8F483958-30F6-3244-9291-1D98BAC0763D}" srcOrd="1" destOrd="0" presId="urn:microsoft.com/office/officeart/2005/8/layout/process1"/>
    <dgm:cxn modelId="{862807A0-C0B7-9D42-B3CD-14951E48D40C}" type="presOf" srcId="{13F84776-5A3C-EF45-962B-D4DCFC349173}" destId="{2B1AF83F-1014-7842-A4FD-D472ACBD6AD2}" srcOrd="0" destOrd="0" presId="urn:microsoft.com/office/officeart/2005/8/layout/process1"/>
    <dgm:cxn modelId="{9B0F7CA7-28D1-DD41-8E89-DE55083697C7}" type="presOf" srcId="{360C0EBC-C8A7-7D48-BB21-C963F33A394E}" destId="{B03F211E-6853-0D45-A487-AA6C8F2C0B24}" srcOrd="0" destOrd="0" presId="urn:microsoft.com/office/officeart/2005/8/layout/process1"/>
    <dgm:cxn modelId="{B6510DAA-B0A0-494A-B015-9CAC3E50588D}" type="presOf" srcId="{B2CAD2C6-08C9-DA49-8168-CBE4E2AFD68C}" destId="{D0DBE1CE-87F6-2649-87AF-4806A61E8CD5}" srcOrd="1" destOrd="0" presId="urn:microsoft.com/office/officeart/2005/8/layout/process1"/>
    <dgm:cxn modelId="{1828C1B5-669B-D44F-89FF-6A4427EC92A3}" type="presOf" srcId="{9B490C4E-018E-4E4C-9123-6DEC25A017B8}" destId="{CE661B88-75C1-B34E-9D3A-19E19ED75A0E}" srcOrd="0" destOrd="0" presId="urn:microsoft.com/office/officeart/2005/8/layout/process1"/>
    <dgm:cxn modelId="{D38486BD-35CD-6B41-A7B1-0B15115AB81A}" srcId="{4BCC87F2-31DE-084A-96EF-66EA745718C1}" destId="{BB4C69D5-F74A-DE42-A4A9-9743A043B897}" srcOrd="0" destOrd="0" parTransId="{9049BC64-582D-B241-A48E-B7FC2A6981A0}" sibTransId="{B2CAD2C6-08C9-DA49-8168-CBE4E2AFD68C}"/>
    <dgm:cxn modelId="{DD3F37BE-1ED4-2548-BC1A-09827BD9D25D}" type="presOf" srcId="{BB4C69D5-F74A-DE42-A4A9-9743A043B897}" destId="{D8BEB5D4-FC6F-2340-BF7B-B648AF79BC73}" srcOrd="0" destOrd="0" presId="urn:microsoft.com/office/officeart/2005/8/layout/process1"/>
    <dgm:cxn modelId="{CD9A2FC8-6C08-3941-AB0D-0D4C68DDD55F}" srcId="{4BCC87F2-31DE-084A-96EF-66EA745718C1}" destId="{B191545B-C2EF-D549-93F3-60F7B477C592}" srcOrd="3" destOrd="0" parTransId="{A3DD6BDD-B309-5E40-B3DE-934BCD3FAE8F}" sibTransId="{5EDFFF77-F75C-4448-A469-F6EEE870B8CB}"/>
    <dgm:cxn modelId="{5534CECF-C307-9445-AFE8-ECEC578BE96E}" type="presOf" srcId="{13F84776-5A3C-EF45-962B-D4DCFC349173}" destId="{5F87597A-8E1C-E34F-9E6F-FDD55EC25629}" srcOrd="1" destOrd="0" presId="urn:microsoft.com/office/officeart/2005/8/layout/process1"/>
    <dgm:cxn modelId="{C823F7E8-0736-AD45-874C-1DA989C62303}" type="presOf" srcId="{B2CAD2C6-08C9-DA49-8168-CBE4E2AFD68C}" destId="{87AF59AC-0A09-AC4B-AA7A-9371A00BA7B6}" srcOrd="0" destOrd="0" presId="urn:microsoft.com/office/officeart/2005/8/layout/process1"/>
    <dgm:cxn modelId="{822D7BEE-9078-9B45-B45A-853740DCA60F}" srcId="{4BCC87F2-31DE-084A-96EF-66EA745718C1}" destId="{F987D459-6E09-684C-8F26-50EC6B3426A1}" srcOrd="4" destOrd="0" parTransId="{46782A74-20A0-CD40-93BD-D32A3B7362D3}" sibTransId="{13F84776-5A3C-EF45-962B-D4DCFC349173}"/>
    <dgm:cxn modelId="{80691A09-4267-DC45-868D-60A972C9AF9B}" type="presParOf" srcId="{AFC89AAE-5166-6E4E-BD10-09B5BFDB4480}" destId="{D8BEB5D4-FC6F-2340-BF7B-B648AF79BC73}" srcOrd="0" destOrd="0" presId="urn:microsoft.com/office/officeart/2005/8/layout/process1"/>
    <dgm:cxn modelId="{20FBF3D3-EDB8-6A43-8745-5A4F27778D0E}" type="presParOf" srcId="{AFC89AAE-5166-6E4E-BD10-09B5BFDB4480}" destId="{87AF59AC-0A09-AC4B-AA7A-9371A00BA7B6}" srcOrd="1" destOrd="0" presId="urn:microsoft.com/office/officeart/2005/8/layout/process1"/>
    <dgm:cxn modelId="{620E446E-9C84-7D4A-872B-BDF4CAB49A83}" type="presParOf" srcId="{87AF59AC-0A09-AC4B-AA7A-9371A00BA7B6}" destId="{D0DBE1CE-87F6-2649-87AF-4806A61E8CD5}" srcOrd="0" destOrd="0" presId="urn:microsoft.com/office/officeart/2005/8/layout/process1"/>
    <dgm:cxn modelId="{1129E26A-8FF3-2B48-A996-9F1C2A781EBC}" type="presParOf" srcId="{AFC89AAE-5166-6E4E-BD10-09B5BFDB4480}" destId="{CE661B88-75C1-B34E-9D3A-19E19ED75A0E}" srcOrd="2" destOrd="0" presId="urn:microsoft.com/office/officeart/2005/8/layout/process1"/>
    <dgm:cxn modelId="{F8C7D178-9113-3F48-83B2-41B373369A9D}" type="presParOf" srcId="{AFC89AAE-5166-6E4E-BD10-09B5BFDB4480}" destId="{B03F211E-6853-0D45-A487-AA6C8F2C0B24}" srcOrd="3" destOrd="0" presId="urn:microsoft.com/office/officeart/2005/8/layout/process1"/>
    <dgm:cxn modelId="{D91A4ED1-BE75-A947-AA3E-899F46A4A0C0}" type="presParOf" srcId="{B03F211E-6853-0D45-A487-AA6C8F2C0B24}" destId="{0ED02C45-2DAB-5D4E-9E15-2D1EBE0D5759}" srcOrd="0" destOrd="0" presId="urn:microsoft.com/office/officeart/2005/8/layout/process1"/>
    <dgm:cxn modelId="{A13D7F51-0008-0D4D-9E60-4A6487AD2B07}" type="presParOf" srcId="{AFC89AAE-5166-6E4E-BD10-09B5BFDB4480}" destId="{F1B6D5C2-8027-F44E-83ED-4F033CD810F9}" srcOrd="4" destOrd="0" presId="urn:microsoft.com/office/officeart/2005/8/layout/process1"/>
    <dgm:cxn modelId="{03BE157D-AA5A-1B46-9BBB-619FC963CB45}" type="presParOf" srcId="{AFC89AAE-5166-6E4E-BD10-09B5BFDB4480}" destId="{4D927AD8-6948-AC44-B863-A110433F2977}" srcOrd="5" destOrd="0" presId="urn:microsoft.com/office/officeart/2005/8/layout/process1"/>
    <dgm:cxn modelId="{61DDE245-0CB2-6747-A663-77E63C96D159}" type="presParOf" srcId="{4D927AD8-6948-AC44-B863-A110433F2977}" destId="{65BD3E02-4D6E-794D-B6FE-5FCD053A9FE6}" srcOrd="0" destOrd="0" presId="urn:microsoft.com/office/officeart/2005/8/layout/process1"/>
    <dgm:cxn modelId="{F5DD6D32-7BA0-3943-8F23-355FB781FEF9}" type="presParOf" srcId="{AFC89AAE-5166-6E4E-BD10-09B5BFDB4480}" destId="{13D8D15E-3B5F-1B48-BA99-8D19449FB702}" srcOrd="6" destOrd="0" presId="urn:microsoft.com/office/officeart/2005/8/layout/process1"/>
    <dgm:cxn modelId="{DE1D0B16-2AA3-AB4B-BEAA-DC250CD2AA3F}" type="presParOf" srcId="{AFC89AAE-5166-6E4E-BD10-09B5BFDB4480}" destId="{55CD432B-6C89-9348-A2BA-F31EF0F21AD4}" srcOrd="7" destOrd="0" presId="urn:microsoft.com/office/officeart/2005/8/layout/process1"/>
    <dgm:cxn modelId="{D80CAD1F-F305-4A4A-96EE-77A9F7A69937}" type="presParOf" srcId="{55CD432B-6C89-9348-A2BA-F31EF0F21AD4}" destId="{8F483958-30F6-3244-9291-1D98BAC0763D}" srcOrd="0" destOrd="0" presId="urn:microsoft.com/office/officeart/2005/8/layout/process1"/>
    <dgm:cxn modelId="{C0B58F97-B386-CB41-BFBD-BE61D5E6ED9E}" type="presParOf" srcId="{AFC89AAE-5166-6E4E-BD10-09B5BFDB4480}" destId="{DDE803AC-5F89-AF4D-9419-CAE5E03D3E7F}" srcOrd="8" destOrd="0" presId="urn:microsoft.com/office/officeart/2005/8/layout/process1"/>
    <dgm:cxn modelId="{878855E1-C4B5-1844-82AC-69E9D1215A28}" type="presParOf" srcId="{AFC89AAE-5166-6E4E-BD10-09B5BFDB4480}" destId="{2B1AF83F-1014-7842-A4FD-D472ACBD6AD2}" srcOrd="9" destOrd="0" presId="urn:microsoft.com/office/officeart/2005/8/layout/process1"/>
    <dgm:cxn modelId="{8979A549-F0CC-E747-A9D9-6C62A9C1CB55}" type="presParOf" srcId="{2B1AF83F-1014-7842-A4FD-D472ACBD6AD2}" destId="{5F87597A-8E1C-E34F-9E6F-FDD55EC25629}" srcOrd="0" destOrd="0" presId="urn:microsoft.com/office/officeart/2005/8/layout/process1"/>
    <dgm:cxn modelId="{53574000-B5AC-B446-BDF9-A46F6EE9F850}" type="presParOf" srcId="{AFC89AAE-5166-6E4E-BD10-09B5BFDB4480}" destId="{809C2B85-9643-4E4D-B06D-EDC2F0C8D501}"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BCC87F2-31DE-084A-96EF-66EA745718C1}" type="doc">
      <dgm:prSet loTypeId="urn:microsoft.com/office/officeart/2005/8/layout/process1" loCatId="" qsTypeId="urn:microsoft.com/office/officeart/2005/8/quickstyle/simple1" qsCatId="simple" csTypeId="urn:microsoft.com/office/officeart/2005/8/colors/colorful1" csCatId="colorful" phldr="1"/>
      <dgm:spPr/>
    </dgm:pt>
    <dgm:pt modelId="{BB4C69D5-F74A-DE42-A4A9-9743A043B897}">
      <dgm:prSet phldrT="[Text]" custT="1"/>
      <dgm:spPr>
        <a:solidFill>
          <a:schemeClr val="bg1">
            <a:lumMod val="65000"/>
          </a:schemeClr>
        </a:solidFill>
      </dgm:spPr>
      <dgm:t>
        <a:bodyPr/>
        <a:lstStyle/>
        <a:p>
          <a:r>
            <a:rPr lang="en-US" sz="1600" dirty="0">
              <a:solidFill>
                <a:srgbClr val="FFFF00"/>
              </a:solidFill>
            </a:rPr>
            <a:t>Define</a:t>
          </a:r>
          <a:r>
            <a:rPr lang="en-US" sz="1600" dirty="0"/>
            <a:t> </a:t>
          </a:r>
          <a:r>
            <a:rPr lang="en-US" sz="1500" dirty="0"/>
            <a:t>(desired fairness or equity goals)</a:t>
          </a:r>
        </a:p>
      </dgm:t>
    </dgm:pt>
    <dgm:pt modelId="{9049BC64-582D-B241-A48E-B7FC2A6981A0}" type="parTrans" cxnId="{D38486BD-35CD-6B41-A7B1-0B15115AB81A}">
      <dgm:prSet/>
      <dgm:spPr/>
      <dgm:t>
        <a:bodyPr/>
        <a:lstStyle/>
        <a:p>
          <a:endParaRPr lang="en-US" sz="4000"/>
        </a:p>
      </dgm:t>
    </dgm:pt>
    <dgm:pt modelId="{B2CAD2C6-08C9-DA49-8168-CBE4E2AFD68C}" type="sibTrans" cxnId="{D38486BD-35CD-6B41-A7B1-0B15115AB81A}">
      <dgm:prSet custT="1"/>
      <dgm:spPr/>
      <dgm:t>
        <a:bodyPr/>
        <a:lstStyle/>
        <a:p>
          <a:endParaRPr lang="en-US" sz="1400"/>
        </a:p>
      </dgm:t>
    </dgm:pt>
    <dgm:pt modelId="{CBA922D8-5A20-0B47-B379-00EAF02AFB79}">
      <dgm:prSet phldrT="[Text]" custT="1"/>
      <dgm:spPr/>
      <dgm:t>
        <a:bodyPr/>
        <a:lstStyle/>
        <a:p>
          <a:r>
            <a:rPr lang="en-US" sz="1600" dirty="0">
              <a:solidFill>
                <a:srgbClr val="FFFF00"/>
              </a:solidFill>
            </a:rPr>
            <a:t>Understand </a:t>
          </a:r>
          <a:r>
            <a:rPr lang="en-US" sz="1500" dirty="0"/>
            <a:t>(root causes of bias)</a:t>
          </a:r>
        </a:p>
      </dgm:t>
    </dgm:pt>
    <dgm:pt modelId="{B4FE76A6-8D2C-824D-A2AB-91F4A932EDF0}" type="parTrans" cxnId="{BD61E86B-CD79-C24C-9A9C-6AA170018F8F}">
      <dgm:prSet/>
      <dgm:spPr/>
      <dgm:t>
        <a:bodyPr/>
        <a:lstStyle/>
        <a:p>
          <a:endParaRPr lang="en-US" sz="4000"/>
        </a:p>
      </dgm:t>
    </dgm:pt>
    <dgm:pt modelId="{C4374117-257B-564E-A016-889E968E4EC5}" type="sibTrans" cxnId="{BD61E86B-CD79-C24C-9A9C-6AA170018F8F}">
      <dgm:prSet custT="1"/>
      <dgm:spPr/>
      <dgm:t>
        <a:bodyPr/>
        <a:lstStyle/>
        <a:p>
          <a:endParaRPr lang="en-US" sz="1400"/>
        </a:p>
      </dgm:t>
    </dgm:pt>
    <dgm:pt modelId="{B191545B-C2EF-D549-93F3-60F7B477C592}">
      <dgm:prSet phldrT="[Text]" custT="1"/>
      <dgm:spPr>
        <a:solidFill>
          <a:schemeClr val="bg1">
            <a:lumMod val="65000"/>
          </a:schemeClr>
        </a:solidFill>
      </dgm:spPr>
      <dgm:t>
        <a:bodyPr/>
        <a:lstStyle/>
        <a:p>
          <a:r>
            <a:rPr lang="en-US" sz="1600" dirty="0">
              <a:solidFill>
                <a:srgbClr val="FFFF00"/>
              </a:solidFill>
            </a:rPr>
            <a:t>Improve</a:t>
          </a:r>
          <a:r>
            <a:rPr lang="en-US" sz="1600" dirty="0"/>
            <a:t> </a:t>
          </a:r>
          <a:r>
            <a:rPr lang="en-US" sz="1500" dirty="0"/>
            <a:t>(fairness of AI systems)</a:t>
          </a:r>
        </a:p>
      </dgm:t>
    </dgm:pt>
    <dgm:pt modelId="{A3DD6BDD-B309-5E40-B3DE-934BCD3FAE8F}" type="parTrans" cxnId="{CD9A2FC8-6C08-3941-AB0D-0D4C68DDD55F}">
      <dgm:prSet/>
      <dgm:spPr/>
      <dgm:t>
        <a:bodyPr/>
        <a:lstStyle/>
        <a:p>
          <a:endParaRPr lang="en-US" sz="4000"/>
        </a:p>
      </dgm:t>
    </dgm:pt>
    <dgm:pt modelId="{5EDFFF77-F75C-4448-A469-F6EEE870B8CB}" type="sibTrans" cxnId="{CD9A2FC8-6C08-3941-AB0D-0D4C68DDD55F}">
      <dgm:prSet custT="1"/>
      <dgm:spPr/>
      <dgm:t>
        <a:bodyPr/>
        <a:lstStyle/>
        <a:p>
          <a:endParaRPr lang="en-US" sz="1400"/>
        </a:p>
      </dgm:t>
    </dgm:pt>
    <dgm:pt modelId="{9B490C4E-018E-4E4C-9123-6DEC25A017B8}">
      <dgm:prSet phldrT="[Text]" custT="1"/>
      <dgm:spPr>
        <a:solidFill>
          <a:schemeClr val="bg1">
            <a:lumMod val="65000"/>
          </a:schemeClr>
        </a:solidFill>
      </dgm:spPr>
      <dgm:t>
        <a:bodyPr/>
        <a:lstStyle/>
        <a:p>
          <a:r>
            <a:rPr lang="en-US" sz="1600" dirty="0">
              <a:solidFill>
                <a:srgbClr val="FFFF00"/>
              </a:solidFill>
            </a:rPr>
            <a:t>Measure</a:t>
          </a:r>
          <a:r>
            <a:rPr lang="en-US" sz="1600" dirty="0"/>
            <a:t> and </a:t>
          </a:r>
          <a:br>
            <a:rPr lang="en-US" sz="1600" dirty="0"/>
          </a:br>
          <a:r>
            <a:rPr lang="en-US" sz="1600" dirty="0"/>
            <a:t>Detect </a:t>
          </a:r>
          <a:r>
            <a:rPr lang="en-US" sz="1500" dirty="0"/>
            <a:t>(bias</a:t>
          </a:r>
          <a:r>
            <a:rPr lang="en-US" sz="1600" dirty="0"/>
            <a:t>)</a:t>
          </a:r>
        </a:p>
      </dgm:t>
    </dgm:pt>
    <dgm:pt modelId="{D5B62046-EBD9-444F-B22E-A150B68A377D}" type="parTrans" cxnId="{8B778D0D-2C90-0C4D-8419-102593FA873A}">
      <dgm:prSet/>
      <dgm:spPr/>
      <dgm:t>
        <a:bodyPr/>
        <a:lstStyle/>
        <a:p>
          <a:endParaRPr lang="en-US" sz="4000"/>
        </a:p>
      </dgm:t>
    </dgm:pt>
    <dgm:pt modelId="{360C0EBC-C8A7-7D48-BB21-C963F33A394E}" type="sibTrans" cxnId="{8B778D0D-2C90-0C4D-8419-102593FA873A}">
      <dgm:prSet custT="1"/>
      <dgm:spPr/>
      <dgm:t>
        <a:bodyPr/>
        <a:lstStyle/>
        <a:p>
          <a:endParaRPr lang="en-US" sz="1400"/>
        </a:p>
      </dgm:t>
    </dgm:pt>
    <dgm:pt modelId="{F987D459-6E09-684C-8F26-50EC6B3426A1}">
      <dgm:prSet phldrT="[Text]" custT="1"/>
      <dgm:spPr>
        <a:solidFill>
          <a:schemeClr val="bg1">
            <a:lumMod val="65000"/>
          </a:schemeClr>
        </a:solidFill>
      </dgm:spPr>
      <dgm:t>
        <a:bodyPr/>
        <a:lstStyle/>
        <a:p>
          <a:r>
            <a:rPr lang="en-US" sz="1600" dirty="0">
              <a:solidFill>
                <a:srgbClr val="FFFF00"/>
              </a:solidFill>
            </a:rPr>
            <a:t>Mitigate</a:t>
          </a:r>
          <a:r>
            <a:rPr lang="en-US" sz="1600" dirty="0"/>
            <a:t> </a:t>
          </a:r>
          <a:br>
            <a:rPr lang="en-US" sz="1600" dirty="0"/>
          </a:br>
          <a:r>
            <a:rPr lang="en-US" sz="1500" dirty="0"/>
            <a:t>(the impact through adjusting interventions)</a:t>
          </a:r>
        </a:p>
      </dgm:t>
    </dgm:pt>
    <dgm:pt modelId="{46782A74-20A0-CD40-93BD-D32A3B7362D3}" type="parTrans" cxnId="{822D7BEE-9078-9B45-B45A-853740DCA60F}">
      <dgm:prSet/>
      <dgm:spPr/>
      <dgm:t>
        <a:bodyPr/>
        <a:lstStyle/>
        <a:p>
          <a:endParaRPr lang="en-US" sz="4000"/>
        </a:p>
      </dgm:t>
    </dgm:pt>
    <dgm:pt modelId="{13F84776-5A3C-EF45-962B-D4DCFC349173}" type="sibTrans" cxnId="{822D7BEE-9078-9B45-B45A-853740DCA60F}">
      <dgm:prSet custT="1"/>
      <dgm:spPr/>
      <dgm:t>
        <a:bodyPr/>
        <a:lstStyle/>
        <a:p>
          <a:endParaRPr lang="en-US" sz="1400"/>
        </a:p>
      </dgm:t>
    </dgm:pt>
    <dgm:pt modelId="{9DD172E8-7491-784E-A583-359EB46D415E}">
      <dgm:prSet phldrT="[Text]" custT="1"/>
      <dgm:spPr>
        <a:solidFill>
          <a:schemeClr val="bg1">
            <a:lumMod val="65000"/>
          </a:schemeClr>
        </a:solidFill>
      </dgm:spPr>
      <dgm:t>
        <a:bodyPr/>
        <a:lstStyle/>
        <a:p>
          <a:r>
            <a:rPr lang="en-US" sz="1600" dirty="0">
              <a:solidFill>
                <a:srgbClr val="FFFF00"/>
              </a:solidFill>
            </a:rPr>
            <a:t>Monitor &amp; Evaluate</a:t>
          </a:r>
        </a:p>
      </dgm:t>
    </dgm:pt>
    <dgm:pt modelId="{2CF992CF-84EC-C341-87E9-920C5AA5564A}" type="parTrans" cxnId="{EA6E8507-8890-BC4F-9591-BF2E62EA68E6}">
      <dgm:prSet/>
      <dgm:spPr/>
      <dgm:t>
        <a:bodyPr/>
        <a:lstStyle/>
        <a:p>
          <a:endParaRPr lang="en-US" sz="4000"/>
        </a:p>
      </dgm:t>
    </dgm:pt>
    <dgm:pt modelId="{12A03866-0C63-6442-B67A-4231651BA43A}" type="sibTrans" cxnId="{EA6E8507-8890-BC4F-9591-BF2E62EA68E6}">
      <dgm:prSet/>
      <dgm:spPr/>
      <dgm:t>
        <a:bodyPr/>
        <a:lstStyle/>
        <a:p>
          <a:endParaRPr lang="en-US" sz="2400"/>
        </a:p>
      </dgm:t>
    </dgm:pt>
    <dgm:pt modelId="{AFC89AAE-5166-6E4E-BD10-09B5BFDB4480}" type="pres">
      <dgm:prSet presAssocID="{4BCC87F2-31DE-084A-96EF-66EA745718C1}" presName="Name0" presStyleCnt="0">
        <dgm:presLayoutVars>
          <dgm:dir/>
          <dgm:resizeHandles val="exact"/>
        </dgm:presLayoutVars>
      </dgm:prSet>
      <dgm:spPr/>
    </dgm:pt>
    <dgm:pt modelId="{D8BEB5D4-FC6F-2340-BF7B-B648AF79BC73}" type="pres">
      <dgm:prSet presAssocID="{BB4C69D5-F74A-DE42-A4A9-9743A043B897}" presName="node" presStyleLbl="node1" presStyleIdx="0" presStyleCnt="6" custScaleY="108636">
        <dgm:presLayoutVars>
          <dgm:bulletEnabled val="1"/>
        </dgm:presLayoutVars>
      </dgm:prSet>
      <dgm:spPr/>
    </dgm:pt>
    <dgm:pt modelId="{87AF59AC-0A09-AC4B-AA7A-9371A00BA7B6}" type="pres">
      <dgm:prSet presAssocID="{B2CAD2C6-08C9-DA49-8168-CBE4E2AFD68C}" presName="sibTrans" presStyleLbl="sibTrans2D1" presStyleIdx="0" presStyleCnt="5"/>
      <dgm:spPr/>
    </dgm:pt>
    <dgm:pt modelId="{D0DBE1CE-87F6-2649-87AF-4806A61E8CD5}" type="pres">
      <dgm:prSet presAssocID="{B2CAD2C6-08C9-DA49-8168-CBE4E2AFD68C}" presName="connectorText" presStyleLbl="sibTrans2D1" presStyleIdx="0" presStyleCnt="5"/>
      <dgm:spPr/>
    </dgm:pt>
    <dgm:pt modelId="{CE661B88-75C1-B34E-9D3A-19E19ED75A0E}" type="pres">
      <dgm:prSet presAssocID="{9B490C4E-018E-4E4C-9123-6DEC25A017B8}" presName="node" presStyleLbl="node1" presStyleIdx="1" presStyleCnt="6" custScaleY="108636">
        <dgm:presLayoutVars>
          <dgm:bulletEnabled val="1"/>
        </dgm:presLayoutVars>
      </dgm:prSet>
      <dgm:spPr/>
    </dgm:pt>
    <dgm:pt modelId="{B03F211E-6853-0D45-A487-AA6C8F2C0B24}" type="pres">
      <dgm:prSet presAssocID="{360C0EBC-C8A7-7D48-BB21-C963F33A394E}" presName="sibTrans" presStyleLbl="sibTrans2D1" presStyleIdx="1" presStyleCnt="5"/>
      <dgm:spPr/>
    </dgm:pt>
    <dgm:pt modelId="{0ED02C45-2DAB-5D4E-9E15-2D1EBE0D5759}" type="pres">
      <dgm:prSet presAssocID="{360C0EBC-C8A7-7D48-BB21-C963F33A394E}" presName="connectorText" presStyleLbl="sibTrans2D1" presStyleIdx="1" presStyleCnt="5"/>
      <dgm:spPr/>
    </dgm:pt>
    <dgm:pt modelId="{F1B6D5C2-8027-F44E-83ED-4F033CD810F9}" type="pres">
      <dgm:prSet presAssocID="{CBA922D8-5A20-0B47-B379-00EAF02AFB79}" presName="node" presStyleLbl="node1" presStyleIdx="2" presStyleCnt="6" custScaleX="111589" custScaleY="108636">
        <dgm:presLayoutVars>
          <dgm:bulletEnabled val="1"/>
        </dgm:presLayoutVars>
      </dgm:prSet>
      <dgm:spPr/>
    </dgm:pt>
    <dgm:pt modelId="{4D927AD8-6948-AC44-B863-A110433F2977}" type="pres">
      <dgm:prSet presAssocID="{C4374117-257B-564E-A016-889E968E4EC5}" presName="sibTrans" presStyleLbl="sibTrans2D1" presStyleIdx="2" presStyleCnt="5"/>
      <dgm:spPr/>
    </dgm:pt>
    <dgm:pt modelId="{65BD3E02-4D6E-794D-B6FE-5FCD053A9FE6}" type="pres">
      <dgm:prSet presAssocID="{C4374117-257B-564E-A016-889E968E4EC5}" presName="connectorText" presStyleLbl="sibTrans2D1" presStyleIdx="2" presStyleCnt="5"/>
      <dgm:spPr/>
    </dgm:pt>
    <dgm:pt modelId="{13D8D15E-3B5F-1B48-BA99-8D19449FB702}" type="pres">
      <dgm:prSet presAssocID="{B191545B-C2EF-D549-93F3-60F7B477C592}" presName="node" presStyleLbl="node1" presStyleIdx="3" presStyleCnt="6" custScaleY="108636">
        <dgm:presLayoutVars>
          <dgm:bulletEnabled val="1"/>
        </dgm:presLayoutVars>
      </dgm:prSet>
      <dgm:spPr/>
    </dgm:pt>
    <dgm:pt modelId="{55CD432B-6C89-9348-A2BA-F31EF0F21AD4}" type="pres">
      <dgm:prSet presAssocID="{5EDFFF77-F75C-4448-A469-F6EEE870B8CB}" presName="sibTrans" presStyleLbl="sibTrans2D1" presStyleIdx="3" presStyleCnt="5"/>
      <dgm:spPr/>
    </dgm:pt>
    <dgm:pt modelId="{8F483958-30F6-3244-9291-1D98BAC0763D}" type="pres">
      <dgm:prSet presAssocID="{5EDFFF77-F75C-4448-A469-F6EEE870B8CB}" presName="connectorText" presStyleLbl="sibTrans2D1" presStyleIdx="3" presStyleCnt="5"/>
      <dgm:spPr/>
    </dgm:pt>
    <dgm:pt modelId="{DDE803AC-5F89-AF4D-9419-CAE5E03D3E7F}" type="pres">
      <dgm:prSet presAssocID="{F987D459-6E09-684C-8F26-50EC6B3426A1}" presName="node" presStyleLbl="node1" presStyleIdx="4" presStyleCnt="6" custScaleX="130094" custScaleY="108743">
        <dgm:presLayoutVars>
          <dgm:bulletEnabled val="1"/>
        </dgm:presLayoutVars>
      </dgm:prSet>
      <dgm:spPr/>
    </dgm:pt>
    <dgm:pt modelId="{2B1AF83F-1014-7842-A4FD-D472ACBD6AD2}" type="pres">
      <dgm:prSet presAssocID="{13F84776-5A3C-EF45-962B-D4DCFC349173}" presName="sibTrans" presStyleLbl="sibTrans2D1" presStyleIdx="4" presStyleCnt="5"/>
      <dgm:spPr/>
    </dgm:pt>
    <dgm:pt modelId="{5F87597A-8E1C-E34F-9E6F-FDD55EC25629}" type="pres">
      <dgm:prSet presAssocID="{13F84776-5A3C-EF45-962B-D4DCFC349173}" presName="connectorText" presStyleLbl="sibTrans2D1" presStyleIdx="4" presStyleCnt="5"/>
      <dgm:spPr/>
    </dgm:pt>
    <dgm:pt modelId="{809C2B85-9643-4E4D-B06D-EDC2F0C8D501}" type="pres">
      <dgm:prSet presAssocID="{9DD172E8-7491-784E-A583-359EB46D415E}" presName="node" presStyleLbl="node1" presStyleIdx="5" presStyleCnt="6" custScaleY="108636">
        <dgm:presLayoutVars>
          <dgm:bulletEnabled val="1"/>
        </dgm:presLayoutVars>
      </dgm:prSet>
      <dgm:spPr/>
    </dgm:pt>
  </dgm:ptLst>
  <dgm:cxnLst>
    <dgm:cxn modelId="{BE263F00-0F54-ED43-91C4-6EB1C1EFE4C1}" type="presOf" srcId="{360C0EBC-C8A7-7D48-BB21-C963F33A394E}" destId="{0ED02C45-2DAB-5D4E-9E15-2D1EBE0D5759}" srcOrd="1" destOrd="0" presId="urn:microsoft.com/office/officeart/2005/8/layout/process1"/>
    <dgm:cxn modelId="{8FA5BF02-08F4-E748-AC93-E27C377C3CFE}" type="presOf" srcId="{CBA922D8-5A20-0B47-B379-00EAF02AFB79}" destId="{F1B6D5C2-8027-F44E-83ED-4F033CD810F9}" srcOrd="0" destOrd="0" presId="urn:microsoft.com/office/officeart/2005/8/layout/process1"/>
    <dgm:cxn modelId="{EA6E8507-8890-BC4F-9591-BF2E62EA68E6}" srcId="{4BCC87F2-31DE-084A-96EF-66EA745718C1}" destId="{9DD172E8-7491-784E-A583-359EB46D415E}" srcOrd="5" destOrd="0" parTransId="{2CF992CF-84EC-C341-87E9-920C5AA5564A}" sibTransId="{12A03866-0C63-6442-B67A-4231651BA43A}"/>
    <dgm:cxn modelId="{8B778D0D-2C90-0C4D-8419-102593FA873A}" srcId="{4BCC87F2-31DE-084A-96EF-66EA745718C1}" destId="{9B490C4E-018E-4E4C-9123-6DEC25A017B8}" srcOrd="1" destOrd="0" parTransId="{D5B62046-EBD9-444F-B22E-A150B68A377D}" sibTransId="{360C0EBC-C8A7-7D48-BB21-C963F33A394E}"/>
    <dgm:cxn modelId="{26F76F11-4420-AD44-A0BD-A584E327735C}" type="presOf" srcId="{F987D459-6E09-684C-8F26-50EC6B3426A1}" destId="{DDE803AC-5F89-AF4D-9419-CAE5E03D3E7F}" srcOrd="0" destOrd="0" presId="urn:microsoft.com/office/officeart/2005/8/layout/process1"/>
    <dgm:cxn modelId="{ED916B18-2DFE-6843-BD3E-4434F0DE2B39}" type="presOf" srcId="{4BCC87F2-31DE-084A-96EF-66EA745718C1}" destId="{AFC89AAE-5166-6E4E-BD10-09B5BFDB4480}" srcOrd="0" destOrd="0" presId="urn:microsoft.com/office/officeart/2005/8/layout/process1"/>
    <dgm:cxn modelId="{DAF47D2A-6A5B-7D4F-8682-B6535C0A794E}" type="presOf" srcId="{5EDFFF77-F75C-4448-A469-F6EEE870B8CB}" destId="{55CD432B-6C89-9348-A2BA-F31EF0F21AD4}" srcOrd="0" destOrd="0" presId="urn:microsoft.com/office/officeart/2005/8/layout/process1"/>
    <dgm:cxn modelId="{3C465D4A-6E97-8842-B5D2-38696C9C2392}" type="presOf" srcId="{C4374117-257B-564E-A016-889E968E4EC5}" destId="{65BD3E02-4D6E-794D-B6FE-5FCD053A9FE6}" srcOrd="1" destOrd="0" presId="urn:microsoft.com/office/officeart/2005/8/layout/process1"/>
    <dgm:cxn modelId="{3C72CD50-BD07-8642-B713-BC621AF652A0}" type="presOf" srcId="{B191545B-C2EF-D549-93F3-60F7B477C592}" destId="{13D8D15E-3B5F-1B48-BA99-8D19449FB702}" srcOrd="0" destOrd="0" presId="urn:microsoft.com/office/officeart/2005/8/layout/process1"/>
    <dgm:cxn modelId="{799C4A51-2DDE-C944-8D6F-A1DC46977038}" type="presOf" srcId="{C4374117-257B-564E-A016-889E968E4EC5}" destId="{4D927AD8-6948-AC44-B863-A110433F2977}" srcOrd="0" destOrd="0" presId="urn:microsoft.com/office/officeart/2005/8/layout/process1"/>
    <dgm:cxn modelId="{9B6E9661-74BE-1045-8CF8-12A02E5AD3F8}" type="presOf" srcId="{9DD172E8-7491-784E-A583-359EB46D415E}" destId="{809C2B85-9643-4E4D-B06D-EDC2F0C8D501}" srcOrd="0" destOrd="0" presId="urn:microsoft.com/office/officeart/2005/8/layout/process1"/>
    <dgm:cxn modelId="{BD61E86B-CD79-C24C-9A9C-6AA170018F8F}" srcId="{4BCC87F2-31DE-084A-96EF-66EA745718C1}" destId="{CBA922D8-5A20-0B47-B379-00EAF02AFB79}" srcOrd="2" destOrd="0" parTransId="{B4FE76A6-8D2C-824D-A2AB-91F4A932EDF0}" sibTransId="{C4374117-257B-564E-A016-889E968E4EC5}"/>
    <dgm:cxn modelId="{D8216990-D3E9-5447-8BD9-47D6867B8315}" type="presOf" srcId="{5EDFFF77-F75C-4448-A469-F6EEE870B8CB}" destId="{8F483958-30F6-3244-9291-1D98BAC0763D}" srcOrd="1" destOrd="0" presId="urn:microsoft.com/office/officeart/2005/8/layout/process1"/>
    <dgm:cxn modelId="{862807A0-C0B7-9D42-B3CD-14951E48D40C}" type="presOf" srcId="{13F84776-5A3C-EF45-962B-D4DCFC349173}" destId="{2B1AF83F-1014-7842-A4FD-D472ACBD6AD2}" srcOrd="0" destOrd="0" presId="urn:microsoft.com/office/officeart/2005/8/layout/process1"/>
    <dgm:cxn modelId="{9B0F7CA7-28D1-DD41-8E89-DE55083697C7}" type="presOf" srcId="{360C0EBC-C8A7-7D48-BB21-C963F33A394E}" destId="{B03F211E-6853-0D45-A487-AA6C8F2C0B24}" srcOrd="0" destOrd="0" presId="urn:microsoft.com/office/officeart/2005/8/layout/process1"/>
    <dgm:cxn modelId="{B6510DAA-B0A0-494A-B015-9CAC3E50588D}" type="presOf" srcId="{B2CAD2C6-08C9-DA49-8168-CBE4E2AFD68C}" destId="{D0DBE1CE-87F6-2649-87AF-4806A61E8CD5}" srcOrd="1" destOrd="0" presId="urn:microsoft.com/office/officeart/2005/8/layout/process1"/>
    <dgm:cxn modelId="{1828C1B5-669B-D44F-89FF-6A4427EC92A3}" type="presOf" srcId="{9B490C4E-018E-4E4C-9123-6DEC25A017B8}" destId="{CE661B88-75C1-B34E-9D3A-19E19ED75A0E}" srcOrd="0" destOrd="0" presId="urn:microsoft.com/office/officeart/2005/8/layout/process1"/>
    <dgm:cxn modelId="{D38486BD-35CD-6B41-A7B1-0B15115AB81A}" srcId="{4BCC87F2-31DE-084A-96EF-66EA745718C1}" destId="{BB4C69D5-F74A-DE42-A4A9-9743A043B897}" srcOrd="0" destOrd="0" parTransId="{9049BC64-582D-B241-A48E-B7FC2A6981A0}" sibTransId="{B2CAD2C6-08C9-DA49-8168-CBE4E2AFD68C}"/>
    <dgm:cxn modelId="{DD3F37BE-1ED4-2548-BC1A-09827BD9D25D}" type="presOf" srcId="{BB4C69D5-F74A-DE42-A4A9-9743A043B897}" destId="{D8BEB5D4-FC6F-2340-BF7B-B648AF79BC73}" srcOrd="0" destOrd="0" presId="urn:microsoft.com/office/officeart/2005/8/layout/process1"/>
    <dgm:cxn modelId="{CD9A2FC8-6C08-3941-AB0D-0D4C68DDD55F}" srcId="{4BCC87F2-31DE-084A-96EF-66EA745718C1}" destId="{B191545B-C2EF-D549-93F3-60F7B477C592}" srcOrd="3" destOrd="0" parTransId="{A3DD6BDD-B309-5E40-B3DE-934BCD3FAE8F}" sibTransId="{5EDFFF77-F75C-4448-A469-F6EEE870B8CB}"/>
    <dgm:cxn modelId="{5534CECF-C307-9445-AFE8-ECEC578BE96E}" type="presOf" srcId="{13F84776-5A3C-EF45-962B-D4DCFC349173}" destId="{5F87597A-8E1C-E34F-9E6F-FDD55EC25629}" srcOrd="1" destOrd="0" presId="urn:microsoft.com/office/officeart/2005/8/layout/process1"/>
    <dgm:cxn modelId="{C823F7E8-0736-AD45-874C-1DA989C62303}" type="presOf" srcId="{B2CAD2C6-08C9-DA49-8168-CBE4E2AFD68C}" destId="{87AF59AC-0A09-AC4B-AA7A-9371A00BA7B6}" srcOrd="0" destOrd="0" presId="urn:microsoft.com/office/officeart/2005/8/layout/process1"/>
    <dgm:cxn modelId="{822D7BEE-9078-9B45-B45A-853740DCA60F}" srcId="{4BCC87F2-31DE-084A-96EF-66EA745718C1}" destId="{F987D459-6E09-684C-8F26-50EC6B3426A1}" srcOrd="4" destOrd="0" parTransId="{46782A74-20A0-CD40-93BD-D32A3B7362D3}" sibTransId="{13F84776-5A3C-EF45-962B-D4DCFC349173}"/>
    <dgm:cxn modelId="{80691A09-4267-DC45-868D-60A972C9AF9B}" type="presParOf" srcId="{AFC89AAE-5166-6E4E-BD10-09B5BFDB4480}" destId="{D8BEB5D4-FC6F-2340-BF7B-B648AF79BC73}" srcOrd="0" destOrd="0" presId="urn:microsoft.com/office/officeart/2005/8/layout/process1"/>
    <dgm:cxn modelId="{20FBF3D3-EDB8-6A43-8745-5A4F27778D0E}" type="presParOf" srcId="{AFC89AAE-5166-6E4E-BD10-09B5BFDB4480}" destId="{87AF59AC-0A09-AC4B-AA7A-9371A00BA7B6}" srcOrd="1" destOrd="0" presId="urn:microsoft.com/office/officeart/2005/8/layout/process1"/>
    <dgm:cxn modelId="{620E446E-9C84-7D4A-872B-BDF4CAB49A83}" type="presParOf" srcId="{87AF59AC-0A09-AC4B-AA7A-9371A00BA7B6}" destId="{D0DBE1CE-87F6-2649-87AF-4806A61E8CD5}" srcOrd="0" destOrd="0" presId="urn:microsoft.com/office/officeart/2005/8/layout/process1"/>
    <dgm:cxn modelId="{1129E26A-8FF3-2B48-A996-9F1C2A781EBC}" type="presParOf" srcId="{AFC89AAE-5166-6E4E-BD10-09B5BFDB4480}" destId="{CE661B88-75C1-B34E-9D3A-19E19ED75A0E}" srcOrd="2" destOrd="0" presId="urn:microsoft.com/office/officeart/2005/8/layout/process1"/>
    <dgm:cxn modelId="{F8C7D178-9113-3F48-83B2-41B373369A9D}" type="presParOf" srcId="{AFC89AAE-5166-6E4E-BD10-09B5BFDB4480}" destId="{B03F211E-6853-0D45-A487-AA6C8F2C0B24}" srcOrd="3" destOrd="0" presId="urn:microsoft.com/office/officeart/2005/8/layout/process1"/>
    <dgm:cxn modelId="{D91A4ED1-BE75-A947-AA3E-899F46A4A0C0}" type="presParOf" srcId="{B03F211E-6853-0D45-A487-AA6C8F2C0B24}" destId="{0ED02C45-2DAB-5D4E-9E15-2D1EBE0D5759}" srcOrd="0" destOrd="0" presId="urn:microsoft.com/office/officeart/2005/8/layout/process1"/>
    <dgm:cxn modelId="{A13D7F51-0008-0D4D-9E60-4A6487AD2B07}" type="presParOf" srcId="{AFC89AAE-5166-6E4E-BD10-09B5BFDB4480}" destId="{F1B6D5C2-8027-F44E-83ED-4F033CD810F9}" srcOrd="4" destOrd="0" presId="urn:microsoft.com/office/officeart/2005/8/layout/process1"/>
    <dgm:cxn modelId="{03BE157D-AA5A-1B46-9BBB-619FC963CB45}" type="presParOf" srcId="{AFC89AAE-5166-6E4E-BD10-09B5BFDB4480}" destId="{4D927AD8-6948-AC44-B863-A110433F2977}" srcOrd="5" destOrd="0" presId="urn:microsoft.com/office/officeart/2005/8/layout/process1"/>
    <dgm:cxn modelId="{61DDE245-0CB2-6747-A663-77E63C96D159}" type="presParOf" srcId="{4D927AD8-6948-AC44-B863-A110433F2977}" destId="{65BD3E02-4D6E-794D-B6FE-5FCD053A9FE6}" srcOrd="0" destOrd="0" presId="urn:microsoft.com/office/officeart/2005/8/layout/process1"/>
    <dgm:cxn modelId="{F5DD6D32-7BA0-3943-8F23-355FB781FEF9}" type="presParOf" srcId="{AFC89AAE-5166-6E4E-BD10-09B5BFDB4480}" destId="{13D8D15E-3B5F-1B48-BA99-8D19449FB702}" srcOrd="6" destOrd="0" presId="urn:microsoft.com/office/officeart/2005/8/layout/process1"/>
    <dgm:cxn modelId="{DE1D0B16-2AA3-AB4B-BEAA-DC250CD2AA3F}" type="presParOf" srcId="{AFC89AAE-5166-6E4E-BD10-09B5BFDB4480}" destId="{55CD432B-6C89-9348-A2BA-F31EF0F21AD4}" srcOrd="7" destOrd="0" presId="urn:microsoft.com/office/officeart/2005/8/layout/process1"/>
    <dgm:cxn modelId="{D80CAD1F-F305-4A4A-96EE-77A9F7A69937}" type="presParOf" srcId="{55CD432B-6C89-9348-A2BA-F31EF0F21AD4}" destId="{8F483958-30F6-3244-9291-1D98BAC0763D}" srcOrd="0" destOrd="0" presId="urn:microsoft.com/office/officeart/2005/8/layout/process1"/>
    <dgm:cxn modelId="{C0B58F97-B386-CB41-BFBD-BE61D5E6ED9E}" type="presParOf" srcId="{AFC89AAE-5166-6E4E-BD10-09B5BFDB4480}" destId="{DDE803AC-5F89-AF4D-9419-CAE5E03D3E7F}" srcOrd="8" destOrd="0" presId="urn:microsoft.com/office/officeart/2005/8/layout/process1"/>
    <dgm:cxn modelId="{878855E1-C4B5-1844-82AC-69E9D1215A28}" type="presParOf" srcId="{AFC89AAE-5166-6E4E-BD10-09B5BFDB4480}" destId="{2B1AF83F-1014-7842-A4FD-D472ACBD6AD2}" srcOrd="9" destOrd="0" presId="urn:microsoft.com/office/officeart/2005/8/layout/process1"/>
    <dgm:cxn modelId="{8979A549-F0CC-E747-A9D9-6C62A9C1CB55}" type="presParOf" srcId="{2B1AF83F-1014-7842-A4FD-D472ACBD6AD2}" destId="{5F87597A-8E1C-E34F-9E6F-FDD55EC25629}" srcOrd="0" destOrd="0" presId="urn:microsoft.com/office/officeart/2005/8/layout/process1"/>
    <dgm:cxn modelId="{53574000-B5AC-B446-BDF9-A46F6EE9F850}" type="presParOf" srcId="{AFC89AAE-5166-6E4E-BD10-09B5BFDB4480}" destId="{809C2B85-9643-4E4D-B06D-EDC2F0C8D501}"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AF359E3-FF3E-6043-B46C-A1B790C8E8C3}" type="doc">
      <dgm:prSet loTypeId="urn:microsoft.com/office/officeart/2005/8/layout/process1" loCatId="" qsTypeId="urn:microsoft.com/office/officeart/2005/8/quickstyle/simple1" qsCatId="simple" csTypeId="urn:microsoft.com/office/officeart/2005/8/colors/colorful1" csCatId="colorful" phldr="1"/>
      <dgm:spPr/>
    </dgm:pt>
    <dgm:pt modelId="{8C21BB15-E01F-E74E-9B31-AEA506620FC0}">
      <dgm:prSet phldrT="[Text]"/>
      <dgm:spPr/>
      <dgm:t>
        <a:bodyPr/>
        <a:lstStyle/>
        <a:p>
          <a:r>
            <a:rPr lang="en-US" dirty="0"/>
            <a:t>World</a:t>
          </a:r>
        </a:p>
      </dgm:t>
    </dgm:pt>
    <dgm:pt modelId="{A97A2818-4F35-9F44-B22F-C003F24B54B6}" type="parTrans" cxnId="{124E1D54-A533-B849-99AA-0B2139EA15A9}">
      <dgm:prSet/>
      <dgm:spPr/>
      <dgm:t>
        <a:bodyPr/>
        <a:lstStyle/>
        <a:p>
          <a:endParaRPr lang="en-US"/>
        </a:p>
      </dgm:t>
    </dgm:pt>
    <dgm:pt modelId="{05B0CBC8-81CD-8746-8820-D655424EBBF8}" type="sibTrans" cxnId="{124E1D54-A533-B849-99AA-0B2139EA15A9}">
      <dgm:prSet/>
      <dgm:spPr/>
      <dgm:t>
        <a:bodyPr/>
        <a:lstStyle/>
        <a:p>
          <a:endParaRPr lang="en-US"/>
        </a:p>
      </dgm:t>
    </dgm:pt>
    <dgm:pt modelId="{0035516B-E877-2645-BF13-2EB1D0560DBB}">
      <dgm:prSet phldrT="[Text]"/>
      <dgm:spPr/>
      <dgm:t>
        <a:bodyPr/>
        <a:lstStyle/>
        <a:p>
          <a:r>
            <a:rPr lang="en-US" dirty="0"/>
            <a:t>AI Pipeline</a:t>
          </a:r>
        </a:p>
      </dgm:t>
    </dgm:pt>
    <dgm:pt modelId="{5E9E387C-D48A-F34A-8F8E-AB24E3226A28}" type="parTrans" cxnId="{D6A7E62D-5DDC-D74A-BDB3-FE40213D15EB}">
      <dgm:prSet/>
      <dgm:spPr/>
      <dgm:t>
        <a:bodyPr/>
        <a:lstStyle/>
        <a:p>
          <a:endParaRPr lang="en-US"/>
        </a:p>
      </dgm:t>
    </dgm:pt>
    <dgm:pt modelId="{3615A91B-1149-A947-A4E2-031E7877290C}" type="sibTrans" cxnId="{D6A7E62D-5DDC-D74A-BDB3-FE40213D15EB}">
      <dgm:prSet/>
      <dgm:spPr/>
      <dgm:t>
        <a:bodyPr/>
        <a:lstStyle/>
        <a:p>
          <a:endParaRPr lang="en-US"/>
        </a:p>
      </dgm:t>
    </dgm:pt>
    <dgm:pt modelId="{F20B290F-6846-064F-9FC9-2A6EC5C0CBFF}">
      <dgm:prSet phldrT="[Text]"/>
      <dgm:spPr/>
      <dgm:t>
        <a:bodyPr/>
        <a:lstStyle/>
        <a:p>
          <a:r>
            <a:rPr lang="en-US" dirty="0"/>
            <a:t>Actions</a:t>
          </a:r>
        </a:p>
      </dgm:t>
    </dgm:pt>
    <dgm:pt modelId="{F1C6DC59-6849-E648-95D0-CF8A291E9175}" type="parTrans" cxnId="{976635A5-F42D-9142-B41E-101D298C5FAF}">
      <dgm:prSet/>
      <dgm:spPr/>
      <dgm:t>
        <a:bodyPr/>
        <a:lstStyle/>
        <a:p>
          <a:endParaRPr lang="en-US"/>
        </a:p>
      </dgm:t>
    </dgm:pt>
    <dgm:pt modelId="{CFAA4F41-6E38-9541-BA9E-F3173491DDEF}" type="sibTrans" cxnId="{976635A5-F42D-9142-B41E-101D298C5FAF}">
      <dgm:prSet/>
      <dgm:spPr/>
      <dgm:t>
        <a:bodyPr/>
        <a:lstStyle/>
        <a:p>
          <a:endParaRPr lang="en-US"/>
        </a:p>
      </dgm:t>
    </dgm:pt>
    <dgm:pt modelId="{C23D8622-4259-EC4D-9A7C-42989C33913F}">
      <dgm:prSet phldrT="[Text]"/>
      <dgm:spPr/>
      <dgm:t>
        <a:bodyPr/>
        <a:lstStyle/>
        <a:p>
          <a:r>
            <a:rPr lang="en-US" dirty="0"/>
            <a:t>Data</a:t>
          </a:r>
        </a:p>
      </dgm:t>
    </dgm:pt>
    <dgm:pt modelId="{CECD5B37-E405-C840-9083-B8D15535E7AC}" type="parTrans" cxnId="{9155C885-CFE0-CF4B-83BA-70971B43503D}">
      <dgm:prSet/>
      <dgm:spPr/>
      <dgm:t>
        <a:bodyPr/>
        <a:lstStyle/>
        <a:p>
          <a:endParaRPr lang="en-US"/>
        </a:p>
      </dgm:t>
    </dgm:pt>
    <dgm:pt modelId="{300C01A9-955F-114B-AED4-83AC6CD627BB}" type="sibTrans" cxnId="{9155C885-CFE0-CF4B-83BA-70971B43503D}">
      <dgm:prSet/>
      <dgm:spPr/>
      <dgm:t>
        <a:bodyPr/>
        <a:lstStyle/>
        <a:p>
          <a:endParaRPr lang="en-US"/>
        </a:p>
      </dgm:t>
    </dgm:pt>
    <dgm:pt modelId="{0433C81B-AB10-0648-8AEE-B5F812018337}">
      <dgm:prSet phldrT="[Text]"/>
      <dgm:spPr/>
      <dgm:t>
        <a:bodyPr/>
        <a:lstStyle/>
        <a:p>
          <a:r>
            <a:rPr lang="en-US" dirty="0"/>
            <a:t>Disparity in Outcomes</a:t>
          </a:r>
        </a:p>
      </dgm:t>
    </dgm:pt>
    <dgm:pt modelId="{C36E04B2-DBC0-F949-9822-052A6E7FF330}" type="parTrans" cxnId="{36B960A6-DF18-714F-A852-BA97B5EFE7BE}">
      <dgm:prSet/>
      <dgm:spPr/>
      <dgm:t>
        <a:bodyPr/>
        <a:lstStyle/>
        <a:p>
          <a:endParaRPr lang="en-US"/>
        </a:p>
      </dgm:t>
    </dgm:pt>
    <dgm:pt modelId="{CA72E645-F5AC-4A4A-8365-79C8282AF391}" type="sibTrans" cxnId="{36B960A6-DF18-714F-A852-BA97B5EFE7BE}">
      <dgm:prSet/>
      <dgm:spPr/>
      <dgm:t>
        <a:bodyPr/>
        <a:lstStyle/>
        <a:p>
          <a:endParaRPr lang="en-US"/>
        </a:p>
      </dgm:t>
    </dgm:pt>
    <dgm:pt modelId="{27A2E45C-AE8E-1441-A2EF-A4C6E3BD2668}" type="pres">
      <dgm:prSet presAssocID="{CAF359E3-FF3E-6043-B46C-A1B790C8E8C3}" presName="Name0" presStyleCnt="0">
        <dgm:presLayoutVars>
          <dgm:dir/>
          <dgm:resizeHandles val="exact"/>
        </dgm:presLayoutVars>
      </dgm:prSet>
      <dgm:spPr/>
    </dgm:pt>
    <dgm:pt modelId="{DB62EF61-F651-3C43-BEED-805480128E21}" type="pres">
      <dgm:prSet presAssocID="{8C21BB15-E01F-E74E-9B31-AEA506620FC0}" presName="node" presStyleLbl="node1" presStyleIdx="0" presStyleCnt="5">
        <dgm:presLayoutVars>
          <dgm:bulletEnabled val="1"/>
        </dgm:presLayoutVars>
      </dgm:prSet>
      <dgm:spPr/>
    </dgm:pt>
    <dgm:pt modelId="{640CB942-B6B0-284F-94EE-DAA36E8740EB}" type="pres">
      <dgm:prSet presAssocID="{05B0CBC8-81CD-8746-8820-D655424EBBF8}" presName="sibTrans" presStyleLbl="sibTrans2D1" presStyleIdx="0" presStyleCnt="4"/>
      <dgm:spPr/>
    </dgm:pt>
    <dgm:pt modelId="{ECE5B618-E886-A24D-8ED9-8A2AA74FEDCA}" type="pres">
      <dgm:prSet presAssocID="{05B0CBC8-81CD-8746-8820-D655424EBBF8}" presName="connectorText" presStyleLbl="sibTrans2D1" presStyleIdx="0" presStyleCnt="4"/>
      <dgm:spPr/>
    </dgm:pt>
    <dgm:pt modelId="{25DE5F47-6F09-D644-B951-7ECCCE199BBD}" type="pres">
      <dgm:prSet presAssocID="{C23D8622-4259-EC4D-9A7C-42989C33913F}" presName="node" presStyleLbl="node1" presStyleIdx="1" presStyleCnt="5">
        <dgm:presLayoutVars>
          <dgm:bulletEnabled val="1"/>
        </dgm:presLayoutVars>
      </dgm:prSet>
      <dgm:spPr/>
    </dgm:pt>
    <dgm:pt modelId="{A81B3B9C-94DD-7049-8278-CBDCBD9310BC}" type="pres">
      <dgm:prSet presAssocID="{300C01A9-955F-114B-AED4-83AC6CD627BB}" presName="sibTrans" presStyleLbl="sibTrans2D1" presStyleIdx="1" presStyleCnt="4"/>
      <dgm:spPr/>
    </dgm:pt>
    <dgm:pt modelId="{123424E5-938A-F346-AA68-C63A1A3EB868}" type="pres">
      <dgm:prSet presAssocID="{300C01A9-955F-114B-AED4-83AC6CD627BB}" presName="connectorText" presStyleLbl="sibTrans2D1" presStyleIdx="1" presStyleCnt="4"/>
      <dgm:spPr/>
    </dgm:pt>
    <dgm:pt modelId="{01EF44C5-252B-0A4C-A30C-84CCF917CBC0}" type="pres">
      <dgm:prSet presAssocID="{0035516B-E877-2645-BF13-2EB1D0560DBB}" presName="node" presStyleLbl="node1" presStyleIdx="2" presStyleCnt="5">
        <dgm:presLayoutVars>
          <dgm:bulletEnabled val="1"/>
        </dgm:presLayoutVars>
      </dgm:prSet>
      <dgm:spPr/>
    </dgm:pt>
    <dgm:pt modelId="{E1EB2EAF-2685-2145-B9F3-CD0B1D45E34B}" type="pres">
      <dgm:prSet presAssocID="{3615A91B-1149-A947-A4E2-031E7877290C}" presName="sibTrans" presStyleLbl="sibTrans2D1" presStyleIdx="2" presStyleCnt="4"/>
      <dgm:spPr/>
    </dgm:pt>
    <dgm:pt modelId="{31DC9A52-3AFA-6E40-A805-FF55329F8F2E}" type="pres">
      <dgm:prSet presAssocID="{3615A91B-1149-A947-A4E2-031E7877290C}" presName="connectorText" presStyleLbl="sibTrans2D1" presStyleIdx="2" presStyleCnt="4"/>
      <dgm:spPr/>
    </dgm:pt>
    <dgm:pt modelId="{6D4D51E8-C9B9-9A4E-8104-8412D5416B4E}" type="pres">
      <dgm:prSet presAssocID="{F20B290F-6846-064F-9FC9-2A6EC5C0CBFF}" presName="node" presStyleLbl="node1" presStyleIdx="3" presStyleCnt="5">
        <dgm:presLayoutVars>
          <dgm:bulletEnabled val="1"/>
        </dgm:presLayoutVars>
      </dgm:prSet>
      <dgm:spPr/>
    </dgm:pt>
    <dgm:pt modelId="{DDA29801-4FFE-E148-B2C2-F3ED5401E54F}" type="pres">
      <dgm:prSet presAssocID="{CFAA4F41-6E38-9541-BA9E-F3173491DDEF}" presName="sibTrans" presStyleLbl="sibTrans2D1" presStyleIdx="3" presStyleCnt="4"/>
      <dgm:spPr/>
    </dgm:pt>
    <dgm:pt modelId="{DF687784-06FF-614B-ACCA-A14AE79C6840}" type="pres">
      <dgm:prSet presAssocID="{CFAA4F41-6E38-9541-BA9E-F3173491DDEF}" presName="connectorText" presStyleLbl="sibTrans2D1" presStyleIdx="3" presStyleCnt="4"/>
      <dgm:spPr/>
    </dgm:pt>
    <dgm:pt modelId="{3D4D8B31-373B-B045-80B9-309C115BBC99}" type="pres">
      <dgm:prSet presAssocID="{0433C81B-AB10-0648-8AEE-B5F812018337}" presName="node" presStyleLbl="node1" presStyleIdx="4" presStyleCnt="5">
        <dgm:presLayoutVars>
          <dgm:bulletEnabled val="1"/>
        </dgm:presLayoutVars>
      </dgm:prSet>
      <dgm:spPr/>
    </dgm:pt>
  </dgm:ptLst>
  <dgm:cxnLst>
    <dgm:cxn modelId="{856D970B-2CD9-594B-BC50-1291C373FF8E}" type="presOf" srcId="{05B0CBC8-81CD-8746-8820-D655424EBBF8}" destId="{640CB942-B6B0-284F-94EE-DAA36E8740EB}" srcOrd="0" destOrd="0" presId="urn:microsoft.com/office/officeart/2005/8/layout/process1"/>
    <dgm:cxn modelId="{BEF97611-E2F6-474E-B192-956942919587}" type="presOf" srcId="{8C21BB15-E01F-E74E-9B31-AEA506620FC0}" destId="{DB62EF61-F651-3C43-BEED-805480128E21}" srcOrd="0" destOrd="0" presId="urn:microsoft.com/office/officeart/2005/8/layout/process1"/>
    <dgm:cxn modelId="{232ADB17-E979-6B42-9477-BFD3E36B1D33}" type="presOf" srcId="{CFAA4F41-6E38-9541-BA9E-F3173491DDEF}" destId="{DDA29801-4FFE-E148-B2C2-F3ED5401E54F}" srcOrd="0" destOrd="0" presId="urn:microsoft.com/office/officeart/2005/8/layout/process1"/>
    <dgm:cxn modelId="{D6A7E62D-5DDC-D74A-BDB3-FE40213D15EB}" srcId="{CAF359E3-FF3E-6043-B46C-A1B790C8E8C3}" destId="{0035516B-E877-2645-BF13-2EB1D0560DBB}" srcOrd="2" destOrd="0" parTransId="{5E9E387C-D48A-F34A-8F8E-AB24E3226A28}" sibTransId="{3615A91B-1149-A947-A4E2-031E7877290C}"/>
    <dgm:cxn modelId="{0C967A3F-4A83-E44F-962A-2D23A535A031}" type="presOf" srcId="{C23D8622-4259-EC4D-9A7C-42989C33913F}" destId="{25DE5F47-6F09-D644-B951-7ECCCE199BBD}" srcOrd="0" destOrd="0" presId="urn:microsoft.com/office/officeart/2005/8/layout/process1"/>
    <dgm:cxn modelId="{A54D7A43-1F7A-6B4D-814A-AA1C813D5269}" type="presOf" srcId="{0433C81B-AB10-0648-8AEE-B5F812018337}" destId="{3D4D8B31-373B-B045-80B9-309C115BBC99}" srcOrd="0" destOrd="0" presId="urn:microsoft.com/office/officeart/2005/8/layout/process1"/>
    <dgm:cxn modelId="{124E1D54-A533-B849-99AA-0B2139EA15A9}" srcId="{CAF359E3-FF3E-6043-B46C-A1B790C8E8C3}" destId="{8C21BB15-E01F-E74E-9B31-AEA506620FC0}" srcOrd="0" destOrd="0" parTransId="{A97A2818-4F35-9F44-B22F-C003F24B54B6}" sibTransId="{05B0CBC8-81CD-8746-8820-D655424EBBF8}"/>
    <dgm:cxn modelId="{25411B66-6D7D-8F4C-91FF-9B19356A51F2}" type="presOf" srcId="{300C01A9-955F-114B-AED4-83AC6CD627BB}" destId="{123424E5-938A-F346-AA68-C63A1A3EB868}" srcOrd="1" destOrd="0" presId="urn:microsoft.com/office/officeart/2005/8/layout/process1"/>
    <dgm:cxn modelId="{A9B12866-F890-6F4F-B87B-087E91AD82A8}" type="presOf" srcId="{300C01A9-955F-114B-AED4-83AC6CD627BB}" destId="{A81B3B9C-94DD-7049-8278-CBDCBD9310BC}" srcOrd="0" destOrd="0" presId="urn:microsoft.com/office/officeart/2005/8/layout/process1"/>
    <dgm:cxn modelId="{001F6E72-3266-5D4D-A549-CB063B74B7B7}" type="presOf" srcId="{CFAA4F41-6E38-9541-BA9E-F3173491DDEF}" destId="{DF687784-06FF-614B-ACCA-A14AE79C6840}" srcOrd="1" destOrd="0" presId="urn:microsoft.com/office/officeart/2005/8/layout/process1"/>
    <dgm:cxn modelId="{9155C885-CFE0-CF4B-83BA-70971B43503D}" srcId="{CAF359E3-FF3E-6043-B46C-A1B790C8E8C3}" destId="{C23D8622-4259-EC4D-9A7C-42989C33913F}" srcOrd="1" destOrd="0" parTransId="{CECD5B37-E405-C840-9083-B8D15535E7AC}" sibTransId="{300C01A9-955F-114B-AED4-83AC6CD627BB}"/>
    <dgm:cxn modelId="{018D7A8D-7FBD-D242-B3AE-AA22C3EB1476}" type="presOf" srcId="{0035516B-E877-2645-BF13-2EB1D0560DBB}" destId="{01EF44C5-252B-0A4C-A30C-84CCF917CBC0}" srcOrd="0" destOrd="0" presId="urn:microsoft.com/office/officeart/2005/8/layout/process1"/>
    <dgm:cxn modelId="{976635A5-F42D-9142-B41E-101D298C5FAF}" srcId="{CAF359E3-FF3E-6043-B46C-A1B790C8E8C3}" destId="{F20B290F-6846-064F-9FC9-2A6EC5C0CBFF}" srcOrd="3" destOrd="0" parTransId="{F1C6DC59-6849-E648-95D0-CF8A291E9175}" sibTransId="{CFAA4F41-6E38-9541-BA9E-F3173491DDEF}"/>
    <dgm:cxn modelId="{36B960A6-DF18-714F-A852-BA97B5EFE7BE}" srcId="{CAF359E3-FF3E-6043-B46C-A1B790C8E8C3}" destId="{0433C81B-AB10-0648-8AEE-B5F812018337}" srcOrd="4" destOrd="0" parTransId="{C36E04B2-DBC0-F949-9822-052A6E7FF330}" sibTransId="{CA72E645-F5AC-4A4A-8365-79C8282AF391}"/>
    <dgm:cxn modelId="{D7D3EEB4-1A1C-C84F-9BB3-7AE62FC2483C}" type="presOf" srcId="{F20B290F-6846-064F-9FC9-2A6EC5C0CBFF}" destId="{6D4D51E8-C9B9-9A4E-8104-8412D5416B4E}" srcOrd="0" destOrd="0" presId="urn:microsoft.com/office/officeart/2005/8/layout/process1"/>
    <dgm:cxn modelId="{AB34F7BD-76E4-6B4B-9A9E-209E01104D1F}" type="presOf" srcId="{3615A91B-1149-A947-A4E2-031E7877290C}" destId="{E1EB2EAF-2685-2145-B9F3-CD0B1D45E34B}" srcOrd="0" destOrd="0" presId="urn:microsoft.com/office/officeart/2005/8/layout/process1"/>
    <dgm:cxn modelId="{46725AD2-51D7-F04E-883B-E21F006CCA09}" type="presOf" srcId="{3615A91B-1149-A947-A4E2-031E7877290C}" destId="{31DC9A52-3AFA-6E40-A805-FF55329F8F2E}" srcOrd="1" destOrd="0" presId="urn:microsoft.com/office/officeart/2005/8/layout/process1"/>
    <dgm:cxn modelId="{CB2C70D5-7B11-DE48-9C65-586D38CA7F1E}" type="presOf" srcId="{CAF359E3-FF3E-6043-B46C-A1B790C8E8C3}" destId="{27A2E45C-AE8E-1441-A2EF-A4C6E3BD2668}" srcOrd="0" destOrd="0" presId="urn:microsoft.com/office/officeart/2005/8/layout/process1"/>
    <dgm:cxn modelId="{0FAA07FC-DC61-8B40-A5A8-D7BE4F2704D0}" type="presOf" srcId="{05B0CBC8-81CD-8746-8820-D655424EBBF8}" destId="{ECE5B618-E886-A24D-8ED9-8A2AA74FEDCA}" srcOrd="1" destOrd="0" presId="urn:microsoft.com/office/officeart/2005/8/layout/process1"/>
    <dgm:cxn modelId="{876939A7-BF4E-B447-B29B-F3042F64F400}" type="presParOf" srcId="{27A2E45C-AE8E-1441-A2EF-A4C6E3BD2668}" destId="{DB62EF61-F651-3C43-BEED-805480128E21}" srcOrd="0" destOrd="0" presId="urn:microsoft.com/office/officeart/2005/8/layout/process1"/>
    <dgm:cxn modelId="{F7F4C944-35D0-AC42-8F9F-550B4759E873}" type="presParOf" srcId="{27A2E45C-AE8E-1441-A2EF-A4C6E3BD2668}" destId="{640CB942-B6B0-284F-94EE-DAA36E8740EB}" srcOrd="1" destOrd="0" presId="urn:microsoft.com/office/officeart/2005/8/layout/process1"/>
    <dgm:cxn modelId="{72F209DC-0C64-4E44-966F-F703D2D34ACB}" type="presParOf" srcId="{640CB942-B6B0-284F-94EE-DAA36E8740EB}" destId="{ECE5B618-E886-A24D-8ED9-8A2AA74FEDCA}" srcOrd="0" destOrd="0" presId="urn:microsoft.com/office/officeart/2005/8/layout/process1"/>
    <dgm:cxn modelId="{E3B476C6-E3FA-EE4D-B809-E036AF8ECCD8}" type="presParOf" srcId="{27A2E45C-AE8E-1441-A2EF-A4C6E3BD2668}" destId="{25DE5F47-6F09-D644-B951-7ECCCE199BBD}" srcOrd="2" destOrd="0" presId="urn:microsoft.com/office/officeart/2005/8/layout/process1"/>
    <dgm:cxn modelId="{4636E1FC-2C1F-0C44-9C99-AE88CF55D02B}" type="presParOf" srcId="{27A2E45C-AE8E-1441-A2EF-A4C6E3BD2668}" destId="{A81B3B9C-94DD-7049-8278-CBDCBD9310BC}" srcOrd="3" destOrd="0" presId="urn:microsoft.com/office/officeart/2005/8/layout/process1"/>
    <dgm:cxn modelId="{1C29A18D-7C57-834B-81FA-D9D83B4127C3}" type="presParOf" srcId="{A81B3B9C-94DD-7049-8278-CBDCBD9310BC}" destId="{123424E5-938A-F346-AA68-C63A1A3EB868}" srcOrd="0" destOrd="0" presId="urn:microsoft.com/office/officeart/2005/8/layout/process1"/>
    <dgm:cxn modelId="{B3B9F62E-6677-B645-81B0-F03655E699A5}" type="presParOf" srcId="{27A2E45C-AE8E-1441-A2EF-A4C6E3BD2668}" destId="{01EF44C5-252B-0A4C-A30C-84CCF917CBC0}" srcOrd="4" destOrd="0" presId="urn:microsoft.com/office/officeart/2005/8/layout/process1"/>
    <dgm:cxn modelId="{4B2DF34F-9B37-9E44-BDCF-E9EA801768EE}" type="presParOf" srcId="{27A2E45C-AE8E-1441-A2EF-A4C6E3BD2668}" destId="{E1EB2EAF-2685-2145-B9F3-CD0B1D45E34B}" srcOrd="5" destOrd="0" presId="urn:microsoft.com/office/officeart/2005/8/layout/process1"/>
    <dgm:cxn modelId="{6CFDF109-3A7A-2142-8D6D-92B7B00C2052}" type="presParOf" srcId="{E1EB2EAF-2685-2145-B9F3-CD0B1D45E34B}" destId="{31DC9A52-3AFA-6E40-A805-FF55329F8F2E}" srcOrd="0" destOrd="0" presId="urn:microsoft.com/office/officeart/2005/8/layout/process1"/>
    <dgm:cxn modelId="{D89B6BE7-4BB6-0C47-B2A4-B07596415626}" type="presParOf" srcId="{27A2E45C-AE8E-1441-A2EF-A4C6E3BD2668}" destId="{6D4D51E8-C9B9-9A4E-8104-8412D5416B4E}" srcOrd="6" destOrd="0" presId="urn:microsoft.com/office/officeart/2005/8/layout/process1"/>
    <dgm:cxn modelId="{620E5D0A-A878-FD45-8D1A-723CBF7D312B}" type="presParOf" srcId="{27A2E45C-AE8E-1441-A2EF-A4C6E3BD2668}" destId="{DDA29801-4FFE-E148-B2C2-F3ED5401E54F}" srcOrd="7" destOrd="0" presId="urn:microsoft.com/office/officeart/2005/8/layout/process1"/>
    <dgm:cxn modelId="{0455ACB1-E9B3-FA43-889B-05ED7659BAF0}" type="presParOf" srcId="{DDA29801-4FFE-E148-B2C2-F3ED5401E54F}" destId="{DF687784-06FF-614B-ACCA-A14AE79C6840}" srcOrd="0" destOrd="0" presId="urn:microsoft.com/office/officeart/2005/8/layout/process1"/>
    <dgm:cxn modelId="{60E8930A-A287-8947-B6B4-7C68B2B65542}" type="presParOf" srcId="{27A2E45C-AE8E-1441-A2EF-A4C6E3BD2668}" destId="{3D4D8B31-373B-B045-80B9-309C115BBC99}"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BCC87F2-31DE-084A-96EF-66EA745718C1}" type="doc">
      <dgm:prSet loTypeId="urn:microsoft.com/office/officeart/2005/8/layout/process1" loCatId="" qsTypeId="urn:microsoft.com/office/officeart/2005/8/quickstyle/simple1" qsCatId="simple" csTypeId="urn:microsoft.com/office/officeart/2005/8/colors/colorful1" csCatId="colorful" phldr="1"/>
      <dgm:spPr/>
    </dgm:pt>
    <dgm:pt modelId="{BB4C69D5-F74A-DE42-A4A9-9743A043B897}">
      <dgm:prSet phldrT="[Text]" custT="1"/>
      <dgm:spPr>
        <a:solidFill>
          <a:schemeClr val="bg1">
            <a:lumMod val="65000"/>
          </a:schemeClr>
        </a:solidFill>
      </dgm:spPr>
      <dgm:t>
        <a:bodyPr/>
        <a:lstStyle/>
        <a:p>
          <a:r>
            <a:rPr lang="en-US" sz="1600" dirty="0">
              <a:solidFill>
                <a:srgbClr val="FFFF00"/>
              </a:solidFill>
            </a:rPr>
            <a:t>Define</a:t>
          </a:r>
          <a:r>
            <a:rPr lang="en-US" sz="1600" dirty="0"/>
            <a:t> </a:t>
          </a:r>
          <a:r>
            <a:rPr lang="en-US" sz="1500" dirty="0"/>
            <a:t>(desired fairness or equity goals)</a:t>
          </a:r>
        </a:p>
      </dgm:t>
    </dgm:pt>
    <dgm:pt modelId="{9049BC64-582D-B241-A48E-B7FC2A6981A0}" type="parTrans" cxnId="{D38486BD-35CD-6B41-A7B1-0B15115AB81A}">
      <dgm:prSet/>
      <dgm:spPr/>
      <dgm:t>
        <a:bodyPr/>
        <a:lstStyle/>
        <a:p>
          <a:endParaRPr lang="en-US" sz="4000"/>
        </a:p>
      </dgm:t>
    </dgm:pt>
    <dgm:pt modelId="{B2CAD2C6-08C9-DA49-8168-CBE4E2AFD68C}" type="sibTrans" cxnId="{D38486BD-35CD-6B41-A7B1-0B15115AB81A}">
      <dgm:prSet custT="1"/>
      <dgm:spPr/>
      <dgm:t>
        <a:bodyPr/>
        <a:lstStyle/>
        <a:p>
          <a:endParaRPr lang="en-US" sz="1400"/>
        </a:p>
      </dgm:t>
    </dgm:pt>
    <dgm:pt modelId="{CBA922D8-5A20-0B47-B379-00EAF02AFB79}">
      <dgm:prSet phldrT="[Text]" custT="1"/>
      <dgm:spPr>
        <a:solidFill>
          <a:schemeClr val="bg1">
            <a:lumMod val="65000"/>
          </a:schemeClr>
        </a:solidFill>
      </dgm:spPr>
      <dgm:t>
        <a:bodyPr/>
        <a:lstStyle/>
        <a:p>
          <a:r>
            <a:rPr lang="en-US" sz="1600" dirty="0">
              <a:solidFill>
                <a:srgbClr val="FFFF00"/>
              </a:solidFill>
            </a:rPr>
            <a:t>Understand </a:t>
          </a:r>
          <a:r>
            <a:rPr lang="en-US" sz="1500" dirty="0"/>
            <a:t>(root causes of bias)</a:t>
          </a:r>
        </a:p>
      </dgm:t>
    </dgm:pt>
    <dgm:pt modelId="{B4FE76A6-8D2C-824D-A2AB-91F4A932EDF0}" type="parTrans" cxnId="{BD61E86B-CD79-C24C-9A9C-6AA170018F8F}">
      <dgm:prSet/>
      <dgm:spPr/>
      <dgm:t>
        <a:bodyPr/>
        <a:lstStyle/>
        <a:p>
          <a:endParaRPr lang="en-US" sz="4000"/>
        </a:p>
      </dgm:t>
    </dgm:pt>
    <dgm:pt modelId="{C4374117-257B-564E-A016-889E968E4EC5}" type="sibTrans" cxnId="{BD61E86B-CD79-C24C-9A9C-6AA170018F8F}">
      <dgm:prSet custT="1"/>
      <dgm:spPr/>
      <dgm:t>
        <a:bodyPr/>
        <a:lstStyle/>
        <a:p>
          <a:endParaRPr lang="en-US" sz="1400"/>
        </a:p>
      </dgm:t>
    </dgm:pt>
    <dgm:pt modelId="{B191545B-C2EF-D549-93F3-60F7B477C592}">
      <dgm:prSet phldrT="[Text]" custT="1"/>
      <dgm:spPr>
        <a:solidFill>
          <a:schemeClr val="accent5">
            <a:lumMod val="75000"/>
          </a:schemeClr>
        </a:solidFill>
      </dgm:spPr>
      <dgm:t>
        <a:bodyPr/>
        <a:lstStyle/>
        <a:p>
          <a:r>
            <a:rPr lang="en-US" sz="1600" dirty="0">
              <a:solidFill>
                <a:srgbClr val="FFFF00"/>
              </a:solidFill>
            </a:rPr>
            <a:t>Improve</a:t>
          </a:r>
          <a:r>
            <a:rPr lang="en-US" sz="1600" dirty="0"/>
            <a:t> </a:t>
          </a:r>
          <a:r>
            <a:rPr lang="en-US" sz="1500" dirty="0"/>
            <a:t>(fairness of AI systems)</a:t>
          </a:r>
        </a:p>
      </dgm:t>
    </dgm:pt>
    <dgm:pt modelId="{A3DD6BDD-B309-5E40-B3DE-934BCD3FAE8F}" type="parTrans" cxnId="{CD9A2FC8-6C08-3941-AB0D-0D4C68DDD55F}">
      <dgm:prSet/>
      <dgm:spPr/>
      <dgm:t>
        <a:bodyPr/>
        <a:lstStyle/>
        <a:p>
          <a:endParaRPr lang="en-US" sz="4000"/>
        </a:p>
      </dgm:t>
    </dgm:pt>
    <dgm:pt modelId="{5EDFFF77-F75C-4448-A469-F6EEE870B8CB}" type="sibTrans" cxnId="{CD9A2FC8-6C08-3941-AB0D-0D4C68DDD55F}">
      <dgm:prSet custT="1"/>
      <dgm:spPr/>
      <dgm:t>
        <a:bodyPr/>
        <a:lstStyle/>
        <a:p>
          <a:endParaRPr lang="en-US" sz="1400"/>
        </a:p>
      </dgm:t>
    </dgm:pt>
    <dgm:pt modelId="{9B490C4E-018E-4E4C-9123-6DEC25A017B8}">
      <dgm:prSet phldrT="[Text]" custT="1"/>
      <dgm:spPr>
        <a:solidFill>
          <a:schemeClr val="bg1">
            <a:lumMod val="65000"/>
          </a:schemeClr>
        </a:solidFill>
      </dgm:spPr>
      <dgm:t>
        <a:bodyPr/>
        <a:lstStyle/>
        <a:p>
          <a:r>
            <a:rPr lang="en-US" sz="1600" dirty="0">
              <a:solidFill>
                <a:srgbClr val="FFFF00"/>
              </a:solidFill>
            </a:rPr>
            <a:t>Measure</a:t>
          </a:r>
          <a:r>
            <a:rPr lang="en-US" sz="1600" dirty="0"/>
            <a:t> and </a:t>
          </a:r>
          <a:br>
            <a:rPr lang="en-US" sz="1600" dirty="0"/>
          </a:br>
          <a:r>
            <a:rPr lang="en-US" sz="1600" dirty="0"/>
            <a:t>Detect </a:t>
          </a:r>
          <a:r>
            <a:rPr lang="en-US" sz="1500" dirty="0"/>
            <a:t>(bias</a:t>
          </a:r>
          <a:r>
            <a:rPr lang="en-US" sz="1600" dirty="0"/>
            <a:t>)</a:t>
          </a:r>
        </a:p>
      </dgm:t>
    </dgm:pt>
    <dgm:pt modelId="{D5B62046-EBD9-444F-B22E-A150B68A377D}" type="parTrans" cxnId="{8B778D0D-2C90-0C4D-8419-102593FA873A}">
      <dgm:prSet/>
      <dgm:spPr/>
      <dgm:t>
        <a:bodyPr/>
        <a:lstStyle/>
        <a:p>
          <a:endParaRPr lang="en-US" sz="4000"/>
        </a:p>
      </dgm:t>
    </dgm:pt>
    <dgm:pt modelId="{360C0EBC-C8A7-7D48-BB21-C963F33A394E}" type="sibTrans" cxnId="{8B778D0D-2C90-0C4D-8419-102593FA873A}">
      <dgm:prSet custT="1"/>
      <dgm:spPr/>
      <dgm:t>
        <a:bodyPr/>
        <a:lstStyle/>
        <a:p>
          <a:endParaRPr lang="en-US" sz="1400"/>
        </a:p>
      </dgm:t>
    </dgm:pt>
    <dgm:pt modelId="{F987D459-6E09-684C-8F26-50EC6B3426A1}">
      <dgm:prSet phldrT="[Text]" custT="1"/>
      <dgm:spPr>
        <a:solidFill>
          <a:schemeClr val="bg1">
            <a:lumMod val="65000"/>
          </a:schemeClr>
        </a:solidFill>
      </dgm:spPr>
      <dgm:t>
        <a:bodyPr/>
        <a:lstStyle/>
        <a:p>
          <a:r>
            <a:rPr lang="en-US" sz="1600" dirty="0">
              <a:solidFill>
                <a:srgbClr val="FFFF00"/>
              </a:solidFill>
            </a:rPr>
            <a:t>Mitigate</a:t>
          </a:r>
          <a:r>
            <a:rPr lang="en-US" sz="1600" dirty="0"/>
            <a:t> </a:t>
          </a:r>
          <a:br>
            <a:rPr lang="en-US" sz="1600" dirty="0"/>
          </a:br>
          <a:r>
            <a:rPr lang="en-US" sz="1500" dirty="0"/>
            <a:t>(the impact through adjusting interventions)</a:t>
          </a:r>
        </a:p>
      </dgm:t>
    </dgm:pt>
    <dgm:pt modelId="{46782A74-20A0-CD40-93BD-D32A3B7362D3}" type="parTrans" cxnId="{822D7BEE-9078-9B45-B45A-853740DCA60F}">
      <dgm:prSet/>
      <dgm:spPr/>
      <dgm:t>
        <a:bodyPr/>
        <a:lstStyle/>
        <a:p>
          <a:endParaRPr lang="en-US" sz="4000"/>
        </a:p>
      </dgm:t>
    </dgm:pt>
    <dgm:pt modelId="{13F84776-5A3C-EF45-962B-D4DCFC349173}" type="sibTrans" cxnId="{822D7BEE-9078-9B45-B45A-853740DCA60F}">
      <dgm:prSet custT="1"/>
      <dgm:spPr/>
      <dgm:t>
        <a:bodyPr/>
        <a:lstStyle/>
        <a:p>
          <a:endParaRPr lang="en-US" sz="1400"/>
        </a:p>
      </dgm:t>
    </dgm:pt>
    <dgm:pt modelId="{9DD172E8-7491-784E-A583-359EB46D415E}">
      <dgm:prSet phldrT="[Text]" custT="1"/>
      <dgm:spPr>
        <a:solidFill>
          <a:schemeClr val="bg1">
            <a:lumMod val="65000"/>
          </a:schemeClr>
        </a:solidFill>
      </dgm:spPr>
      <dgm:t>
        <a:bodyPr/>
        <a:lstStyle/>
        <a:p>
          <a:r>
            <a:rPr lang="en-US" sz="1600" dirty="0">
              <a:solidFill>
                <a:srgbClr val="FFFF00"/>
              </a:solidFill>
            </a:rPr>
            <a:t>Monitor &amp; Evaluate</a:t>
          </a:r>
        </a:p>
      </dgm:t>
    </dgm:pt>
    <dgm:pt modelId="{2CF992CF-84EC-C341-87E9-920C5AA5564A}" type="parTrans" cxnId="{EA6E8507-8890-BC4F-9591-BF2E62EA68E6}">
      <dgm:prSet/>
      <dgm:spPr/>
      <dgm:t>
        <a:bodyPr/>
        <a:lstStyle/>
        <a:p>
          <a:endParaRPr lang="en-US" sz="4000"/>
        </a:p>
      </dgm:t>
    </dgm:pt>
    <dgm:pt modelId="{12A03866-0C63-6442-B67A-4231651BA43A}" type="sibTrans" cxnId="{EA6E8507-8890-BC4F-9591-BF2E62EA68E6}">
      <dgm:prSet/>
      <dgm:spPr/>
      <dgm:t>
        <a:bodyPr/>
        <a:lstStyle/>
        <a:p>
          <a:endParaRPr lang="en-US" sz="2400"/>
        </a:p>
      </dgm:t>
    </dgm:pt>
    <dgm:pt modelId="{AFC89AAE-5166-6E4E-BD10-09B5BFDB4480}" type="pres">
      <dgm:prSet presAssocID="{4BCC87F2-31DE-084A-96EF-66EA745718C1}" presName="Name0" presStyleCnt="0">
        <dgm:presLayoutVars>
          <dgm:dir/>
          <dgm:resizeHandles val="exact"/>
        </dgm:presLayoutVars>
      </dgm:prSet>
      <dgm:spPr/>
    </dgm:pt>
    <dgm:pt modelId="{D8BEB5D4-FC6F-2340-BF7B-B648AF79BC73}" type="pres">
      <dgm:prSet presAssocID="{BB4C69D5-F74A-DE42-A4A9-9743A043B897}" presName="node" presStyleLbl="node1" presStyleIdx="0" presStyleCnt="6" custScaleY="108636">
        <dgm:presLayoutVars>
          <dgm:bulletEnabled val="1"/>
        </dgm:presLayoutVars>
      </dgm:prSet>
      <dgm:spPr/>
    </dgm:pt>
    <dgm:pt modelId="{87AF59AC-0A09-AC4B-AA7A-9371A00BA7B6}" type="pres">
      <dgm:prSet presAssocID="{B2CAD2C6-08C9-DA49-8168-CBE4E2AFD68C}" presName="sibTrans" presStyleLbl="sibTrans2D1" presStyleIdx="0" presStyleCnt="5"/>
      <dgm:spPr/>
    </dgm:pt>
    <dgm:pt modelId="{D0DBE1CE-87F6-2649-87AF-4806A61E8CD5}" type="pres">
      <dgm:prSet presAssocID="{B2CAD2C6-08C9-DA49-8168-CBE4E2AFD68C}" presName="connectorText" presStyleLbl="sibTrans2D1" presStyleIdx="0" presStyleCnt="5"/>
      <dgm:spPr/>
    </dgm:pt>
    <dgm:pt modelId="{CE661B88-75C1-B34E-9D3A-19E19ED75A0E}" type="pres">
      <dgm:prSet presAssocID="{9B490C4E-018E-4E4C-9123-6DEC25A017B8}" presName="node" presStyleLbl="node1" presStyleIdx="1" presStyleCnt="6" custScaleY="108636">
        <dgm:presLayoutVars>
          <dgm:bulletEnabled val="1"/>
        </dgm:presLayoutVars>
      </dgm:prSet>
      <dgm:spPr/>
    </dgm:pt>
    <dgm:pt modelId="{B03F211E-6853-0D45-A487-AA6C8F2C0B24}" type="pres">
      <dgm:prSet presAssocID="{360C0EBC-C8A7-7D48-BB21-C963F33A394E}" presName="sibTrans" presStyleLbl="sibTrans2D1" presStyleIdx="1" presStyleCnt="5"/>
      <dgm:spPr/>
    </dgm:pt>
    <dgm:pt modelId="{0ED02C45-2DAB-5D4E-9E15-2D1EBE0D5759}" type="pres">
      <dgm:prSet presAssocID="{360C0EBC-C8A7-7D48-BB21-C963F33A394E}" presName="connectorText" presStyleLbl="sibTrans2D1" presStyleIdx="1" presStyleCnt="5"/>
      <dgm:spPr/>
    </dgm:pt>
    <dgm:pt modelId="{F1B6D5C2-8027-F44E-83ED-4F033CD810F9}" type="pres">
      <dgm:prSet presAssocID="{CBA922D8-5A20-0B47-B379-00EAF02AFB79}" presName="node" presStyleLbl="node1" presStyleIdx="2" presStyleCnt="6" custScaleX="111589" custScaleY="108636">
        <dgm:presLayoutVars>
          <dgm:bulletEnabled val="1"/>
        </dgm:presLayoutVars>
      </dgm:prSet>
      <dgm:spPr/>
    </dgm:pt>
    <dgm:pt modelId="{4D927AD8-6948-AC44-B863-A110433F2977}" type="pres">
      <dgm:prSet presAssocID="{C4374117-257B-564E-A016-889E968E4EC5}" presName="sibTrans" presStyleLbl="sibTrans2D1" presStyleIdx="2" presStyleCnt="5"/>
      <dgm:spPr/>
    </dgm:pt>
    <dgm:pt modelId="{65BD3E02-4D6E-794D-B6FE-5FCD053A9FE6}" type="pres">
      <dgm:prSet presAssocID="{C4374117-257B-564E-A016-889E968E4EC5}" presName="connectorText" presStyleLbl="sibTrans2D1" presStyleIdx="2" presStyleCnt="5"/>
      <dgm:spPr/>
    </dgm:pt>
    <dgm:pt modelId="{13D8D15E-3B5F-1B48-BA99-8D19449FB702}" type="pres">
      <dgm:prSet presAssocID="{B191545B-C2EF-D549-93F3-60F7B477C592}" presName="node" presStyleLbl="node1" presStyleIdx="3" presStyleCnt="6" custScaleY="108636">
        <dgm:presLayoutVars>
          <dgm:bulletEnabled val="1"/>
        </dgm:presLayoutVars>
      </dgm:prSet>
      <dgm:spPr/>
    </dgm:pt>
    <dgm:pt modelId="{55CD432B-6C89-9348-A2BA-F31EF0F21AD4}" type="pres">
      <dgm:prSet presAssocID="{5EDFFF77-F75C-4448-A469-F6EEE870B8CB}" presName="sibTrans" presStyleLbl="sibTrans2D1" presStyleIdx="3" presStyleCnt="5"/>
      <dgm:spPr/>
    </dgm:pt>
    <dgm:pt modelId="{8F483958-30F6-3244-9291-1D98BAC0763D}" type="pres">
      <dgm:prSet presAssocID="{5EDFFF77-F75C-4448-A469-F6EEE870B8CB}" presName="connectorText" presStyleLbl="sibTrans2D1" presStyleIdx="3" presStyleCnt="5"/>
      <dgm:spPr/>
    </dgm:pt>
    <dgm:pt modelId="{DDE803AC-5F89-AF4D-9419-CAE5E03D3E7F}" type="pres">
      <dgm:prSet presAssocID="{F987D459-6E09-684C-8F26-50EC6B3426A1}" presName="node" presStyleLbl="node1" presStyleIdx="4" presStyleCnt="6" custScaleX="130094" custScaleY="108743">
        <dgm:presLayoutVars>
          <dgm:bulletEnabled val="1"/>
        </dgm:presLayoutVars>
      </dgm:prSet>
      <dgm:spPr/>
    </dgm:pt>
    <dgm:pt modelId="{2B1AF83F-1014-7842-A4FD-D472ACBD6AD2}" type="pres">
      <dgm:prSet presAssocID="{13F84776-5A3C-EF45-962B-D4DCFC349173}" presName="sibTrans" presStyleLbl="sibTrans2D1" presStyleIdx="4" presStyleCnt="5"/>
      <dgm:spPr/>
    </dgm:pt>
    <dgm:pt modelId="{5F87597A-8E1C-E34F-9E6F-FDD55EC25629}" type="pres">
      <dgm:prSet presAssocID="{13F84776-5A3C-EF45-962B-D4DCFC349173}" presName="connectorText" presStyleLbl="sibTrans2D1" presStyleIdx="4" presStyleCnt="5"/>
      <dgm:spPr/>
    </dgm:pt>
    <dgm:pt modelId="{809C2B85-9643-4E4D-B06D-EDC2F0C8D501}" type="pres">
      <dgm:prSet presAssocID="{9DD172E8-7491-784E-A583-359EB46D415E}" presName="node" presStyleLbl="node1" presStyleIdx="5" presStyleCnt="6" custScaleY="108636">
        <dgm:presLayoutVars>
          <dgm:bulletEnabled val="1"/>
        </dgm:presLayoutVars>
      </dgm:prSet>
      <dgm:spPr/>
    </dgm:pt>
  </dgm:ptLst>
  <dgm:cxnLst>
    <dgm:cxn modelId="{BE263F00-0F54-ED43-91C4-6EB1C1EFE4C1}" type="presOf" srcId="{360C0EBC-C8A7-7D48-BB21-C963F33A394E}" destId="{0ED02C45-2DAB-5D4E-9E15-2D1EBE0D5759}" srcOrd="1" destOrd="0" presId="urn:microsoft.com/office/officeart/2005/8/layout/process1"/>
    <dgm:cxn modelId="{8FA5BF02-08F4-E748-AC93-E27C377C3CFE}" type="presOf" srcId="{CBA922D8-5A20-0B47-B379-00EAF02AFB79}" destId="{F1B6D5C2-8027-F44E-83ED-4F033CD810F9}" srcOrd="0" destOrd="0" presId="urn:microsoft.com/office/officeart/2005/8/layout/process1"/>
    <dgm:cxn modelId="{EA6E8507-8890-BC4F-9591-BF2E62EA68E6}" srcId="{4BCC87F2-31DE-084A-96EF-66EA745718C1}" destId="{9DD172E8-7491-784E-A583-359EB46D415E}" srcOrd="5" destOrd="0" parTransId="{2CF992CF-84EC-C341-87E9-920C5AA5564A}" sibTransId="{12A03866-0C63-6442-B67A-4231651BA43A}"/>
    <dgm:cxn modelId="{8B778D0D-2C90-0C4D-8419-102593FA873A}" srcId="{4BCC87F2-31DE-084A-96EF-66EA745718C1}" destId="{9B490C4E-018E-4E4C-9123-6DEC25A017B8}" srcOrd="1" destOrd="0" parTransId="{D5B62046-EBD9-444F-B22E-A150B68A377D}" sibTransId="{360C0EBC-C8A7-7D48-BB21-C963F33A394E}"/>
    <dgm:cxn modelId="{26F76F11-4420-AD44-A0BD-A584E327735C}" type="presOf" srcId="{F987D459-6E09-684C-8F26-50EC6B3426A1}" destId="{DDE803AC-5F89-AF4D-9419-CAE5E03D3E7F}" srcOrd="0" destOrd="0" presId="urn:microsoft.com/office/officeart/2005/8/layout/process1"/>
    <dgm:cxn modelId="{ED916B18-2DFE-6843-BD3E-4434F0DE2B39}" type="presOf" srcId="{4BCC87F2-31DE-084A-96EF-66EA745718C1}" destId="{AFC89AAE-5166-6E4E-BD10-09B5BFDB4480}" srcOrd="0" destOrd="0" presId="urn:microsoft.com/office/officeart/2005/8/layout/process1"/>
    <dgm:cxn modelId="{DAF47D2A-6A5B-7D4F-8682-B6535C0A794E}" type="presOf" srcId="{5EDFFF77-F75C-4448-A469-F6EEE870B8CB}" destId="{55CD432B-6C89-9348-A2BA-F31EF0F21AD4}" srcOrd="0" destOrd="0" presId="urn:microsoft.com/office/officeart/2005/8/layout/process1"/>
    <dgm:cxn modelId="{3C465D4A-6E97-8842-B5D2-38696C9C2392}" type="presOf" srcId="{C4374117-257B-564E-A016-889E968E4EC5}" destId="{65BD3E02-4D6E-794D-B6FE-5FCD053A9FE6}" srcOrd="1" destOrd="0" presId="urn:microsoft.com/office/officeart/2005/8/layout/process1"/>
    <dgm:cxn modelId="{3C72CD50-BD07-8642-B713-BC621AF652A0}" type="presOf" srcId="{B191545B-C2EF-D549-93F3-60F7B477C592}" destId="{13D8D15E-3B5F-1B48-BA99-8D19449FB702}" srcOrd="0" destOrd="0" presId="urn:microsoft.com/office/officeart/2005/8/layout/process1"/>
    <dgm:cxn modelId="{799C4A51-2DDE-C944-8D6F-A1DC46977038}" type="presOf" srcId="{C4374117-257B-564E-A016-889E968E4EC5}" destId="{4D927AD8-6948-AC44-B863-A110433F2977}" srcOrd="0" destOrd="0" presId="urn:microsoft.com/office/officeart/2005/8/layout/process1"/>
    <dgm:cxn modelId="{9B6E9661-74BE-1045-8CF8-12A02E5AD3F8}" type="presOf" srcId="{9DD172E8-7491-784E-A583-359EB46D415E}" destId="{809C2B85-9643-4E4D-B06D-EDC2F0C8D501}" srcOrd="0" destOrd="0" presId="urn:microsoft.com/office/officeart/2005/8/layout/process1"/>
    <dgm:cxn modelId="{BD61E86B-CD79-C24C-9A9C-6AA170018F8F}" srcId="{4BCC87F2-31DE-084A-96EF-66EA745718C1}" destId="{CBA922D8-5A20-0B47-B379-00EAF02AFB79}" srcOrd="2" destOrd="0" parTransId="{B4FE76A6-8D2C-824D-A2AB-91F4A932EDF0}" sibTransId="{C4374117-257B-564E-A016-889E968E4EC5}"/>
    <dgm:cxn modelId="{D8216990-D3E9-5447-8BD9-47D6867B8315}" type="presOf" srcId="{5EDFFF77-F75C-4448-A469-F6EEE870B8CB}" destId="{8F483958-30F6-3244-9291-1D98BAC0763D}" srcOrd="1" destOrd="0" presId="urn:microsoft.com/office/officeart/2005/8/layout/process1"/>
    <dgm:cxn modelId="{862807A0-C0B7-9D42-B3CD-14951E48D40C}" type="presOf" srcId="{13F84776-5A3C-EF45-962B-D4DCFC349173}" destId="{2B1AF83F-1014-7842-A4FD-D472ACBD6AD2}" srcOrd="0" destOrd="0" presId="urn:microsoft.com/office/officeart/2005/8/layout/process1"/>
    <dgm:cxn modelId="{9B0F7CA7-28D1-DD41-8E89-DE55083697C7}" type="presOf" srcId="{360C0EBC-C8A7-7D48-BB21-C963F33A394E}" destId="{B03F211E-6853-0D45-A487-AA6C8F2C0B24}" srcOrd="0" destOrd="0" presId="urn:microsoft.com/office/officeart/2005/8/layout/process1"/>
    <dgm:cxn modelId="{B6510DAA-B0A0-494A-B015-9CAC3E50588D}" type="presOf" srcId="{B2CAD2C6-08C9-DA49-8168-CBE4E2AFD68C}" destId="{D0DBE1CE-87F6-2649-87AF-4806A61E8CD5}" srcOrd="1" destOrd="0" presId="urn:microsoft.com/office/officeart/2005/8/layout/process1"/>
    <dgm:cxn modelId="{1828C1B5-669B-D44F-89FF-6A4427EC92A3}" type="presOf" srcId="{9B490C4E-018E-4E4C-9123-6DEC25A017B8}" destId="{CE661B88-75C1-B34E-9D3A-19E19ED75A0E}" srcOrd="0" destOrd="0" presId="urn:microsoft.com/office/officeart/2005/8/layout/process1"/>
    <dgm:cxn modelId="{D38486BD-35CD-6B41-A7B1-0B15115AB81A}" srcId="{4BCC87F2-31DE-084A-96EF-66EA745718C1}" destId="{BB4C69D5-F74A-DE42-A4A9-9743A043B897}" srcOrd="0" destOrd="0" parTransId="{9049BC64-582D-B241-A48E-B7FC2A6981A0}" sibTransId="{B2CAD2C6-08C9-DA49-8168-CBE4E2AFD68C}"/>
    <dgm:cxn modelId="{DD3F37BE-1ED4-2548-BC1A-09827BD9D25D}" type="presOf" srcId="{BB4C69D5-F74A-DE42-A4A9-9743A043B897}" destId="{D8BEB5D4-FC6F-2340-BF7B-B648AF79BC73}" srcOrd="0" destOrd="0" presId="urn:microsoft.com/office/officeart/2005/8/layout/process1"/>
    <dgm:cxn modelId="{CD9A2FC8-6C08-3941-AB0D-0D4C68DDD55F}" srcId="{4BCC87F2-31DE-084A-96EF-66EA745718C1}" destId="{B191545B-C2EF-D549-93F3-60F7B477C592}" srcOrd="3" destOrd="0" parTransId="{A3DD6BDD-B309-5E40-B3DE-934BCD3FAE8F}" sibTransId="{5EDFFF77-F75C-4448-A469-F6EEE870B8CB}"/>
    <dgm:cxn modelId="{5534CECF-C307-9445-AFE8-ECEC578BE96E}" type="presOf" srcId="{13F84776-5A3C-EF45-962B-D4DCFC349173}" destId="{5F87597A-8E1C-E34F-9E6F-FDD55EC25629}" srcOrd="1" destOrd="0" presId="urn:microsoft.com/office/officeart/2005/8/layout/process1"/>
    <dgm:cxn modelId="{C823F7E8-0736-AD45-874C-1DA989C62303}" type="presOf" srcId="{B2CAD2C6-08C9-DA49-8168-CBE4E2AFD68C}" destId="{87AF59AC-0A09-AC4B-AA7A-9371A00BA7B6}" srcOrd="0" destOrd="0" presId="urn:microsoft.com/office/officeart/2005/8/layout/process1"/>
    <dgm:cxn modelId="{822D7BEE-9078-9B45-B45A-853740DCA60F}" srcId="{4BCC87F2-31DE-084A-96EF-66EA745718C1}" destId="{F987D459-6E09-684C-8F26-50EC6B3426A1}" srcOrd="4" destOrd="0" parTransId="{46782A74-20A0-CD40-93BD-D32A3B7362D3}" sibTransId="{13F84776-5A3C-EF45-962B-D4DCFC349173}"/>
    <dgm:cxn modelId="{80691A09-4267-DC45-868D-60A972C9AF9B}" type="presParOf" srcId="{AFC89AAE-5166-6E4E-BD10-09B5BFDB4480}" destId="{D8BEB5D4-FC6F-2340-BF7B-B648AF79BC73}" srcOrd="0" destOrd="0" presId="urn:microsoft.com/office/officeart/2005/8/layout/process1"/>
    <dgm:cxn modelId="{20FBF3D3-EDB8-6A43-8745-5A4F27778D0E}" type="presParOf" srcId="{AFC89AAE-5166-6E4E-BD10-09B5BFDB4480}" destId="{87AF59AC-0A09-AC4B-AA7A-9371A00BA7B6}" srcOrd="1" destOrd="0" presId="urn:microsoft.com/office/officeart/2005/8/layout/process1"/>
    <dgm:cxn modelId="{620E446E-9C84-7D4A-872B-BDF4CAB49A83}" type="presParOf" srcId="{87AF59AC-0A09-AC4B-AA7A-9371A00BA7B6}" destId="{D0DBE1CE-87F6-2649-87AF-4806A61E8CD5}" srcOrd="0" destOrd="0" presId="urn:microsoft.com/office/officeart/2005/8/layout/process1"/>
    <dgm:cxn modelId="{1129E26A-8FF3-2B48-A996-9F1C2A781EBC}" type="presParOf" srcId="{AFC89AAE-5166-6E4E-BD10-09B5BFDB4480}" destId="{CE661B88-75C1-B34E-9D3A-19E19ED75A0E}" srcOrd="2" destOrd="0" presId="urn:microsoft.com/office/officeart/2005/8/layout/process1"/>
    <dgm:cxn modelId="{F8C7D178-9113-3F48-83B2-41B373369A9D}" type="presParOf" srcId="{AFC89AAE-5166-6E4E-BD10-09B5BFDB4480}" destId="{B03F211E-6853-0D45-A487-AA6C8F2C0B24}" srcOrd="3" destOrd="0" presId="urn:microsoft.com/office/officeart/2005/8/layout/process1"/>
    <dgm:cxn modelId="{D91A4ED1-BE75-A947-AA3E-899F46A4A0C0}" type="presParOf" srcId="{B03F211E-6853-0D45-A487-AA6C8F2C0B24}" destId="{0ED02C45-2DAB-5D4E-9E15-2D1EBE0D5759}" srcOrd="0" destOrd="0" presId="urn:microsoft.com/office/officeart/2005/8/layout/process1"/>
    <dgm:cxn modelId="{A13D7F51-0008-0D4D-9E60-4A6487AD2B07}" type="presParOf" srcId="{AFC89AAE-5166-6E4E-BD10-09B5BFDB4480}" destId="{F1B6D5C2-8027-F44E-83ED-4F033CD810F9}" srcOrd="4" destOrd="0" presId="urn:microsoft.com/office/officeart/2005/8/layout/process1"/>
    <dgm:cxn modelId="{03BE157D-AA5A-1B46-9BBB-619FC963CB45}" type="presParOf" srcId="{AFC89AAE-5166-6E4E-BD10-09B5BFDB4480}" destId="{4D927AD8-6948-AC44-B863-A110433F2977}" srcOrd="5" destOrd="0" presId="urn:microsoft.com/office/officeart/2005/8/layout/process1"/>
    <dgm:cxn modelId="{61DDE245-0CB2-6747-A663-77E63C96D159}" type="presParOf" srcId="{4D927AD8-6948-AC44-B863-A110433F2977}" destId="{65BD3E02-4D6E-794D-B6FE-5FCD053A9FE6}" srcOrd="0" destOrd="0" presId="urn:microsoft.com/office/officeart/2005/8/layout/process1"/>
    <dgm:cxn modelId="{F5DD6D32-7BA0-3943-8F23-355FB781FEF9}" type="presParOf" srcId="{AFC89AAE-5166-6E4E-BD10-09B5BFDB4480}" destId="{13D8D15E-3B5F-1B48-BA99-8D19449FB702}" srcOrd="6" destOrd="0" presId="urn:microsoft.com/office/officeart/2005/8/layout/process1"/>
    <dgm:cxn modelId="{DE1D0B16-2AA3-AB4B-BEAA-DC250CD2AA3F}" type="presParOf" srcId="{AFC89AAE-5166-6E4E-BD10-09B5BFDB4480}" destId="{55CD432B-6C89-9348-A2BA-F31EF0F21AD4}" srcOrd="7" destOrd="0" presId="urn:microsoft.com/office/officeart/2005/8/layout/process1"/>
    <dgm:cxn modelId="{D80CAD1F-F305-4A4A-96EE-77A9F7A69937}" type="presParOf" srcId="{55CD432B-6C89-9348-A2BA-F31EF0F21AD4}" destId="{8F483958-30F6-3244-9291-1D98BAC0763D}" srcOrd="0" destOrd="0" presId="urn:microsoft.com/office/officeart/2005/8/layout/process1"/>
    <dgm:cxn modelId="{C0B58F97-B386-CB41-BFBD-BE61D5E6ED9E}" type="presParOf" srcId="{AFC89AAE-5166-6E4E-BD10-09B5BFDB4480}" destId="{DDE803AC-5F89-AF4D-9419-CAE5E03D3E7F}" srcOrd="8" destOrd="0" presId="urn:microsoft.com/office/officeart/2005/8/layout/process1"/>
    <dgm:cxn modelId="{878855E1-C4B5-1844-82AC-69E9D1215A28}" type="presParOf" srcId="{AFC89AAE-5166-6E4E-BD10-09B5BFDB4480}" destId="{2B1AF83F-1014-7842-A4FD-D472ACBD6AD2}" srcOrd="9" destOrd="0" presId="urn:microsoft.com/office/officeart/2005/8/layout/process1"/>
    <dgm:cxn modelId="{8979A549-F0CC-E747-A9D9-6C62A9C1CB55}" type="presParOf" srcId="{2B1AF83F-1014-7842-A4FD-D472ACBD6AD2}" destId="{5F87597A-8E1C-E34F-9E6F-FDD55EC25629}" srcOrd="0" destOrd="0" presId="urn:microsoft.com/office/officeart/2005/8/layout/process1"/>
    <dgm:cxn modelId="{53574000-B5AC-B446-BDF9-A46F6EE9F850}" type="presParOf" srcId="{AFC89AAE-5166-6E4E-BD10-09B5BFDB4480}" destId="{809C2B85-9643-4E4D-B06D-EDC2F0C8D501}"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D5E3D8-47D8-1A4C-9387-6DE60324DF6F}">
      <dsp:nvSpPr>
        <dsp:cNvPr id="0" name=""/>
        <dsp:cNvSpPr/>
      </dsp:nvSpPr>
      <dsp:spPr>
        <a:xfrm>
          <a:off x="5175" y="487487"/>
          <a:ext cx="2262701" cy="1357621"/>
        </a:xfrm>
        <a:prstGeom prst="roundRect">
          <a:avLst>
            <a:gd name="adj" fmla="val 10000"/>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Scope</a:t>
          </a:r>
        </a:p>
        <a:p>
          <a:pPr marL="114300" lvl="1" indent="-114300" algn="l" defTabSz="577850">
            <a:lnSpc>
              <a:spcPct val="90000"/>
            </a:lnSpc>
            <a:spcBef>
              <a:spcPct val="0"/>
            </a:spcBef>
            <a:spcAft>
              <a:spcPct val="15000"/>
            </a:spcAft>
            <a:buChar char="•"/>
          </a:pPr>
          <a:r>
            <a:rPr lang="en-US" sz="1300" kern="1200" dirty="0"/>
            <a:t>Goals, Actions, Data, Analysis, Ethics</a:t>
          </a:r>
        </a:p>
      </dsp:txBody>
      <dsp:txXfrm>
        <a:off x="44938" y="527250"/>
        <a:ext cx="2183175" cy="1278095"/>
      </dsp:txXfrm>
    </dsp:sp>
    <dsp:sp modelId="{A58869D2-B78E-DD40-ACB3-9F052F33CBCE}">
      <dsp:nvSpPr>
        <dsp:cNvPr id="0" name=""/>
        <dsp:cNvSpPr/>
      </dsp:nvSpPr>
      <dsp:spPr>
        <a:xfrm>
          <a:off x="2466994" y="885723"/>
          <a:ext cx="479692" cy="561150"/>
        </a:xfrm>
        <a:prstGeom prst="rightArrow">
          <a:avLst>
            <a:gd name="adj1" fmla="val 60000"/>
            <a:gd name="adj2" fmla="val 50000"/>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2466994" y="997953"/>
        <a:ext cx="335784" cy="336690"/>
      </dsp:txXfrm>
    </dsp:sp>
    <dsp:sp modelId="{C234DD4B-5CB7-E549-AD0E-83532D584FCF}">
      <dsp:nvSpPr>
        <dsp:cNvPr id="0" name=""/>
        <dsp:cNvSpPr/>
      </dsp:nvSpPr>
      <dsp:spPr>
        <a:xfrm>
          <a:off x="3172957" y="487487"/>
          <a:ext cx="2262701" cy="1357621"/>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Data</a:t>
          </a:r>
        </a:p>
        <a:p>
          <a:pPr marL="114300" lvl="1" indent="-114300" algn="l" defTabSz="577850">
            <a:lnSpc>
              <a:spcPct val="90000"/>
            </a:lnSpc>
            <a:spcBef>
              <a:spcPct val="0"/>
            </a:spcBef>
            <a:spcAft>
              <a:spcPct val="15000"/>
            </a:spcAft>
            <a:buChar char="•"/>
          </a:pPr>
          <a:r>
            <a:rPr lang="en-US" sz="1300" kern="1200" dirty="0"/>
            <a:t>Get Data</a:t>
          </a:r>
        </a:p>
        <a:p>
          <a:pPr marL="114300" lvl="1" indent="-114300" algn="l" defTabSz="577850">
            <a:lnSpc>
              <a:spcPct val="90000"/>
            </a:lnSpc>
            <a:spcBef>
              <a:spcPct val="0"/>
            </a:spcBef>
            <a:spcAft>
              <a:spcPct val="15000"/>
            </a:spcAft>
            <a:buChar char="•"/>
          </a:pPr>
          <a:r>
            <a:rPr lang="en-US" sz="1300" kern="1200" dirty="0"/>
            <a:t>Store Data</a:t>
          </a:r>
        </a:p>
        <a:p>
          <a:pPr marL="114300" lvl="1" indent="-114300" algn="l" defTabSz="577850">
            <a:lnSpc>
              <a:spcPct val="90000"/>
            </a:lnSpc>
            <a:spcBef>
              <a:spcPct val="0"/>
            </a:spcBef>
            <a:spcAft>
              <a:spcPct val="15000"/>
            </a:spcAft>
            <a:buChar char="•"/>
          </a:pPr>
          <a:r>
            <a:rPr lang="en-US" sz="1300" kern="1200" dirty="0"/>
            <a:t>Link Data</a:t>
          </a:r>
        </a:p>
      </dsp:txBody>
      <dsp:txXfrm>
        <a:off x="3212720" y="527250"/>
        <a:ext cx="2183175" cy="1278095"/>
      </dsp:txXfrm>
    </dsp:sp>
    <dsp:sp modelId="{16C02E65-2210-C24E-8692-38A2A70EC148}">
      <dsp:nvSpPr>
        <dsp:cNvPr id="0" name=""/>
        <dsp:cNvSpPr/>
      </dsp:nvSpPr>
      <dsp:spPr>
        <a:xfrm>
          <a:off x="5634777" y="885723"/>
          <a:ext cx="479692" cy="561150"/>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5634777" y="997953"/>
        <a:ext cx="335784" cy="336690"/>
      </dsp:txXfrm>
    </dsp:sp>
    <dsp:sp modelId="{FBF1C564-B2B8-4C41-BE63-B8171F8EB76E}">
      <dsp:nvSpPr>
        <dsp:cNvPr id="0" name=""/>
        <dsp:cNvSpPr/>
      </dsp:nvSpPr>
      <dsp:spPr>
        <a:xfrm>
          <a:off x="6340740" y="487487"/>
          <a:ext cx="2262701" cy="1357621"/>
        </a:xfrm>
        <a:prstGeom prst="roundRect">
          <a:avLst>
            <a:gd name="adj" fmla="val 10000"/>
          </a:avLst>
        </a:prstGeom>
        <a:solidFill>
          <a:schemeClr val="accent6">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Exploration</a:t>
          </a:r>
        </a:p>
        <a:p>
          <a:pPr marL="114300" lvl="1" indent="-114300" algn="l" defTabSz="577850">
            <a:lnSpc>
              <a:spcPct val="90000"/>
            </a:lnSpc>
            <a:spcBef>
              <a:spcPct val="0"/>
            </a:spcBef>
            <a:spcAft>
              <a:spcPct val="15000"/>
            </a:spcAft>
            <a:buChar char="•"/>
          </a:pPr>
          <a:r>
            <a:rPr lang="en-US" sz="1300" kern="1200" dirty="0"/>
            <a:t>Entities</a:t>
          </a:r>
        </a:p>
        <a:p>
          <a:pPr marL="114300" lvl="1" indent="-114300" algn="l" defTabSz="577850">
            <a:lnSpc>
              <a:spcPct val="90000"/>
            </a:lnSpc>
            <a:spcBef>
              <a:spcPct val="0"/>
            </a:spcBef>
            <a:spcAft>
              <a:spcPct val="15000"/>
            </a:spcAft>
            <a:buChar char="•"/>
          </a:pPr>
          <a:r>
            <a:rPr lang="en-US" sz="1300" kern="1200" dirty="0"/>
            <a:t>temporal</a:t>
          </a:r>
        </a:p>
        <a:p>
          <a:pPr marL="114300" lvl="1" indent="-114300" algn="l" defTabSz="577850">
            <a:lnSpc>
              <a:spcPct val="90000"/>
            </a:lnSpc>
            <a:spcBef>
              <a:spcPct val="0"/>
            </a:spcBef>
            <a:spcAft>
              <a:spcPct val="15000"/>
            </a:spcAft>
            <a:buChar char="•"/>
          </a:pPr>
          <a:r>
            <a:rPr lang="en-US" sz="1300" kern="1200" dirty="0"/>
            <a:t>Spatial</a:t>
          </a:r>
        </a:p>
        <a:p>
          <a:pPr marL="114300" lvl="1" indent="-114300" algn="l" defTabSz="577850">
            <a:lnSpc>
              <a:spcPct val="90000"/>
            </a:lnSpc>
            <a:spcBef>
              <a:spcPct val="0"/>
            </a:spcBef>
            <a:spcAft>
              <a:spcPct val="15000"/>
            </a:spcAft>
            <a:buChar char="•"/>
          </a:pPr>
          <a:r>
            <a:rPr lang="en-US" sz="1300" kern="1200" dirty="0"/>
            <a:t>…</a:t>
          </a:r>
        </a:p>
      </dsp:txBody>
      <dsp:txXfrm>
        <a:off x="6380503" y="527250"/>
        <a:ext cx="2183175" cy="1278095"/>
      </dsp:txXfrm>
    </dsp:sp>
    <dsp:sp modelId="{680472FB-1DED-B043-9C18-8E9AFCBED6E9}">
      <dsp:nvSpPr>
        <dsp:cNvPr id="0" name=""/>
        <dsp:cNvSpPr/>
      </dsp:nvSpPr>
      <dsp:spPr>
        <a:xfrm>
          <a:off x="8802559" y="885723"/>
          <a:ext cx="479692" cy="561150"/>
        </a:xfrm>
        <a:prstGeom prst="rightArrow">
          <a:avLst>
            <a:gd name="adj1" fmla="val 60000"/>
            <a:gd name="adj2" fmla="val 50000"/>
          </a:avLst>
        </a:prstGeom>
        <a:solidFill>
          <a:schemeClr val="accent6">
            <a:lumMod val="5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8802559" y="997953"/>
        <a:ext cx="335784" cy="336690"/>
      </dsp:txXfrm>
    </dsp:sp>
    <dsp:sp modelId="{CC8F3904-974E-2647-9B88-B6062079D1ED}">
      <dsp:nvSpPr>
        <dsp:cNvPr id="0" name=""/>
        <dsp:cNvSpPr/>
      </dsp:nvSpPr>
      <dsp:spPr>
        <a:xfrm>
          <a:off x="9508522" y="487487"/>
          <a:ext cx="2262701" cy="1357621"/>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Modeling</a:t>
          </a:r>
        </a:p>
        <a:p>
          <a:pPr marL="114300" lvl="1" indent="-114300" algn="l" defTabSz="577850">
            <a:lnSpc>
              <a:spcPct val="90000"/>
            </a:lnSpc>
            <a:spcBef>
              <a:spcPct val="0"/>
            </a:spcBef>
            <a:spcAft>
              <a:spcPct val="15000"/>
            </a:spcAft>
            <a:buChar char="•"/>
          </a:pPr>
          <a:r>
            <a:rPr lang="en-US" sz="1300" kern="1200" dirty="0"/>
            <a:t>Rows</a:t>
          </a:r>
        </a:p>
        <a:p>
          <a:pPr marL="114300" lvl="1" indent="-114300" algn="l" defTabSz="577850">
            <a:lnSpc>
              <a:spcPct val="90000"/>
            </a:lnSpc>
            <a:spcBef>
              <a:spcPct val="0"/>
            </a:spcBef>
            <a:spcAft>
              <a:spcPct val="15000"/>
            </a:spcAft>
            <a:buChar char="•"/>
          </a:pPr>
          <a:r>
            <a:rPr lang="en-US" sz="1300" kern="1200" dirty="0"/>
            <a:t>Labels</a:t>
          </a:r>
        </a:p>
        <a:p>
          <a:pPr marL="114300" lvl="1" indent="-114300" algn="l" defTabSz="577850">
            <a:lnSpc>
              <a:spcPct val="90000"/>
            </a:lnSpc>
            <a:spcBef>
              <a:spcPct val="0"/>
            </a:spcBef>
            <a:spcAft>
              <a:spcPct val="15000"/>
            </a:spcAft>
            <a:buChar char="•"/>
          </a:pPr>
          <a:r>
            <a:rPr lang="en-US" sz="1300" kern="1200" dirty="0"/>
            <a:t>Features</a:t>
          </a:r>
        </a:p>
        <a:p>
          <a:pPr marL="114300" lvl="1" indent="-114300" algn="l" defTabSz="577850">
            <a:lnSpc>
              <a:spcPct val="90000"/>
            </a:lnSpc>
            <a:spcBef>
              <a:spcPct val="0"/>
            </a:spcBef>
            <a:spcAft>
              <a:spcPct val="15000"/>
            </a:spcAft>
            <a:buChar char="•"/>
          </a:pPr>
          <a:r>
            <a:rPr lang="en-US" sz="1300" kern="1200" dirty="0"/>
            <a:t>Models</a:t>
          </a:r>
        </a:p>
      </dsp:txBody>
      <dsp:txXfrm>
        <a:off x="9548285" y="527250"/>
        <a:ext cx="2183175" cy="1278095"/>
      </dsp:txXfrm>
    </dsp:sp>
    <dsp:sp modelId="{5383FDA3-64FA-604A-8CAF-995772572DB0}">
      <dsp:nvSpPr>
        <dsp:cNvPr id="0" name=""/>
        <dsp:cNvSpPr/>
      </dsp:nvSpPr>
      <dsp:spPr>
        <a:xfrm rot="5400000">
          <a:off x="10400027" y="2003497"/>
          <a:ext cx="479692" cy="561150"/>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10471528" y="2044226"/>
        <a:ext cx="336690" cy="335784"/>
      </dsp:txXfrm>
    </dsp:sp>
    <dsp:sp modelId="{F11F753D-D453-BC4F-BACE-C4F8A11ECEA5}">
      <dsp:nvSpPr>
        <dsp:cNvPr id="0" name=""/>
        <dsp:cNvSpPr/>
      </dsp:nvSpPr>
      <dsp:spPr>
        <a:xfrm>
          <a:off x="9508522" y="2750189"/>
          <a:ext cx="2262701" cy="1357621"/>
        </a:xfrm>
        <a:prstGeom prst="roundRect">
          <a:avLst>
            <a:gd name="adj" fmla="val 10000"/>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Model Selection</a:t>
          </a:r>
        </a:p>
        <a:p>
          <a:pPr marL="114300" lvl="1" indent="-114300" algn="l" defTabSz="577850">
            <a:lnSpc>
              <a:spcPct val="90000"/>
            </a:lnSpc>
            <a:spcBef>
              <a:spcPct val="0"/>
            </a:spcBef>
            <a:spcAft>
              <a:spcPct val="15000"/>
            </a:spcAft>
            <a:buChar char="•"/>
          </a:pPr>
          <a:r>
            <a:rPr lang="en-US" sz="1300" kern="1200" dirty="0"/>
            <a:t>Train-Test Splits</a:t>
          </a:r>
        </a:p>
        <a:p>
          <a:pPr marL="114300" lvl="1" indent="-114300" algn="l" defTabSz="577850">
            <a:lnSpc>
              <a:spcPct val="90000"/>
            </a:lnSpc>
            <a:spcBef>
              <a:spcPct val="0"/>
            </a:spcBef>
            <a:spcAft>
              <a:spcPct val="15000"/>
            </a:spcAft>
            <a:buChar char="•"/>
          </a:pPr>
          <a:r>
            <a:rPr lang="en-US" sz="1300" kern="1200" dirty="0"/>
            <a:t>Performance Metrics</a:t>
          </a:r>
        </a:p>
      </dsp:txBody>
      <dsp:txXfrm>
        <a:off x="9548285" y="2789952"/>
        <a:ext cx="2183175" cy="1278095"/>
      </dsp:txXfrm>
    </dsp:sp>
    <dsp:sp modelId="{F8E19199-589F-1946-8222-73EA4584121E}">
      <dsp:nvSpPr>
        <dsp:cNvPr id="0" name=""/>
        <dsp:cNvSpPr/>
      </dsp:nvSpPr>
      <dsp:spPr>
        <a:xfrm rot="10800000">
          <a:off x="8829712" y="3148424"/>
          <a:ext cx="479692" cy="561150"/>
        </a:xfrm>
        <a:prstGeom prst="rightArrow">
          <a:avLst>
            <a:gd name="adj1" fmla="val 60000"/>
            <a:gd name="adj2" fmla="val 50000"/>
          </a:avLst>
        </a:prstGeom>
        <a:solidFill>
          <a:srgbClr val="00B0F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10800000">
        <a:off x="8973620" y="3260654"/>
        <a:ext cx="335784" cy="336690"/>
      </dsp:txXfrm>
    </dsp:sp>
    <dsp:sp modelId="{529FCC09-4687-E147-80E8-2EB7609DC9CF}">
      <dsp:nvSpPr>
        <dsp:cNvPr id="0" name=""/>
        <dsp:cNvSpPr/>
      </dsp:nvSpPr>
      <dsp:spPr>
        <a:xfrm>
          <a:off x="6340740" y="2750189"/>
          <a:ext cx="2262701" cy="1357621"/>
        </a:xfrm>
        <a:prstGeom prst="roundRect">
          <a:avLst>
            <a:gd name="adj" fmla="val 10000"/>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Model Interpretation</a:t>
          </a:r>
        </a:p>
      </dsp:txBody>
      <dsp:txXfrm>
        <a:off x="6380503" y="2789952"/>
        <a:ext cx="2183175" cy="1278095"/>
      </dsp:txXfrm>
    </dsp:sp>
    <dsp:sp modelId="{5381123D-2C93-3241-8E06-B77D04CAE8EC}">
      <dsp:nvSpPr>
        <dsp:cNvPr id="0" name=""/>
        <dsp:cNvSpPr/>
      </dsp:nvSpPr>
      <dsp:spPr>
        <a:xfrm rot="10800000">
          <a:off x="5661929" y="3148424"/>
          <a:ext cx="479692" cy="561150"/>
        </a:xfrm>
        <a:prstGeom prst="rightArrow">
          <a:avLst>
            <a:gd name="adj1" fmla="val 60000"/>
            <a:gd name="adj2" fmla="val 50000"/>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10800000">
        <a:off x="5805837" y="3260654"/>
        <a:ext cx="335784" cy="336690"/>
      </dsp:txXfrm>
    </dsp:sp>
    <dsp:sp modelId="{1850AAD1-4903-FE47-A71D-0B73E666CD99}">
      <dsp:nvSpPr>
        <dsp:cNvPr id="0" name=""/>
        <dsp:cNvSpPr/>
      </dsp:nvSpPr>
      <dsp:spPr>
        <a:xfrm>
          <a:off x="3172957" y="2750189"/>
          <a:ext cx="2262701" cy="1357621"/>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Dealing with Bias and Fairness</a:t>
          </a:r>
        </a:p>
      </dsp:txBody>
      <dsp:txXfrm>
        <a:off x="3212720" y="2789952"/>
        <a:ext cx="2183175" cy="1278095"/>
      </dsp:txXfrm>
    </dsp:sp>
    <dsp:sp modelId="{D7CE2DAE-ABF0-9641-AE1A-0DB79AEBD84A}">
      <dsp:nvSpPr>
        <dsp:cNvPr id="0" name=""/>
        <dsp:cNvSpPr/>
      </dsp:nvSpPr>
      <dsp:spPr>
        <a:xfrm rot="10800000">
          <a:off x="2494147" y="3148424"/>
          <a:ext cx="479692" cy="561150"/>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10800000">
        <a:off x="2638055" y="3260654"/>
        <a:ext cx="335784" cy="336690"/>
      </dsp:txXfrm>
    </dsp:sp>
    <dsp:sp modelId="{0538887E-FF31-324E-B401-E87E44AFF0AA}">
      <dsp:nvSpPr>
        <dsp:cNvPr id="0" name=""/>
        <dsp:cNvSpPr/>
      </dsp:nvSpPr>
      <dsp:spPr>
        <a:xfrm>
          <a:off x="5175" y="2750189"/>
          <a:ext cx="2262701" cy="1357621"/>
        </a:xfrm>
        <a:prstGeom prst="roundRect">
          <a:avLst>
            <a:gd name="adj" fmla="val 10000"/>
          </a:avLst>
        </a:prstGeom>
        <a:solidFill>
          <a:schemeClr val="accent6">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Field Trial Design</a:t>
          </a:r>
        </a:p>
      </dsp:txBody>
      <dsp:txXfrm>
        <a:off x="44938" y="2789952"/>
        <a:ext cx="2183175" cy="1278095"/>
      </dsp:txXfrm>
    </dsp:sp>
    <dsp:sp modelId="{92EB25B1-D4AE-754E-BD44-115E26D1FF80}">
      <dsp:nvSpPr>
        <dsp:cNvPr id="0" name=""/>
        <dsp:cNvSpPr/>
      </dsp:nvSpPr>
      <dsp:spPr>
        <a:xfrm rot="5400000">
          <a:off x="896679" y="4266199"/>
          <a:ext cx="479692" cy="561150"/>
        </a:xfrm>
        <a:prstGeom prst="rightArrow">
          <a:avLst>
            <a:gd name="adj1" fmla="val 60000"/>
            <a:gd name="adj2" fmla="val 50000"/>
          </a:avLst>
        </a:prstGeom>
        <a:solidFill>
          <a:schemeClr val="accent6">
            <a:lumMod val="5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968180" y="4306928"/>
        <a:ext cx="336690" cy="335784"/>
      </dsp:txXfrm>
    </dsp:sp>
    <dsp:sp modelId="{C225C079-1737-3742-99A0-0A7B593214FB}">
      <dsp:nvSpPr>
        <dsp:cNvPr id="0" name=""/>
        <dsp:cNvSpPr/>
      </dsp:nvSpPr>
      <dsp:spPr>
        <a:xfrm>
          <a:off x="5175" y="5012891"/>
          <a:ext cx="2262701" cy="1357621"/>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Deployment</a:t>
          </a:r>
        </a:p>
      </dsp:txBody>
      <dsp:txXfrm>
        <a:off x="44938" y="5052654"/>
        <a:ext cx="2183175" cy="1278095"/>
      </dsp:txXfrm>
    </dsp:sp>
    <dsp:sp modelId="{C8297064-9915-AB4E-A9CB-FFEA8FC197B9}">
      <dsp:nvSpPr>
        <dsp:cNvPr id="0" name=""/>
        <dsp:cNvSpPr/>
      </dsp:nvSpPr>
      <dsp:spPr>
        <a:xfrm>
          <a:off x="2466994" y="5411126"/>
          <a:ext cx="479692" cy="561150"/>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2466994" y="5523356"/>
        <a:ext cx="335784" cy="336690"/>
      </dsp:txXfrm>
    </dsp:sp>
    <dsp:sp modelId="{098F0226-B690-1B45-B506-7C933BFB7998}">
      <dsp:nvSpPr>
        <dsp:cNvPr id="0" name=""/>
        <dsp:cNvSpPr/>
      </dsp:nvSpPr>
      <dsp:spPr>
        <a:xfrm>
          <a:off x="3172957" y="5012891"/>
          <a:ext cx="2262701" cy="1357621"/>
        </a:xfrm>
        <a:prstGeom prst="roundRect">
          <a:avLst>
            <a:gd name="adj" fmla="val 10000"/>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Monitoring</a:t>
          </a:r>
        </a:p>
      </dsp:txBody>
      <dsp:txXfrm>
        <a:off x="3212720" y="5052654"/>
        <a:ext cx="2183175" cy="12780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BEB5D4-FC6F-2340-BF7B-B648AF79BC73}">
      <dsp:nvSpPr>
        <dsp:cNvPr id="0" name=""/>
        <dsp:cNvSpPr/>
      </dsp:nvSpPr>
      <dsp:spPr>
        <a:xfrm>
          <a:off x="7755" y="2082549"/>
          <a:ext cx="1446683" cy="1137267"/>
        </a:xfrm>
        <a:prstGeom prst="roundRect">
          <a:avLst>
            <a:gd name="adj" fmla="val 10000"/>
          </a:avLst>
        </a:prstGeom>
        <a:solidFill>
          <a:schemeClr val="bg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Define</a:t>
          </a:r>
          <a:r>
            <a:rPr lang="en-US" sz="1600" kern="1200" dirty="0"/>
            <a:t> </a:t>
          </a:r>
          <a:r>
            <a:rPr lang="en-US" sz="1500" kern="1200" dirty="0"/>
            <a:t>(desired fairness or equity goals)</a:t>
          </a:r>
        </a:p>
      </dsp:txBody>
      <dsp:txXfrm>
        <a:off x="41064" y="2115858"/>
        <a:ext cx="1380065" cy="1070649"/>
      </dsp:txXfrm>
    </dsp:sp>
    <dsp:sp modelId="{87AF59AC-0A09-AC4B-AA7A-9371A00BA7B6}">
      <dsp:nvSpPr>
        <dsp:cNvPr id="0" name=""/>
        <dsp:cNvSpPr/>
      </dsp:nvSpPr>
      <dsp:spPr>
        <a:xfrm>
          <a:off x="1599107" y="2471794"/>
          <a:ext cx="306696" cy="35877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599107" y="2543549"/>
        <a:ext cx="214687" cy="215267"/>
      </dsp:txXfrm>
    </dsp:sp>
    <dsp:sp modelId="{CE661B88-75C1-B34E-9D3A-19E19ED75A0E}">
      <dsp:nvSpPr>
        <dsp:cNvPr id="0" name=""/>
        <dsp:cNvSpPr/>
      </dsp:nvSpPr>
      <dsp:spPr>
        <a:xfrm>
          <a:off x="2033112" y="2082549"/>
          <a:ext cx="1446683" cy="1137267"/>
        </a:xfrm>
        <a:prstGeom prst="roundRect">
          <a:avLst>
            <a:gd name="adj" fmla="val 10000"/>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Measure</a:t>
          </a:r>
          <a:r>
            <a:rPr lang="en-US" sz="1600" kern="1200" dirty="0"/>
            <a:t> and </a:t>
          </a:r>
          <a:br>
            <a:rPr lang="en-US" sz="1600" kern="1200" dirty="0"/>
          </a:br>
          <a:r>
            <a:rPr lang="en-US" sz="1600" kern="1200" dirty="0"/>
            <a:t>Detect </a:t>
          </a:r>
          <a:r>
            <a:rPr lang="en-US" sz="1500" kern="1200" dirty="0"/>
            <a:t>(bias</a:t>
          </a:r>
          <a:r>
            <a:rPr lang="en-US" sz="1600" kern="1200" dirty="0"/>
            <a:t>)</a:t>
          </a:r>
        </a:p>
      </dsp:txBody>
      <dsp:txXfrm>
        <a:off x="2066421" y="2115858"/>
        <a:ext cx="1380065" cy="1070649"/>
      </dsp:txXfrm>
    </dsp:sp>
    <dsp:sp modelId="{B03F211E-6853-0D45-A487-AA6C8F2C0B24}">
      <dsp:nvSpPr>
        <dsp:cNvPr id="0" name=""/>
        <dsp:cNvSpPr/>
      </dsp:nvSpPr>
      <dsp:spPr>
        <a:xfrm>
          <a:off x="3624464" y="2471794"/>
          <a:ext cx="306696" cy="35877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3624464" y="2543549"/>
        <a:ext cx="214687" cy="215267"/>
      </dsp:txXfrm>
    </dsp:sp>
    <dsp:sp modelId="{F1B6D5C2-8027-F44E-83ED-4F033CD810F9}">
      <dsp:nvSpPr>
        <dsp:cNvPr id="0" name=""/>
        <dsp:cNvSpPr/>
      </dsp:nvSpPr>
      <dsp:spPr>
        <a:xfrm>
          <a:off x="4058469" y="2082549"/>
          <a:ext cx="1614339" cy="1137267"/>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Understand </a:t>
          </a:r>
          <a:r>
            <a:rPr lang="en-US" sz="1500" kern="1200" dirty="0"/>
            <a:t>(root causes of bias)</a:t>
          </a:r>
        </a:p>
      </dsp:txBody>
      <dsp:txXfrm>
        <a:off x="4091778" y="2115858"/>
        <a:ext cx="1547721" cy="1070649"/>
      </dsp:txXfrm>
    </dsp:sp>
    <dsp:sp modelId="{4D927AD8-6948-AC44-B863-A110433F2977}">
      <dsp:nvSpPr>
        <dsp:cNvPr id="0" name=""/>
        <dsp:cNvSpPr/>
      </dsp:nvSpPr>
      <dsp:spPr>
        <a:xfrm>
          <a:off x="5817477" y="2471794"/>
          <a:ext cx="306696" cy="35877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5817477" y="2543549"/>
        <a:ext cx="214687" cy="215267"/>
      </dsp:txXfrm>
    </dsp:sp>
    <dsp:sp modelId="{13D8D15E-3B5F-1B48-BA99-8D19449FB702}">
      <dsp:nvSpPr>
        <dsp:cNvPr id="0" name=""/>
        <dsp:cNvSpPr/>
      </dsp:nvSpPr>
      <dsp:spPr>
        <a:xfrm>
          <a:off x="6251482" y="2082549"/>
          <a:ext cx="1446683" cy="1137267"/>
        </a:xfrm>
        <a:prstGeom prst="roundRect">
          <a:avLst>
            <a:gd name="adj" fmla="val 10000"/>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Improve</a:t>
          </a:r>
          <a:r>
            <a:rPr lang="en-US" sz="1600" kern="1200" dirty="0"/>
            <a:t> </a:t>
          </a:r>
          <a:r>
            <a:rPr lang="en-US" sz="1500" kern="1200" dirty="0"/>
            <a:t>(fairness of AI systems)</a:t>
          </a:r>
        </a:p>
      </dsp:txBody>
      <dsp:txXfrm>
        <a:off x="6284791" y="2115858"/>
        <a:ext cx="1380065" cy="1070649"/>
      </dsp:txXfrm>
    </dsp:sp>
    <dsp:sp modelId="{55CD432B-6C89-9348-A2BA-F31EF0F21AD4}">
      <dsp:nvSpPr>
        <dsp:cNvPr id="0" name=""/>
        <dsp:cNvSpPr/>
      </dsp:nvSpPr>
      <dsp:spPr>
        <a:xfrm>
          <a:off x="7842834" y="2471794"/>
          <a:ext cx="306696" cy="358777"/>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7842834" y="2543549"/>
        <a:ext cx="214687" cy="215267"/>
      </dsp:txXfrm>
    </dsp:sp>
    <dsp:sp modelId="{DDE803AC-5F89-AF4D-9419-CAE5E03D3E7F}">
      <dsp:nvSpPr>
        <dsp:cNvPr id="0" name=""/>
        <dsp:cNvSpPr/>
      </dsp:nvSpPr>
      <dsp:spPr>
        <a:xfrm>
          <a:off x="8276839" y="2081989"/>
          <a:ext cx="1882048" cy="1138387"/>
        </a:xfrm>
        <a:prstGeom prst="roundRect">
          <a:avLst>
            <a:gd name="adj" fmla="val 10000"/>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Mitigate</a:t>
          </a:r>
          <a:r>
            <a:rPr lang="en-US" sz="1600" kern="1200" dirty="0"/>
            <a:t> </a:t>
          </a:r>
          <a:br>
            <a:rPr lang="en-US" sz="1600" kern="1200" dirty="0"/>
          </a:br>
          <a:r>
            <a:rPr lang="en-US" sz="1500" kern="1200" dirty="0"/>
            <a:t>(the impact through adjusting interventions)</a:t>
          </a:r>
        </a:p>
      </dsp:txBody>
      <dsp:txXfrm>
        <a:off x="8310181" y="2115331"/>
        <a:ext cx="1815364" cy="1071703"/>
      </dsp:txXfrm>
    </dsp:sp>
    <dsp:sp modelId="{2B1AF83F-1014-7842-A4FD-D472ACBD6AD2}">
      <dsp:nvSpPr>
        <dsp:cNvPr id="0" name=""/>
        <dsp:cNvSpPr/>
      </dsp:nvSpPr>
      <dsp:spPr>
        <a:xfrm>
          <a:off x="10303555" y="2471794"/>
          <a:ext cx="306696" cy="358777"/>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0303555" y="2543549"/>
        <a:ext cx="214687" cy="215267"/>
      </dsp:txXfrm>
    </dsp:sp>
    <dsp:sp modelId="{809C2B85-9643-4E4D-B06D-EDC2F0C8D501}">
      <dsp:nvSpPr>
        <dsp:cNvPr id="0" name=""/>
        <dsp:cNvSpPr/>
      </dsp:nvSpPr>
      <dsp:spPr>
        <a:xfrm>
          <a:off x="10737561" y="2082549"/>
          <a:ext cx="1446683" cy="1137267"/>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Monitor &amp; Evaluate</a:t>
          </a:r>
        </a:p>
      </dsp:txBody>
      <dsp:txXfrm>
        <a:off x="10770870" y="2115858"/>
        <a:ext cx="1380065" cy="10706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BEB5D4-FC6F-2340-BF7B-B648AF79BC73}">
      <dsp:nvSpPr>
        <dsp:cNvPr id="0" name=""/>
        <dsp:cNvSpPr/>
      </dsp:nvSpPr>
      <dsp:spPr>
        <a:xfrm>
          <a:off x="7755" y="2082549"/>
          <a:ext cx="1446683" cy="1137267"/>
        </a:xfrm>
        <a:prstGeom prst="roundRect">
          <a:avLst>
            <a:gd name="adj" fmla="val 10000"/>
          </a:avLst>
        </a:prstGeom>
        <a:solidFill>
          <a:schemeClr val="bg2">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Define</a:t>
          </a:r>
          <a:r>
            <a:rPr lang="en-US" sz="1600" kern="1200" dirty="0"/>
            <a:t> </a:t>
          </a:r>
          <a:r>
            <a:rPr lang="en-US" sz="1500" kern="1200" dirty="0"/>
            <a:t>(desired fairness or equity goals)</a:t>
          </a:r>
        </a:p>
      </dsp:txBody>
      <dsp:txXfrm>
        <a:off x="41064" y="2115858"/>
        <a:ext cx="1380065" cy="1070649"/>
      </dsp:txXfrm>
    </dsp:sp>
    <dsp:sp modelId="{87AF59AC-0A09-AC4B-AA7A-9371A00BA7B6}">
      <dsp:nvSpPr>
        <dsp:cNvPr id="0" name=""/>
        <dsp:cNvSpPr/>
      </dsp:nvSpPr>
      <dsp:spPr>
        <a:xfrm>
          <a:off x="1599107" y="2471794"/>
          <a:ext cx="306696" cy="35877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599107" y="2543549"/>
        <a:ext cx="214687" cy="215267"/>
      </dsp:txXfrm>
    </dsp:sp>
    <dsp:sp modelId="{CE661B88-75C1-B34E-9D3A-19E19ED75A0E}">
      <dsp:nvSpPr>
        <dsp:cNvPr id="0" name=""/>
        <dsp:cNvSpPr/>
      </dsp:nvSpPr>
      <dsp:spPr>
        <a:xfrm>
          <a:off x="2033112" y="2082549"/>
          <a:ext cx="1446683" cy="1137267"/>
        </a:xfrm>
        <a:prstGeom prst="roundRect">
          <a:avLst>
            <a:gd name="adj" fmla="val 10000"/>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Measure</a:t>
          </a:r>
          <a:r>
            <a:rPr lang="en-US" sz="1600" kern="1200" dirty="0"/>
            <a:t> and </a:t>
          </a:r>
          <a:br>
            <a:rPr lang="en-US" sz="1600" kern="1200" dirty="0"/>
          </a:br>
          <a:r>
            <a:rPr lang="en-US" sz="1600" kern="1200" dirty="0"/>
            <a:t>Detect </a:t>
          </a:r>
          <a:r>
            <a:rPr lang="en-US" sz="1500" kern="1200" dirty="0"/>
            <a:t>(bias</a:t>
          </a:r>
          <a:r>
            <a:rPr lang="en-US" sz="1600" kern="1200" dirty="0"/>
            <a:t>)</a:t>
          </a:r>
        </a:p>
      </dsp:txBody>
      <dsp:txXfrm>
        <a:off x="2066421" y="2115858"/>
        <a:ext cx="1380065" cy="1070649"/>
      </dsp:txXfrm>
    </dsp:sp>
    <dsp:sp modelId="{B03F211E-6853-0D45-A487-AA6C8F2C0B24}">
      <dsp:nvSpPr>
        <dsp:cNvPr id="0" name=""/>
        <dsp:cNvSpPr/>
      </dsp:nvSpPr>
      <dsp:spPr>
        <a:xfrm>
          <a:off x="3624464" y="2471794"/>
          <a:ext cx="306696" cy="35877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3624464" y="2543549"/>
        <a:ext cx="214687" cy="215267"/>
      </dsp:txXfrm>
    </dsp:sp>
    <dsp:sp modelId="{F1B6D5C2-8027-F44E-83ED-4F033CD810F9}">
      <dsp:nvSpPr>
        <dsp:cNvPr id="0" name=""/>
        <dsp:cNvSpPr/>
      </dsp:nvSpPr>
      <dsp:spPr>
        <a:xfrm>
          <a:off x="4058469" y="2082549"/>
          <a:ext cx="1614339" cy="1137267"/>
        </a:xfrm>
        <a:prstGeom prst="roundRect">
          <a:avLst>
            <a:gd name="adj" fmla="val 10000"/>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Understand </a:t>
          </a:r>
          <a:r>
            <a:rPr lang="en-US" sz="1500" kern="1200" dirty="0"/>
            <a:t>(root causes of bias)</a:t>
          </a:r>
        </a:p>
      </dsp:txBody>
      <dsp:txXfrm>
        <a:off x="4091778" y="2115858"/>
        <a:ext cx="1547721" cy="1070649"/>
      </dsp:txXfrm>
    </dsp:sp>
    <dsp:sp modelId="{4D927AD8-6948-AC44-B863-A110433F2977}">
      <dsp:nvSpPr>
        <dsp:cNvPr id="0" name=""/>
        <dsp:cNvSpPr/>
      </dsp:nvSpPr>
      <dsp:spPr>
        <a:xfrm>
          <a:off x="5817477" y="2471794"/>
          <a:ext cx="306696" cy="35877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5817477" y="2543549"/>
        <a:ext cx="214687" cy="215267"/>
      </dsp:txXfrm>
    </dsp:sp>
    <dsp:sp modelId="{13D8D15E-3B5F-1B48-BA99-8D19449FB702}">
      <dsp:nvSpPr>
        <dsp:cNvPr id="0" name=""/>
        <dsp:cNvSpPr/>
      </dsp:nvSpPr>
      <dsp:spPr>
        <a:xfrm>
          <a:off x="6251482" y="2082549"/>
          <a:ext cx="1446683" cy="1137267"/>
        </a:xfrm>
        <a:prstGeom prst="roundRect">
          <a:avLst>
            <a:gd name="adj" fmla="val 10000"/>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Improve</a:t>
          </a:r>
          <a:r>
            <a:rPr lang="en-US" sz="1600" kern="1200" dirty="0"/>
            <a:t> </a:t>
          </a:r>
          <a:r>
            <a:rPr lang="en-US" sz="1500" kern="1200" dirty="0"/>
            <a:t>(fairness of AI systems)</a:t>
          </a:r>
        </a:p>
      </dsp:txBody>
      <dsp:txXfrm>
        <a:off x="6284791" y="2115858"/>
        <a:ext cx="1380065" cy="1070649"/>
      </dsp:txXfrm>
    </dsp:sp>
    <dsp:sp modelId="{55CD432B-6C89-9348-A2BA-F31EF0F21AD4}">
      <dsp:nvSpPr>
        <dsp:cNvPr id="0" name=""/>
        <dsp:cNvSpPr/>
      </dsp:nvSpPr>
      <dsp:spPr>
        <a:xfrm>
          <a:off x="7842834" y="2471794"/>
          <a:ext cx="306696" cy="358777"/>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7842834" y="2543549"/>
        <a:ext cx="214687" cy="215267"/>
      </dsp:txXfrm>
    </dsp:sp>
    <dsp:sp modelId="{DDE803AC-5F89-AF4D-9419-CAE5E03D3E7F}">
      <dsp:nvSpPr>
        <dsp:cNvPr id="0" name=""/>
        <dsp:cNvSpPr/>
      </dsp:nvSpPr>
      <dsp:spPr>
        <a:xfrm>
          <a:off x="8276839" y="2081989"/>
          <a:ext cx="1882048" cy="1138387"/>
        </a:xfrm>
        <a:prstGeom prst="roundRect">
          <a:avLst>
            <a:gd name="adj" fmla="val 10000"/>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Mitigate</a:t>
          </a:r>
          <a:r>
            <a:rPr lang="en-US" sz="1600" kern="1200" dirty="0"/>
            <a:t> </a:t>
          </a:r>
          <a:br>
            <a:rPr lang="en-US" sz="1600" kern="1200" dirty="0"/>
          </a:br>
          <a:r>
            <a:rPr lang="en-US" sz="1500" kern="1200" dirty="0"/>
            <a:t>(the impact through adjusting interventions)</a:t>
          </a:r>
        </a:p>
      </dsp:txBody>
      <dsp:txXfrm>
        <a:off x="8310181" y="2115331"/>
        <a:ext cx="1815364" cy="1071703"/>
      </dsp:txXfrm>
    </dsp:sp>
    <dsp:sp modelId="{2B1AF83F-1014-7842-A4FD-D472ACBD6AD2}">
      <dsp:nvSpPr>
        <dsp:cNvPr id="0" name=""/>
        <dsp:cNvSpPr/>
      </dsp:nvSpPr>
      <dsp:spPr>
        <a:xfrm>
          <a:off x="10303555" y="2471794"/>
          <a:ext cx="306696" cy="358777"/>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0303555" y="2543549"/>
        <a:ext cx="214687" cy="215267"/>
      </dsp:txXfrm>
    </dsp:sp>
    <dsp:sp modelId="{809C2B85-9643-4E4D-B06D-EDC2F0C8D501}">
      <dsp:nvSpPr>
        <dsp:cNvPr id="0" name=""/>
        <dsp:cNvSpPr/>
      </dsp:nvSpPr>
      <dsp:spPr>
        <a:xfrm>
          <a:off x="10737561" y="2082549"/>
          <a:ext cx="1446683" cy="1137267"/>
        </a:xfrm>
        <a:prstGeom prst="roundRect">
          <a:avLst>
            <a:gd name="adj" fmla="val 10000"/>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Monitor &amp; Evaluate</a:t>
          </a:r>
        </a:p>
      </dsp:txBody>
      <dsp:txXfrm>
        <a:off x="10770870" y="2115858"/>
        <a:ext cx="1380065" cy="107064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BEB5D4-FC6F-2340-BF7B-B648AF79BC73}">
      <dsp:nvSpPr>
        <dsp:cNvPr id="0" name=""/>
        <dsp:cNvSpPr/>
      </dsp:nvSpPr>
      <dsp:spPr>
        <a:xfrm>
          <a:off x="7755" y="2082549"/>
          <a:ext cx="1446683" cy="1137267"/>
        </a:xfrm>
        <a:prstGeom prst="roundRect">
          <a:avLst>
            <a:gd name="adj" fmla="val 10000"/>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Define</a:t>
          </a:r>
          <a:r>
            <a:rPr lang="en-US" sz="1600" kern="1200" dirty="0"/>
            <a:t> </a:t>
          </a:r>
          <a:r>
            <a:rPr lang="en-US" sz="1500" kern="1200" dirty="0"/>
            <a:t>(desired fairness or equity goals)</a:t>
          </a:r>
        </a:p>
      </dsp:txBody>
      <dsp:txXfrm>
        <a:off x="41064" y="2115858"/>
        <a:ext cx="1380065" cy="1070649"/>
      </dsp:txXfrm>
    </dsp:sp>
    <dsp:sp modelId="{87AF59AC-0A09-AC4B-AA7A-9371A00BA7B6}">
      <dsp:nvSpPr>
        <dsp:cNvPr id="0" name=""/>
        <dsp:cNvSpPr/>
      </dsp:nvSpPr>
      <dsp:spPr>
        <a:xfrm>
          <a:off x="1599107" y="2471794"/>
          <a:ext cx="306696" cy="35877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599107" y="2543549"/>
        <a:ext cx="214687" cy="215267"/>
      </dsp:txXfrm>
    </dsp:sp>
    <dsp:sp modelId="{CE661B88-75C1-B34E-9D3A-19E19ED75A0E}">
      <dsp:nvSpPr>
        <dsp:cNvPr id="0" name=""/>
        <dsp:cNvSpPr/>
      </dsp:nvSpPr>
      <dsp:spPr>
        <a:xfrm>
          <a:off x="2033112" y="2082549"/>
          <a:ext cx="1446683" cy="1137267"/>
        </a:xfrm>
        <a:prstGeom prst="roundRect">
          <a:avLst>
            <a:gd name="adj" fmla="val 10000"/>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Measure</a:t>
          </a:r>
          <a:r>
            <a:rPr lang="en-US" sz="1600" kern="1200" dirty="0"/>
            <a:t> and </a:t>
          </a:r>
          <a:br>
            <a:rPr lang="en-US" sz="1600" kern="1200" dirty="0"/>
          </a:br>
          <a:r>
            <a:rPr lang="en-US" sz="1600" kern="1200" dirty="0"/>
            <a:t>Detect </a:t>
          </a:r>
          <a:r>
            <a:rPr lang="en-US" sz="1500" kern="1200" dirty="0"/>
            <a:t>(bias</a:t>
          </a:r>
          <a:r>
            <a:rPr lang="en-US" sz="1600" kern="1200" dirty="0"/>
            <a:t>)</a:t>
          </a:r>
        </a:p>
      </dsp:txBody>
      <dsp:txXfrm>
        <a:off x="2066421" y="2115858"/>
        <a:ext cx="1380065" cy="1070649"/>
      </dsp:txXfrm>
    </dsp:sp>
    <dsp:sp modelId="{B03F211E-6853-0D45-A487-AA6C8F2C0B24}">
      <dsp:nvSpPr>
        <dsp:cNvPr id="0" name=""/>
        <dsp:cNvSpPr/>
      </dsp:nvSpPr>
      <dsp:spPr>
        <a:xfrm>
          <a:off x="3624464" y="2471794"/>
          <a:ext cx="306696" cy="35877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3624464" y="2543549"/>
        <a:ext cx="214687" cy="215267"/>
      </dsp:txXfrm>
    </dsp:sp>
    <dsp:sp modelId="{F1B6D5C2-8027-F44E-83ED-4F033CD810F9}">
      <dsp:nvSpPr>
        <dsp:cNvPr id="0" name=""/>
        <dsp:cNvSpPr/>
      </dsp:nvSpPr>
      <dsp:spPr>
        <a:xfrm>
          <a:off x="4058469" y="2082549"/>
          <a:ext cx="1614339" cy="1137267"/>
        </a:xfrm>
        <a:prstGeom prst="roundRect">
          <a:avLst>
            <a:gd name="adj" fmla="val 10000"/>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Understand </a:t>
          </a:r>
          <a:r>
            <a:rPr lang="en-US" sz="1500" kern="1200" dirty="0"/>
            <a:t>(root causes of bias)</a:t>
          </a:r>
        </a:p>
      </dsp:txBody>
      <dsp:txXfrm>
        <a:off x="4091778" y="2115858"/>
        <a:ext cx="1547721" cy="1070649"/>
      </dsp:txXfrm>
    </dsp:sp>
    <dsp:sp modelId="{4D927AD8-6948-AC44-B863-A110433F2977}">
      <dsp:nvSpPr>
        <dsp:cNvPr id="0" name=""/>
        <dsp:cNvSpPr/>
      </dsp:nvSpPr>
      <dsp:spPr>
        <a:xfrm>
          <a:off x="5817477" y="2471794"/>
          <a:ext cx="306696" cy="35877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5817477" y="2543549"/>
        <a:ext cx="214687" cy="215267"/>
      </dsp:txXfrm>
    </dsp:sp>
    <dsp:sp modelId="{13D8D15E-3B5F-1B48-BA99-8D19449FB702}">
      <dsp:nvSpPr>
        <dsp:cNvPr id="0" name=""/>
        <dsp:cNvSpPr/>
      </dsp:nvSpPr>
      <dsp:spPr>
        <a:xfrm>
          <a:off x="6251482" y="2082549"/>
          <a:ext cx="1446683" cy="1137267"/>
        </a:xfrm>
        <a:prstGeom prst="roundRect">
          <a:avLst>
            <a:gd name="adj" fmla="val 10000"/>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Improve</a:t>
          </a:r>
          <a:r>
            <a:rPr lang="en-US" sz="1600" kern="1200" dirty="0"/>
            <a:t> </a:t>
          </a:r>
          <a:r>
            <a:rPr lang="en-US" sz="1500" kern="1200" dirty="0"/>
            <a:t>(fairness of AI systems)</a:t>
          </a:r>
        </a:p>
      </dsp:txBody>
      <dsp:txXfrm>
        <a:off x="6284791" y="2115858"/>
        <a:ext cx="1380065" cy="1070649"/>
      </dsp:txXfrm>
    </dsp:sp>
    <dsp:sp modelId="{55CD432B-6C89-9348-A2BA-F31EF0F21AD4}">
      <dsp:nvSpPr>
        <dsp:cNvPr id="0" name=""/>
        <dsp:cNvSpPr/>
      </dsp:nvSpPr>
      <dsp:spPr>
        <a:xfrm>
          <a:off x="7842834" y="2471794"/>
          <a:ext cx="306696" cy="358777"/>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7842834" y="2543549"/>
        <a:ext cx="214687" cy="215267"/>
      </dsp:txXfrm>
    </dsp:sp>
    <dsp:sp modelId="{DDE803AC-5F89-AF4D-9419-CAE5E03D3E7F}">
      <dsp:nvSpPr>
        <dsp:cNvPr id="0" name=""/>
        <dsp:cNvSpPr/>
      </dsp:nvSpPr>
      <dsp:spPr>
        <a:xfrm>
          <a:off x="8276839" y="2081989"/>
          <a:ext cx="1882048" cy="1138387"/>
        </a:xfrm>
        <a:prstGeom prst="roundRect">
          <a:avLst>
            <a:gd name="adj" fmla="val 10000"/>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Mitigate</a:t>
          </a:r>
          <a:r>
            <a:rPr lang="en-US" sz="1600" kern="1200" dirty="0"/>
            <a:t> </a:t>
          </a:r>
          <a:br>
            <a:rPr lang="en-US" sz="1600" kern="1200" dirty="0"/>
          </a:br>
          <a:r>
            <a:rPr lang="en-US" sz="1500" kern="1200" dirty="0"/>
            <a:t>(the impact through adjusting interventions)</a:t>
          </a:r>
        </a:p>
      </dsp:txBody>
      <dsp:txXfrm>
        <a:off x="8310181" y="2115331"/>
        <a:ext cx="1815364" cy="1071703"/>
      </dsp:txXfrm>
    </dsp:sp>
    <dsp:sp modelId="{2B1AF83F-1014-7842-A4FD-D472ACBD6AD2}">
      <dsp:nvSpPr>
        <dsp:cNvPr id="0" name=""/>
        <dsp:cNvSpPr/>
      </dsp:nvSpPr>
      <dsp:spPr>
        <a:xfrm>
          <a:off x="10303555" y="2471794"/>
          <a:ext cx="306696" cy="358777"/>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0303555" y="2543549"/>
        <a:ext cx="214687" cy="215267"/>
      </dsp:txXfrm>
    </dsp:sp>
    <dsp:sp modelId="{809C2B85-9643-4E4D-B06D-EDC2F0C8D501}">
      <dsp:nvSpPr>
        <dsp:cNvPr id="0" name=""/>
        <dsp:cNvSpPr/>
      </dsp:nvSpPr>
      <dsp:spPr>
        <a:xfrm>
          <a:off x="10737561" y="2082549"/>
          <a:ext cx="1446683" cy="1137267"/>
        </a:xfrm>
        <a:prstGeom prst="roundRect">
          <a:avLst>
            <a:gd name="adj" fmla="val 10000"/>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Monitor &amp; Evaluate</a:t>
          </a:r>
        </a:p>
      </dsp:txBody>
      <dsp:txXfrm>
        <a:off x="10770870" y="2115858"/>
        <a:ext cx="1380065" cy="107064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BEB5D4-FC6F-2340-BF7B-B648AF79BC73}">
      <dsp:nvSpPr>
        <dsp:cNvPr id="0" name=""/>
        <dsp:cNvSpPr/>
      </dsp:nvSpPr>
      <dsp:spPr>
        <a:xfrm>
          <a:off x="7755" y="2082549"/>
          <a:ext cx="1446683" cy="1137267"/>
        </a:xfrm>
        <a:prstGeom prst="roundRect">
          <a:avLst>
            <a:gd name="adj" fmla="val 10000"/>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Define</a:t>
          </a:r>
          <a:r>
            <a:rPr lang="en-US" sz="1600" kern="1200" dirty="0"/>
            <a:t> </a:t>
          </a:r>
          <a:r>
            <a:rPr lang="en-US" sz="1500" kern="1200" dirty="0"/>
            <a:t>(desired fairness or equity goals)</a:t>
          </a:r>
        </a:p>
      </dsp:txBody>
      <dsp:txXfrm>
        <a:off x="41064" y="2115858"/>
        <a:ext cx="1380065" cy="1070649"/>
      </dsp:txXfrm>
    </dsp:sp>
    <dsp:sp modelId="{87AF59AC-0A09-AC4B-AA7A-9371A00BA7B6}">
      <dsp:nvSpPr>
        <dsp:cNvPr id="0" name=""/>
        <dsp:cNvSpPr/>
      </dsp:nvSpPr>
      <dsp:spPr>
        <a:xfrm>
          <a:off x="1599107" y="2471794"/>
          <a:ext cx="306696" cy="35877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599107" y="2543549"/>
        <a:ext cx="214687" cy="215267"/>
      </dsp:txXfrm>
    </dsp:sp>
    <dsp:sp modelId="{CE661B88-75C1-B34E-9D3A-19E19ED75A0E}">
      <dsp:nvSpPr>
        <dsp:cNvPr id="0" name=""/>
        <dsp:cNvSpPr/>
      </dsp:nvSpPr>
      <dsp:spPr>
        <a:xfrm>
          <a:off x="2033112" y="2082549"/>
          <a:ext cx="1446683" cy="1137267"/>
        </a:xfrm>
        <a:prstGeom prst="roundRect">
          <a:avLst>
            <a:gd name="adj" fmla="val 10000"/>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Measure</a:t>
          </a:r>
          <a:r>
            <a:rPr lang="en-US" sz="1600" kern="1200" dirty="0"/>
            <a:t> and </a:t>
          </a:r>
          <a:br>
            <a:rPr lang="en-US" sz="1600" kern="1200" dirty="0"/>
          </a:br>
          <a:r>
            <a:rPr lang="en-US" sz="1600" kern="1200" dirty="0"/>
            <a:t>Detect </a:t>
          </a:r>
          <a:r>
            <a:rPr lang="en-US" sz="1500" kern="1200" dirty="0"/>
            <a:t>(bias</a:t>
          </a:r>
          <a:r>
            <a:rPr lang="en-US" sz="1600" kern="1200" dirty="0"/>
            <a:t>)</a:t>
          </a:r>
        </a:p>
      </dsp:txBody>
      <dsp:txXfrm>
        <a:off x="2066421" y="2115858"/>
        <a:ext cx="1380065" cy="1070649"/>
      </dsp:txXfrm>
    </dsp:sp>
    <dsp:sp modelId="{B03F211E-6853-0D45-A487-AA6C8F2C0B24}">
      <dsp:nvSpPr>
        <dsp:cNvPr id="0" name=""/>
        <dsp:cNvSpPr/>
      </dsp:nvSpPr>
      <dsp:spPr>
        <a:xfrm>
          <a:off x="3624464" y="2471794"/>
          <a:ext cx="306696" cy="35877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3624464" y="2543549"/>
        <a:ext cx="214687" cy="215267"/>
      </dsp:txXfrm>
    </dsp:sp>
    <dsp:sp modelId="{F1B6D5C2-8027-F44E-83ED-4F033CD810F9}">
      <dsp:nvSpPr>
        <dsp:cNvPr id="0" name=""/>
        <dsp:cNvSpPr/>
      </dsp:nvSpPr>
      <dsp:spPr>
        <a:xfrm>
          <a:off x="4058469" y="2082549"/>
          <a:ext cx="1614339" cy="1137267"/>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Understand </a:t>
          </a:r>
          <a:r>
            <a:rPr lang="en-US" sz="1500" kern="1200" dirty="0"/>
            <a:t>(root causes of bias)</a:t>
          </a:r>
        </a:p>
      </dsp:txBody>
      <dsp:txXfrm>
        <a:off x="4091778" y="2115858"/>
        <a:ext cx="1547721" cy="1070649"/>
      </dsp:txXfrm>
    </dsp:sp>
    <dsp:sp modelId="{4D927AD8-6948-AC44-B863-A110433F2977}">
      <dsp:nvSpPr>
        <dsp:cNvPr id="0" name=""/>
        <dsp:cNvSpPr/>
      </dsp:nvSpPr>
      <dsp:spPr>
        <a:xfrm>
          <a:off x="5817477" y="2471794"/>
          <a:ext cx="306696" cy="35877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5817477" y="2543549"/>
        <a:ext cx="214687" cy="215267"/>
      </dsp:txXfrm>
    </dsp:sp>
    <dsp:sp modelId="{13D8D15E-3B5F-1B48-BA99-8D19449FB702}">
      <dsp:nvSpPr>
        <dsp:cNvPr id="0" name=""/>
        <dsp:cNvSpPr/>
      </dsp:nvSpPr>
      <dsp:spPr>
        <a:xfrm>
          <a:off x="6251482" y="2082549"/>
          <a:ext cx="1446683" cy="1137267"/>
        </a:xfrm>
        <a:prstGeom prst="roundRect">
          <a:avLst>
            <a:gd name="adj" fmla="val 10000"/>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Improve</a:t>
          </a:r>
          <a:r>
            <a:rPr lang="en-US" sz="1600" kern="1200" dirty="0"/>
            <a:t> </a:t>
          </a:r>
          <a:r>
            <a:rPr lang="en-US" sz="1500" kern="1200" dirty="0"/>
            <a:t>(fairness of AI systems)</a:t>
          </a:r>
        </a:p>
      </dsp:txBody>
      <dsp:txXfrm>
        <a:off x="6284791" y="2115858"/>
        <a:ext cx="1380065" cy="1070649"/>
      </dsp:txXfrm>
    </dsp:sp>
    <dsp:sp modelId="{55CD432B-6C89-9348-A2BA-F31EF0F21AD4}">
      <dsp:nvSpPr>
        <dsp:cNvPr id="0" name=""/>
        <dsp:cNvSpPr/>
      </dsp:nvSpPr>
      <dsp:spPr>
        <a:xfrm>
          <a:off x="7842834" y="2471794"/>
          <a:ext cx="306696" cy="358777"/>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7842834" y="2543549"/>
        <a:ext cx="214687" cy="215267"/>
      </dsp:txXfrm>
    </dsp:sp>
    <dsp:sp modelId="{DDE803AC-5F89-AF4D-9419-CAE5E03D3E7F}">
      <dsp:nvSpPr>
        <dsp:cNvPr id="0" name=""/>
        <dsp:cNvSpPr/>
      </dsp:nvSpPr>
      <dsp:spPr>
        <a:xfrm>
          <a:off x="8276839" y="2081989"/>
          <a:ext cx="1882048" cy="1138387"/>
        </a:xfrm>
        <a:prstGeom prst="roundRect">
          <a:avLst>
            <a:gd name="adj" fmla="val 10000"/>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Mitigate</a:t>
          </a:r>
          <a:r>
            <a:rPr lang="en-US" sz="1600" kern="1200" dirty="0"/>
            <a:t> </a:t>
          </a:r>
          <a:br>
            <a:rPr lang="en-US" sz="1600" kern="1200" dirty="0"/>
          </a:br>
          <a:r>
            <a:rPr lang="en-US" sz="1500" kern="1200" dirty="0"/>
            <a:t>(the impact through adjusting interventions)</a:t>
          </a:r>
        </a:p>
      </dsp:txBody>
      <dsp:txXfrm>
        <a:off x="8310181" y="2115331"/>
        <a:ext cx="1815364" cy="1071703"/>
      </dsp:txXfrm>
    </dsp:sp>
    <dsp:sp modelId="{2B1AF83F-1014-7842-A4FD-D472ACBD6AD2}">
      <dsp:nvSpPr>
        <dsp:cNvPr id="0" name=""/>
        <dsp:cNvSpPr/>
      </dsp:nvSpPr>
      <dsp:spPr>
        <a:xfrm>
          <a:off x="10303555" y="2471794"/>
          <a:ext cx="306696" cy="358777"/>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0303555" y="2543549"/>
        <a:ext cx="214687" cy="215267"/>
      </dsp:txXfrm>
    </dsp:sp>
    <dsp:sp modelId="{809C2B85-9643-4E4D-B06D-EDC2F0C8D501}">
      <dsp:nvSpPr>
        <dsp:cNvPr id="0" name=""/>
        <dsp:cNvSpPr/>
      </dsp:nvSpPr>
      <dsp:spPr>
        <a:xfrm>
          <a:off x="10737561" y="2082549"/>
          <a:ext cx="1446683" cy="1137267"/>
        </a:xfrm>
        <a:prstGeom prst="roundRect">
          <a:avLst>
            <a:gd name="adj" fmla="val 10000"/>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Monitor &amp; Evaluate</a:t>
          </a:r>
        </a:p>
      </dsp:txBody>
      <dsp:txXfrm>
        <a:off x="10770870" y="2115858"/>
        <a:ext cx="1380065" cy="107064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62EF61-F651-3C43-BEED-805480128E21}">
      <dsp:nvSpPr>
        <dsp:cNvPr id="0" name=""/>
        <dsp:cNvSpPr/>
      </dsp:nvSpPr>
      <dsp:spPr>
        <a:xfrm>
          <a:off x="5792" y="1937822"/>
          <a:ext cx="1795591" cy="1077354"/>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World</a:t>
          </a:r>
        </a:p>
      </dsp:txBody>
      <dsp:txXfrm>
        <a:off x="37347" y="1969377"/>
        <a:ext cx="1732481" cy="1014244"/>
      </dsp:txXfrm>
    </dsp:sp>
    <dsp:sp modelId="{640CB942-B6B0-284F-94EE-DAA36E8740EB}">
      <dsp:nvSpPr>
        <dsp:cNvPr id="0" name=""/>
        <dsp:cNvSpPr/>
      </dsp:nvSpPr>
      <dsp:spPr>
        <a:xfrm>
          <a:off x="1980942" y="2253846"/>
          <a:ext cx="380665" cy="445306"/>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1980942" y="2342907"/>
        <a:ext cx="266466" cy="267184"/>
      </dsp:txXfrm>
    </dsp:sp>
    <dsp:sp modelId="{25DE5F47-6F09-D644-B951-7ECCCE199BBD}">
      <dsp:nvSpPr>
        <dsp:cNvPr id="0" name=""/>
        <dsp:cNvSpPr/>
      </dsp:nvSpPr>
      <dsp:spPr>
        <a:xfrm>
          <a:off x="2519620" y="1937822"/>
          <a:ext cx="1795591" cy="1077354"/>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Data</a:t>
          </a:r>
        </a:p>
      </dsp:txBody>
      <dsp:txXfrm>
        <a:off x="2551175" y="1969377"/>
        <a:ext cx="1732481" cy="1014244"/>
      </dsp:txXfrm>
    </dsp:sp>
    <dsp:sp modelId="{A81B3B9C-94DD-7049-8278-CBDCBD9310BC}">
      <dsp:nvSpPr>
        <dsp:cNvPr id="0" name=""/>
        <dsp:cNvSpPr/>
      </dsp:nvSpPr>
      <dsp:spPr>
        <a:xfrm>
          <a:off x="4494770" y="2253846"/>
          <a:ext cx="380665" cy="445306"/>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4494770" y="2342907"/>
        <a:ext cx="266466" cy="267184"/>
      </dsp:txXfrm>
    </dsp:sp>
    <dsp:sp modelId="{01EF44C5-252B-0A4C-A30C-84CCF917CBC0}">
      <dsp:nvSpPr>
        <dsp:cNvPr id="0" name=""/>
        <dsp:cNvSpPr/>
      </dsp:nvSpPr>
      <dsp:spPr>
        <a:xfrm>
          <a:off x="5033447" y="1937822"/>
          <a:ext cx="1795591" cy="1077354"/>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AI Pipeline</a:t>
          </a:r>
        </a:p>
      </dsp:txBody>
      <dsp:txXfrm>
        <a:off x="5065002" y="1969377"/>
        <a:ext cx="1732481" cy="1014244"/>
      </dsp:txXfrm>
    </dsp:sp>
    <dsp:sp modelId="{E1EB2EAF-2685-2145-B9F3-CD0B1D45E34B}">
      <dsp:nvSpPr>
        <dsp:cNvPr id="0" name=""/>
        <dsp:cNvSpPr/>
      </dsp:nvSpPr>
      <dsp:spPr>
        <a:xfrm>
          <a:off x="7008598" y="2253846"/>
          <a:ext cx="380665" cy="445306"/>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7008598" y="2342907"/>
        <a:ext cx="266466" cy="267184"/>
      </dsp:txXfrm>
    </dsp:sp>
    <dsp:sp modelId="{6D4D51E8-C9B9-9A4E-8104-8412D5416B4E}">
      <dsp:nvSpPr>
        <dsp:cNvPr id="0" name=""/>
        <dsp:cNvSpPr/>
      </dsp:nvSpPr>
      <dsp:spPr>
        <a:xfrm>
          <a:off x="7547275" y="1937822"/>
          <a:ext cx="1795591" cy="1077354"/>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Actions</a:t>
          </a:r>
        </a:p>
      </dsp:txBody>
      <dsp:txXfrm>
        <a:off x="7578830" y="1969377"/>
        <a:ext cx="1732481" cy="1014244"/>
      </dsp:txXfrm>
    </dsp:sp>
    <dsp:sp modelId="{DDA29801-4FFE-E148-B2C2-F3ED5401E54F}">
      <dsp:nvSpPr>
        <dsp:cNvPr id="0" name=""/>
        <dsp:cNvSpPr/>
      </dsp:nvSpPr>
      <dsp:spPr>
        <a:xfrm>
          <a:off x="9522426" y="2253846"/>
          <a:ext cx="380665" cy="445306"/>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9522426" y="2342907"/>
        <a:ext cx="266466" cy="267184"/>
      </dsp:txXfrm>
    </dsp:sp>
    <dsp:sp modelId="{3D4D8B31-373B-B045-80B9-309C115BBC99}">
      <dsp:nvSpPr>
        <dsp:cNvPr id="0" name=""/>
        <dsp:cNvSpPr/>
      </dsp:nvSpPr>
      <dsp:spPr>
        <a:xfrm>
          <a:off x="10061103" y="1937822"/>
          <a:ext cx="1795591" cy="1077354"/>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Disparity in Outcomes</a:t>
          </a:r>
        </a:p>
      </dsp:txBody>
      <dsp:txXfrm>
        <a:off x="10092658" y="1969377"/>
        <a:ext cx="1732481" cy="101424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BEB5D4-FC6F-2340-BF7B-B648AF79BC73}">
      <dsp:nvSpPr>
        <dsp:cNvPr id="0" name=""/>
        <dsp:cNvSpPr/>
      </dsp:nvSpPr>
      <dsp:spPr>
        <a:xfrm>
          <a:off x="7755" y="2082549"/>
          <a:ext cx="1446683" cy="1137267"/>
        </a:xfrm>
        <a:prstGeom prst="roundRect">
          <a:avLst>
            <a:gd name="adj" fmla="val 10000"/>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Define</a:t>
          </a:r>
          <a:r>
            <a:rPr lang="en-US" sz="1600" kern="1200" dirty="0"/>
            <a:t> </a:t>
          </a:r>
          <a:r>
            <a:rPr lang="en-US" sz="1500" kern="1200" dirty="0"/>
            <a:t>(desired fairness or equity goals)</a:t>
          </a:r>
        </a:p>
      </dsp:txBody>
      <dsp:txXfrm>
        <a:off x="41064" y="2115858"/>
        <a:ext cx="1380065" cy="1070649"/>
      </dsp:txXfrm>
    </dsp:sp>
    <dsp:sp modelId="{87AF59AC-0A09-AC4B-AA7A-9371A00BA7B6}">
      <dsp:nvSpPr>
        <dsp:cNvPr id="0" name=""/>
        <dsp:cNvSpPr/>
      </dsp:nvSpPr>
      <dsp:spPr>
        <a:xfrm>
          <a:off x="1599107" y="2471794"/>
          <a:ext cx="306696" cy="35877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599107" y="2543549"/>
        <a:ext cx="214687" cy="215267"/>
      </dsp:txXfrm>
    </dsp:sp>
    <dsp:sp modelId="{CE661B88-75C1-B34E-9D3A-19E19ED75A0E}">
      <dsp:nvSpPr>
        <dsp:cNvPr id="0" name=""/>
        <dsp:cNvSpPr/>
      </dsp:nvSpPr>
      <dsp:spPr>
        <a:xfrm>
          <a:off x="2033112" y="2082549"/>
          <a:ext cx="1446683" cy="1137267"/>
        </a:xfrm>
        <a:prstGeom prst="roundRect">
          <a:avLst>
            <a:gd name="adj" fmla="val 10000"/>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Measure</a:t>
          </a:r>
          <a:r>
            <a:rPr lang="en-US" sz="1600" kern="1200" dirty="0"/>
            <a:t> and </a:t>
          </a:r>
          <a:br>
            <a:rPr lang="en-US" sz="1600" kern="1200" dirty="0"/>
          </a:br>
          <a:r>
            <a:rPr lang="en-US" sz="1600" kern="1200" dirty="0"/>
            <a:t>Detect </a:t>
          </a:r>
          <a:r>
            <a:rPr lang="en-US" sz="1500" kern="1200" dirty="0"/>
            <a:t>(bias</a:t>
          </a:r>
          <a:r>
            <a:rPr lang="en-US" sz="1600" kern="1200" dirty="0"/>
            <a:t>)</a:t>
          </a:r>
        </a:p>
      </dsp:txBody>
      <dsp:txXfrm>
        <a:off x="2066421" y="2115858"/>
        <a:ext cx="1380065" cy="1070649"/>
      </dsp:txXfrm>
    </dsp:sp>
    <dsp:sp modelId="{B03F211E-6853-0D45-A487-AA6C8F2C0B24}">
      <dsp:nvSpPr>
        <dsp:cNvPr id="0" name=""/>
        <dsp:cNvSpPr/>
      </dsp:nvSpPr>
      <dsp:spPr>
        <a:xfrm>
          <a:off x="3624464" y="2471794"/>
          <a:ext cx="306696" cy="35877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3624464" y="2543549"/>
        <a:ext cx="214687" cy="215267"/>
      </dsp:txXfrm>
    </dsp:sp>
    <dsp:sp modelId="{F1B6D5C2-8027-F44E-83ED-4F033CD810F9}">
      <dsp:nvSpPr>
        <dsp:cNvPr id="0" name=""/>
        <dsp:cNvSpPr/>
      </dsp:nvSpPr>
      <dsp:spPr>
        <a:xfrm>
          <a:off x="4058469" y="2082549"/>
          <a:ext cx="1614339" cy="1137267"/>
        </a:xfrm>
        <a:prstGeom prst="roundRect">
          <a:avLst>
            <a:gd name="adj" fmla="val 10000"/>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Understand </a:t>
          </a:r>
          <a:r>
            <a:rPr lang="en-US" sz="1500" kern="1200" dirty="0"/>
            <a:t>(root causes of bias)</a:t>
          </a:r>
        </a:p>
      </dsp:txBody>
      <dsp:txXfrm>
        <a:off x="4091778" y="2115858"/>
        <a:ext cx="1547721" cy="1070649"/>
      </dsp:txXfrm>
    </dsp:sp>
    <dsp:sp modelId="{4D927AD8-6948-AC44-B863-A110433F2977}">
      <dsp:nvSpPr>
        <dsp:cNvPr id="0" name=""/>
        <dsp:cNvSpPr/>
      </dsp:nvSpPr>
      <dsp:spPr>
        <a:xfrm>
          <a:off x="5817477" y="2471794"/>
          <a:ext cx="306696" cy="35877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5817477" y="2543549"/>
        <a:ext cx="214687" cy="215267"/>
      </dsp:txXfrm>
    </dsp:sp>
    <dsp:sp modelId="{13D8D15E-3B5F-1B48-BA99-8D19449FB702}">
      <dsp:nvSpPr>
        <dsp:cNvPr id="0" name=""/>
        <dsp:cNvSpPr/>
      </dsp:nvSpPr>
      <dsp:spPr>
        <a:xfrm>
          <a:off x="6251482" y="2082549"/>
          <a:ext cx="1446683" cy="1137267"/>
        </a:xfrm>
        <a:prstGeom prst="roundRect">
          <a:avLst>
            <a:gd name="adj" fmla="val 10000"/>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Improve</a:t>
          </a:r>
          <a:r>
            <a:rPr lang="en-US" sz="1600" kern="1200" dirty="0"/>
            <a:t> </a:t>
          </a:r>
          <a:r>
            <a:rPr lang="en-US" sz="1500" kern="1200" dirty="0"/>
            <a:t>(fairness of AI systems)</a:t>
          </a:r>
        </a:p>
      </dsp:txBody>
      <dsp:txXfrm>
        <a:off x="6284791" y="2115858"/>
        <a:ext cx="1380065" cy="1070649"/>
      </dsp:txXfrm>
    </dsp:sp>
    <dsp:sp modelId="{55CD432B-6C89-9348-A2BA-F31EF0F21AD4}">
      <dsp:nvSpPr>
        <dsp:cNvPr id="0" name=""/>
        <dsp:cNvSpPr/>
      </dsp:nvSpPr>
      <dsp:spPr>
        <a:xfrm>
          <a:off x="7842834" y="2471794"/>
          <a:ext cx="306696" cy="358777"/>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7842834" y="2543549"/>
        <a:ext cx="214687" cy="215267"/>
      </dsp:txXfrm>
    </dsp:sp>
    <dsp:sp modelId="{DDE803AC-5F89-AF4D-9419-CAE5E03D3E7F}">
      <dsp:nvSpPr>
        <dsp:cNvPr id="0" name=""/>
        <dsp:cNvSpPr/>
      </dsp:nvSpPr>
      <dsp:spPr>
        <a:xfrm>
          <a:off x="8276839" y="2081989"/>
          <a:ext cx="1882048" cy="1138387"/>
        </a:xfrm>
        <a:prstGeom prst="roundRect">
          <a:avLst>
            <a:gd name="adj" fmla="val 10000"/>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Mitigate</a:t>
          </a:r>
          <a:r>
            <a:rPr lang="en-US" sz="1600" kern="1200" dirty="0"/>
            <a:t> </a:t>
          </a:r>
          <a:br>
            <a:rPr lang="en-US" sz="1600" kern="1200" dirty="0"/>
          </a:br>
          <a:r>
            <a:rPr lang="en-US" sz="1500" kern="1200" dirty="0"/>
            <a:t>(the impact through adjusting interventions)</a:t>
          </a:r>
        </a:p>
      </dsp:txBody>
      <dsp:txXfrm>
        <a:off x="8310181" y="2115331"/>
        <a:ext cx="1815364" cy="1071703"/>
      </dsp:txXfrm>
    </dsp:sp>
    <dsp:sp modelId="{2B1AF83F-1014-7842-A4FD-D472ACBD6AD2}">
      <dsp:nvSpPr>
        <dsp:cNvPr id="0" name=""/>
        <dsp:cNvSpPr/>
      </dsp:nvSpPr>
      <dsp:spPr>
        <a:xfrm>
          <a:off x="10303555" y="2471794"/>
          <a:ext cx="306696" cy="358777"/>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0303555" y="2543549"/>
        <a:ext cx="214687" cy="215267"/>
      </dsp:txXfrm>
    </dsp:sp>
    <dsp:sp modelId="{809C2B85-9643-4E4D-B06D-EDC2F0C8D501}">
      <dsp:nvSpPr>
        <dsp:cNvPr id="0" name=""/>
        <dsp:cNvSpPr/>
      </dsp:nvSpPr>
      <dsp:spPr>
        <a:xfrm>
          <a:off x="10737561" y="2082549"/>
          <a:ext cx="1446683" cy="1137267"/>
        </a:xfrm>
        <a:prstGeom prst="roundRect">
          <a:avLst>
            <a:gd name="adj" fmla="val 10000"/>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FFFF00"/>
              </a:solidFill>
            </a:rPr>
            <a:t>Monitor &amp; Evaluate</a:t>
          </a:r>
        </a:p>
      </dsp:txBody>
      <dsp:txXfrm>
        <a:off x="10770870" y="2115858"/>
        <a:ext cx="1380065" cy="1070649"/>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349A62-6547-A44F-ACC5-484585D5F90C}" type="datetimeFigureOut">
              <a:rPr lang="en-US" smtClean="0"/>
              <a:t>10/29/25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5165F0-4C59-C648-B473-9DFE9AC7977F}" type="slidenum">
              <a:rPr lang="en-US" smtClean="0"/>
              <a:t>‹#›</a:t>
            </a:fld>
            <a:endParaRPr lang="en-US"/>
          </a:p>
        </p:txBody>
      </p:sp>
    </p:spTree>
    <p:extLst>
      <p:ext uri="{BB962C8B-B14F-4D97-AF65-F5344CB8AC3E}">
        <p14:creationId xmlns:p14="http://schemas.microsoft.com/office/powerpoint/2010/main" val="2651479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 name="Google Shape;3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8ef828af6a_0_163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g8ef828af6a_0_16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9268709f74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g9268709f74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9268709f74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9268709f74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25dd14754f2_3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25dd14754f2_3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25dd14754f2_3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25dd14754f2_3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25dd14754f2_3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25dd14754f2_3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25dd14754f2_3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25dd14754f2_3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25dd14754f2_3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25dd14754f2_3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25dd14754f2_3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25dd14754f2_3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25dd14754f2_3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25dd14754f2_3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8ef828af6a_0_101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5" name="Google Shape;425;g8ef828af6a_0_10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8ef828af6a_0_102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3" name="Google Shape;433;g8ef828af6a_0_10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25dd14754f2_3_7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8" name="Google Shape;448;g25dd14754f2_3_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25dd14754f2_3_11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6" name="Google Shape;456;g25dd14754f2_3_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25dd14754f2_3_10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6" name="Google Shape;466;g25dd14754f2_3_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5b0c8fd486_0_4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1" name="Google Shape;871;g5b0c8fd486_0_4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88644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8d5290cc44_0_25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8d5290cc44_0_25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Label - counterfactual caveat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8d5290cc44_0_24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8" name="Google Shape;588;g8d5290cc44_0_24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8d5290cc44_0_3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8d5290cc44_0_3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8ef828af6a_0_4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8ef828af6a_0_4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g8ef828af6a_0_4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7" name="Google Shape;667;g8ef828af6a_0_4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g8ef828af6a_0_4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4" name="Google Shape;674;g8ef828af6a_0_4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925f7f0d10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9" name="Google Shape;699;g925f7f0d10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8e364c9ff6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8e364c9ff6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8d5290cc44_0_32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8" name="Google Shape;298;g8d5290cc44_0_3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76503b3cf1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76503b3cf1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Unmet needs might include homelessness, unemployment, substance abuse/addiction, mental health issues, etc.</a:t>
            </a:r>
            <a:endParaRPr/>
          </a:p>
          <a:p>
            <a:pPr marL="0" lvl="0" indent="0" algn="l" rtl="0">
              <a:spcBef>
                <a:spcPts val="0"/>
              </a:spcBef>
              <a:spcAft>
                <a:spcPts val="0"/>
              </a:spcAft>
              <a:buNone/>
            </a:pPr>
            <a:r>
              <a:rPr lang="en"/>
              <a:t>Not suggesting these are only factors in crime/arrests, but believe they are important contributors</a:t>
            </a:r>
            <a:endParaRPr/>
          </a:p>
        </p:txBody>
      </p:sp>
    </p:spTree>
    <p:extLst>
      <p:ext uri="{BB962C8B-B14F-4D97-AF65-F5344CB8AC3E}">
        <p14:creationId xmlns:p14="http://schemas.microsoft.com/office/powerpoint/2010/main" val="26398154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76503b3cf1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76503b3cf1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40435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d4f7128003_0_7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7" name="Google Shape;717;gd4f7128003_0_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5"/>
        <p:cNvGrpSpPr/>
        <p:nvPr/>
      </p:nvGrpSpPr>
      <p:grpSpPr>
        <a:xfrm>
          <a:off x="0" y="0"/>
          <a:ext cx="0" cy="0"/>
          <a:chOff x="0" y="0"/>
          <a:chExt cx="0" cy="0"/>
        </a:xfrm>
      </p:grpSpPr>
      <p:sp>
        <p:nvSpPr>
          <p:cNvPr id="1516" name="Google Shape;1516;gba7f3d173d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7" name="Google Shape;1517;gba7f3d173d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a:t>
            </a:r>
            <a:r>
              <a:rPr lang="en-US" baseline="30000" dirty="0"/>
              <a:t>th</a:t>
            </a:r>
            <a:r>
              <a:rPr lang="en-US" dirty="0"/>
              <a:t> Amendment often interpreted to prohibit racial classification in most cases (that is, taking race into account in state decision-making) as well as racial intentions/discriminatory purpose</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60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792738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61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286833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2"/>
        <p:cNvGrpSpPr/>
        <p:nvPr/>
      </p:nvGrpSpPr>
      <p:grpSpPr>
        <a:xfrm>
          <a:off x="0" y="0"/>
          <a:ext cx="0" cy="0"/>
          <a:chOff x="0" y="0"/>
          <a:chExt cx="0" cy="0"/>
        </a:xfrm>
      </p:grpSpPr>
      <p:sp>
        <p:nvSpPr>
          <p:cNvPr id="1223" name="Google Shape;1223;g5b0c8fd486_0_9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4" name="Google Shape;1224;g5b0c8fd486_0_9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58064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2"/>
        <p:cNvGrpSpPr/>
        <p:nvPr/>
      </p:nvGrpSpPr>
      <p:grpSpPr>
        <a:xfrm>
          <a:off x="0" y="0"/>
          <a:ext cx="0" cy="0"/>
          <a:chOff x="0" y="0"/>
          <a:chExt cx="0" cy="0"/>
        </a:xfrm>
      </p:grpSpPr>
      <p:sp>
        <p:nvSpPr>
          <p:cNvPr id="1223" name="Google Shape;1223;g5b0c8fd486_0_9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4" name="Google Shape;1224;g5b0c8fd486_0_9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50257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76503b3cf1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76503b3cf1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chemeClr val="dk1"/>
                </a:solidFill>
                <a:latin typeface="Calibri"/>
                <a:ea typeface="Calibri"/>
                <a:cs typeface="Calibri"/>
                <a:sym typeface="Calibri"/>
              </a:rPr>
              <a:t>Context-dependence of fairness definition</a:t>
            </a:r>
            <a:endParaRPr sz="1400">
              <a:solidFill>
                <a:schemeClr val="dk1"/>
              </a:solidFill>
              <a:latin typeface="Calibri"/>
              <a:ea typeface="Calibri"/>
              <a:cs typeface="Calibri"/>
              <a:sym typeface="Calibri"/>
            </a:endParaRPr>
          </a:p>
          <a:p>
            <a:pPr marL="0" lvl="0" indent="0" algn="l" rtl="0">
              <a:spcBef>
                <a:spcPts val="0"/>
              </a:spcBef>
              <a:spcAft>
                <a:spcPts val="0"/>
              </a:spcAft>
              <a:buNone/>
            </a:pPr>
            <a:r>
              <a:rPr lang="en" sz="1400">
                <a:solidFill>
                  <a:schemeClr val="dk1"/>
                </a:solidFill>
                <a:latin typeface="Calibri"/>
                <a:ea typeface="Calibri"/>
                <a:cs typeface="Calibri"/>
                <a:sym typeface="Calibri"/>
              </a:rPr>
              <a:t>Idea of fairness tree is starting point for conversations with stakeholders, help guide discussion</a:t>
            </a:r>
            <a:endParaRPr sz="14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400">
                <a:solidFill>
                  <a:schemeClr val="dk1"/>
                </a:solidFill>
                <a:latin typeface="Calibri"/>
                <a:ea typeface="Calibri"/>
                <a:cs typeface="Calibri"/>
                <a:sym typeface="Calibri"/>
              </a:rPr>
              <a:t>In assistive program with resource constraints, focus on recall parity (equivalent to equality of opportunity discussed by Hardt and others --- also “sensitivity” and TPR and 1-FNR)</a:t>
            </a:r>
            <a:endParaRPr/>
          </a:p>
        </p:txBody>
      </p:sp>
    </p:spTree>
    <p:extLst>
      <p:ext uri="{BB962C8B-B14F-4D97-AF65-F5344CB8AC3E}">
        <p14:creationId xmlns:p14="http://schemas.microsoft.com/office/powerpoint/2010/main" val="27543496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6db7dcffd9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6db7dcffd9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chemeClr val="dk1"/>
                </a:solidFill>
                <a:latin typeface="Calibri"/>
                <a:ea typeface="Calibri"/>
                <a:cs typeface="Calibri"/>
                <a:sym typeface="Calibri"/>
              </a:rPr>
              <a:t>Context-dependence of fairness definition</a:t>
            </a:r>
            <a:endParaRPr sz="1400">
              <a:solidFill>
                <a:schemeClr val="dk1"/>
              </a:solidFill>
              <a:latin typeface="Calibri"/>
              <a:ea typeface="Calibri"/>
              <a:cs typeface="Calibri"/>
              <a:sym typeface="Calibri"/>
            </a:endParaRPr>
          </a:p>
          <a:p>
            <a:pPr marL="0" lvl="0" indent="0" algn="l" rtl="0">
              <a:spcBef>
                <a:spcPts val="0"/>
              </a:spcBef>
              <a:spcAft>
                <a:spcPts val="0"/>
              </a:spcAft>
              <a:buNone/>
            </a:pPr>
            <a:r>
              <a:rPr lang="en" sz="1400">
                <a:solidFill>
                  <a:schemeClr val="dk1"/>
                </a:solidFill>
                <a:latin typeface="Calibri"/>
                <a:ea typeface="Calibri"/>
                <a:cs typeface="Calibri"/>
                <a:sym typeface="Calibri"/>
              </a:rPr>
              <a:t>Idea of fairness tree is starting point for conversations with stakeholders, help guide discussion</a:t>
            </a:r>
            <a:endParaRPr sz="1400">
              <a:solidFill>
                <a:schemeClr val="dk1"/>
              </a:solidFill>
              <a:latin typeface="Calibri"/>
              <a:ea typeface="Calibri"/>
              <a:cs typeface="Calibri"/>
              <a:sym typeface="Calibri"/>
            </a:endParaRPr>
          </a:p>
          <a:p>
            <a:pPr marL="0" lvl="0" indent="0" algn="l" rtl="0">
              <a:spcBef>
                <a:spcPts val="0"/>
              </a:spcBef>
              <a:spcAft>
                <a:spcPts val="0"/>
              </a:spcAft>
              <a:buNone/>
            </a:pPr>
            <a:r>
              <a:rPr lang="en" sz="1400">
                <a:solidFill>
                  <a:schemeClr val="dk1"/>
                </a:solidFill>
                <a:latin typeface="Calibri"/>
                <a:ea typeface="Calibri"/>
                <a:cs typeface="Calibri"/>
                <a:sym typeface="Calibri"/>
              </a:rPr>
              <a:t>In assistive program with resource constraints, focus on recall parity (equivalent to equality of opportunity discussed by Hardt and others --- also “sensitivity” and TPR and 1-FNR)</a:t>
            </a:r>
            <a:endParaRPr/>
          </a:p>
        </p:txBody>
      </p:sp>
    </p:spTree>
    <p:extLst>
      <p:ext uri="{BB962C8B-B14F-4D97-AF65-F5344CB8AC3E}">
        <p14:creationId xmlns:p14="http://schemas.microsoft.com/office/powerpoint/2010/main" val="33623875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76503b3cf1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76503b3cf1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47566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76503b3cf1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76503b3cf1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76291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76503b3cf1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76503b3cf1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12623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6db7dcffd9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6db7dcffd9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8718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6db7dcffd9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6db7dcffd9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99872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6db7dcffd9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6db7dcffd9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 the “Reduce Disparities” options, we targeted recall levels in proportion to underlying prevalence in the population. Could make other choices, but this has the nice property of readjusting as these prevalences change while also still distributing resources across all groups, but one could reasonably take many possible approaches.</a:t>
            </a:r>
            <a:endParaRPr/>
          </a:p>
        </p:txBody>
      </p:sp>
    </p:spTree>
    <p:extLst>
      <p:ext uri="{BB962C8B-B14F-4D97-AF65-F5344CB8AC3E}">
        <p14:creationId xmlns:p14="http://schemas.microsoft.com/office/powerpoint/2010/main" val="30162539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76503b3cf1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76503b3cf1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90132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76503b3cf1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76503b3cf1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81273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76503b3cf1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76503b3cf1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130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Master" Target="../slideMasters/slideMaster3.xml"/><Relationship Id="rId4" Type="http://schemas.openxmlformats.org/officeDocument/2006/relationships/image" Target="../media/image4.tif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9C18D-4D43-4541-82CC-DD8BA5E776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90FC81-59DE-9E4D-8DDD-FDBE2B5231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7DE691-2D90-5246-AEF1-61FCC999B16D}"/>
              </a:ext>
            </a:extLst>
          </p:cNvPr>
          <p:cNvSpPr>
            <a:spLocks noGrp="1"/>
          </p:cNvSpPr>
          <p:nvPr>
            <p:ph type="dt" sz="half" idx="10"/>
          </p:nvPr>
        </p:nvSpPr>
        <p:spPr/>
        <p:txBody>
          <a:bodyPr/>
          <a:lstStyle/>
          <a:p>
            <a:fld id="{57F2071C-090D-C444-A84A-54195789C19F}" type="datetimeFigureOut">
              <a:rPr lang="en-US" smtClean="0"/>
              <a:t>10/29/25</a:t>
            </a:fld>
            <a:endParaRPr lang="en-US"/>
          </a:p>
        </p:txBody>
      </p:sp>
      <p:sp>
        <p:nvSpPr>
          <p:cNvPr id="5" name="Footer Placeholder 4">
            <a:extLst>
              <a:ext uri="{FF2B5EF4-FFF2-40B4-BE49-F238E27FC236}">
                <a16:creationId xmlns:a16="http://schemas.microsoft.com/office/drawing/2014/main" id="{EDCDC57C-084B-0141-BCAD-A0B67A06BA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74A20E-D9EB-634C-A890-E4B6B12C34F6}"/>
              </a:ext>
            </a:extLst>
          </p:cNvPr>
          <p:cNvSpPr>
            <a:spLocks noGrp="1"/>
          </p:cNvSpPr>
          <p:nvPr>
            <p:ph type="sldNum" sz="quarter" idx="12"/>
          </p:nvPr>
        </p:nvSpPr>
        <p:spPr/>
        <p:txBody>
          <a:bodyPr/>
          <a:lstStyle/>
          <a:p>
            <a:fld id="{98DAC2E8-92E8-C641-B626-51797247133C}" type="slidenum">
              <a:rPr lang="en-US" smtClean="0"/>
              <a:t>‹#›</a:t>
            </a:fld>
            <a:endParaRPr lang="en-US"/>
          </a:p>
        </p:txBody>
      </p:sp>
    </p:spTree>
    <p:extLst>
      <p:ext uri="{BB962C8B-B14F-4D97-AF65-F5344CB8AC3E}">
        <p14:creationId xmlns:p14="http://schemas.microsoft.com/office/powerpoint/2010/main" val="3414115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74FB0-5BD3-244E-ABE8-24760966D3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64EC1E-FC22-F347-8A28-4C04EF2DA9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50D408-71E7-E943-9022-219E46CC5C8B}"/>
              </a:ext>
            </a:extLst>
          </p:cNvPr>
          <p:cNvSpPr>
            <a:spLocks noGrp="1"/>
          </p:cNvSpPr>
          <p:nvPr>
            <p:ph type="dt" sz="half" idx="10"/>
          </p:nvPr>
        </p:nvSpPr>
        <p:spPr/>
        <p:txBody>
          <a:bodyPr/>
          <a:lstStyle/>
          <a:p>
            <a:fld id="{57F2071C-090D-C444-A84A-54195789C19F}" type="datetimeFigureOut">
              <a:rPr lang="en-US" smtClean="0"/>
              <a:t>10/29/25</a:t>
            </a:fld>
            <a:endParaRPr lang="en-US"/>
          </a:p>
        </p:txBody>
      </p:sp>
      <p:sp>
        <p:nvSpPr>
          <p:cNvPr id="5" name="Footer Placeholder 4">
            <a:extLst>
              <a:ext uri="{FF2B5EF4-FFF2-40B4-BE49-F238E27FC236}">
                <a16:creationId xmlns:a16="http://schemas.microsoft.com/office/drawing/2014/main" id="{96104B70-3ACD-1842-AF3A-DCDB2BAF28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8C794B-5BB8-3340-AE42-59DDAC5E9522}"/>
              </a:ext>
            </a:extLst>
          </p:cNvPr>
          <p:cNvSpPr>
            <a:spLocks noGrp="1"/>
          </p:cNvSpPr>
          <p:nvPr>
            <p:ph type="sldNum" sz="quarter" idx="12"/>
          </p:nvPr>
        </p:nvSpPr>
        <p:spPr/>
        <p:txBody>
          <a:bodyPr/>
          <a:lstStyle/>
          <a:p>
            <a:fld id="{98DAC2E8-92E8-C641-B626-51797247133C}" type="slidenum">
              <a:rPr lang="en-US" smtClean="0"/>
              <a:t>‹#›</a:t>
            </a:fld>
            <a:endParaRPr lang="en-US"/>
          </a:p>
        </p:txBody>
      </p:sp>
    </p:spTree>
    <p:extLst>
      <p:ext uri="{BB962C8B-B14F-4D97-AF65-F5344CB8AC3E}">
        <p14:creationId xmlns:p14="http://schemas.microsoft.com/office/powerpoint/2010/main" val="2686309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DE52D-FB22-6D4A-B178-CE36CD5D0E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9AD49F2-75A4-2848-8183-FC7C76EF19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378543-2864-5949-BB6D-96CD87A891B9}"/>
              </a:ext>
            </a:extLst>
          </p:cNvPr>
          <p:cNvSpPr>
            <a:spLocks noGrp="1"/>
          </p:cNvSpPr>
          <p:nvPr>
            <p:ph type="dt" sz="half" idx="10"/>
          </p:nvPr>
        </p:nvSpPr>
        <p:spPr/>
        <p:txBody>
          <a:bodyPr/>
          <a:lstStyle/>
          <a:p>
            <a:fld id="{57F2071C-090D-C444-A84A-54195789C19F}" type="datetimeFigureOut">
              <a:rPr lang="en-US" smtClean="0"/>
              <a:t>10/29/25</a:t>
            </a:fld>
            <a:endParaRPr lang="en-US"/>
          </a:p>
        </p:txBody>
      </p:sp>
      <p:sp>
        <p:nvSpPr>
          <p:cNvPr id="5" name="Footer Placeholder 4">
            <a:extLst>
              <a:ext uri="{FF2B5EF4-FFF2-40B4-BE49-F238E27FC236}">
                <a16:creationId xmlns:a16="http://schemas.microsoft.com/office/drawing/2014/main" id="{6988C8A0-F6E0-2E41-8C27-CE15A8F822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F57D01-229C-6841-80C6-A58C7B24B638}"/>
              </a:ext>
            </a:extLst>
          </p:cNvPr>
          <p:cNvSpPr>
            <a:spLocks noGrp="1"/>
          </p:cNvSpPr>
          <p:nvPr>
            <p:ph type="sldNum" sz="quarter" idx="12"/>
          </p:nvPr>
        </p:nvSpPr>
        <p:spPr/>
        <p:txBody>
          <a:bodyPr/>
          <a:lstStyle/>
          <a:p>
            <a:fld id="{98DAC2E8-92E8-C641-B626-51797247133C}" type="slidenum">
              <a:rPr lang="en-US" smtClean="0"/>
              <a:t>‹#›</a:t>
            </a:fld>
            <a:endParaRPr lang="en-US"/>
          </a:p>
        </p:txBody>
      </p:sp>
    </p:spTree>
    <p:extLst>
      <p:ext uri="{BB962C8B-B14F-4D97-AF65-F5344CB8AC3E}">
        <p14:creationId xmlns:p14="http://schemas.microsoft.com/office/powerpoint/2010/main" val="2443813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918A7-847B-0F4F-ADA3-52CA15A818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6E2316-6FA0-AF43-810A-7BEDFD05A4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9F8C73-07C8-B848-9255-FDA1E3F320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1D18ED-D0FB-8A44-8CE1-B5C0D1505C88}"/>
              </a:ext>
            </a:extLst>
          </p:cNvPr>
          <p:cNvSpPr>
            <a:spLocks noGrp="1"/>
          </p:cNvSpPr>
          <p:nvPr>
            <p:ph type="dt" sz="half" idx="10"/>
          </p:nvPr>
        </p:nvSpPr>
        <p:spPr/>
        <p:txBody>
          <a:bodyPr/>
          <a:lstStyle/>
          <a:p>
            <a:fld id="{57F2071C-090D-C444-A84A-54195789C19F}" type="datetimeFigureOut">
              <a:rPr lang="en-US" smtClean="0"/>
              <a:t>10/29/25</a:t>
            </a:fld>
            <a:endParaRPr lang="en-US"/>
          </a:p>
        </p:txBody>
      </p:sp>
      <p:sp>
        <p:nvSpPr>
          <p:cNvPr id="6" name="Footer Placeholder 5">
            <a:extLst>
              <a:ext uri="{FF2B5EF4-FFF2-40B4-BE49-F238E27FC236}">
                <a16:creationId xmlns:a16="http://schemas.microsoft.com/office/drawing/2014/main" id="{88498D86-F3AA-0C41-8FBB-19B8A633EF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557199-B0A2-694B-935A-1F9F512C9689}"/>
              </a:ext>
            </a:extLst>
          </p:cNvPr>
          <p:cNvSpPr>
            <a:spLocks noGrp="1"/>
          </p:cNvSpPr>
          <p:nvPr>
            <p:ph type="sldNum" sz="quarter" idx="12"/>
          </p:nvPr>
        </p:nvSpPr>
        <p:spPr/>
        <p:txBody>
          <a:bodyPr/>
          <a:lstStyle/>
          <a:p>
            <a:fld id="{98DAC2E8-92E8-C641-B626-51797247133C}" type="slidenum">
              <a:rPr lang="en-US" smtClean="0"/>
              <a:t>‹#›</a:t>
            </a:fld>
            <a:endParaRPr lang="en-US"/>
          </a:p>
        </p:txBody>
      </p:sp>
    </p:spTree>
    <p:extLst>
      <p:ext uri="{BB962C8B-B14F-4D97-AF65-F5344CB8AC3E}">
        <p14:creationId xmlns:p14="http://schemas.microsoft.com/office/powerpoint/2010/main" val="2963958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EF578-E383-4145-BEEE-F766E65B06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E3091A-7E78-5745-96A8-6380AF704C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418280-4187-DF48-B64B-0CBA1712F3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BAB5F9-C182-A04F-8AF0-20CBB70E1C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29ED7B-3000-2247-AC27-125AB7E4F1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F4C4AE-54E2-704C-86AF-20FA94FAF93E}"/>
              </a:ext>
            </a:extLst>
          </p:cNvPr>
          <p:cNvSpPr>
            <a:spLocks noGrp="1"/>
          </p:cNvSpPr>
          <p:nvPr>
            <p:ph type="dt" sz="half" idx="10"/>
          </p:nvPr>
        </p:nvSpPr>
        <p:spPr/>
        <p:txBody>
          <a:bodyPr/>
          <a:lstStyle/>
          <a:p>
            <a:fld id="{57F2071C-090D-C444-A84A-54195789C19F}" type="datetimeFigureOut">
              <a:rPr lang="en-US" smtClean="0"/>
              <a:t>10/29/25</a:t>
            </a:fld>
            <a:endParaRPr lang="en-US"/>
          </a:p>
        </p:txBody>
      </p:sp>
      <p:sp>
        <p:nvSpPr>
          <p:cNvPr id="8" name="Footer Placeholder 7">
            <a:extLst>
              <a:ext uri="{FF2B5EF4-FFF2-40B4-BE49-F238E27FC236}">
                <a16:creationId xmlns:a16="http://schemas.microsoft.com/office/drawing/2014/main" id="{5C466588-40AF-EC4F-8CCE-AE000AC6CF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CB0F28-8704-2E43-A619-5E6959586DAB}"/>
              </a:ext>
            </a:extLst>
          </p:cNvPr>
          <p:cNvSpPr>
            <a:spLocks noGrp="1"/>
          </p:cNvSpPr>
          <p:nvPr>
            <p:ph type="sldNum" sz="quarter" idx="12"/>
          </p:nvPr>
        </p:nvSpPr>
        <p:spPr/>
        <p:txBody>
          <a:bodyPr/>
          <a:lstStyle/>
          <a:p>
            <a:fld id="{98DAC2E8-92E8-C641-B626-51797247133C}" type="slidenum">
              <a:rPr lang="en-US" smtClean="0"/>
              <a:t>‹#›</a:t>
            </a:fld>
            <a:endParaRPr lang="en-US"/>
          </a:p>
        </p:txBody>
      </p:sp>
    </p:spTree>
    <p:extLst>
      <p:ext uri="{BB962C8B-B14F-4D97-AF65-F5344CB8AC3E}">
        <p14:creationId xmlns:p14="http://schemas.microsoft.com/office/powerpoint/2010/main" val="3597806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93BA3-42CF-1E4A-86C9-E8B51405F71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553A09-F40A-0C41-8324-81B265461952}"/>
              </a:ext>
            </a:extLst>
          </p:cNvPr>
          <p:cNvSpPr>
            <a:spLocks noGrp="1"/>
          </p:cNvSpPr>
          <p:nvPr>
            <p:ph type="dt" sz="half" idx="10"/>
          </p:nvPr>
        </p:nvSpPr>
        <p:spPr/>
        <p:txBody>
          <a:bodyPr/>
          <a:lstStyle/>
          <a:p>
            <a:fld id="{57F2071C-090D-C444-A84A-54195789C19F}" type="datetimeFigureOut">
              <a:rPr lang="en-US" smtClean="0"/>
              <a:t>10/29/25</a:t>
            </a:fld>
            <a:endParaRPr lang="en-US"/>
          </a:p>
        </p:txBody>
      </p:sp>
      <p:sp>
        <p:nvSpPr>
          <p:cNvPr id="4" name="Footer Placeholder 3">
            <a:extLst>
              <a:ext uri="{FF2B5EF4-FFF2-40B4-BE49-F238E27FC236}">
                <a16:creationId xmlns:a16="http://schemas.microsoft.com/office/drawing/2014/main" id="{BC79930A-2ADD-CC49-8B93-C92B7DF2E8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41CCDC5-DDDB-0D4A-807F-5DFA2CE74E9C}"/>
              </a:ext>
            </a:extLst>
          </p:cNvPr>
          <p:cNvSpPr>
            <a:spLocks noGrp="1"/>
          </p:cNvSpPr>
          <p:nvPr>
            <p:ph type="sldNum" sz="quarter" idx="12"/>
          </p:nvPr>
        </p:nvSpPr>
        <p:spPr/>
        <p:txBody>
          <a:bodyPr/>
          <a:lstStyle/>
          <a:p>
            <a:fld id="{98DAC2E8-92E8-C641-B626-51797247133C}" type="slidenum">
              <a:rPr lang="en-US" smtClean="0"/>
              <a:t>‹#›</a:t>
            </a:fld>
            <a:endParaRPr lang="en-US"/>
          </a:p>
        </p:txBody>
      </p:sp>
    </p:spTree>
    <p:extLst>
      <p:ext uri="{BB962C8B-B14F-4D97-AF65-F5344CB8AC3E}">
        <p14:creationId xmlns:p14="http://schemas.microsoft.com/office/powerpoint/2010/main" val="1253309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F5442A-6186-0046-9476-D86B01A3F663}"/>
              </a:ext>
            </a:extLst>
          </p:cNvPr>
          <p:cNvSpPr>
            <a:spLocks noGrp="1"/>
          </p:cNvSpPr>
          <p:nvPr>
            <p:ph type="dt" sz="half" idx="10"/>
          </p:nvPr>
        </p:nvSpPr>
        <p:spPr/>
        <p:txBody>
          <a:bodyPr/>
          <a:lstStyle/>
          <a:p>
            <a:fld id="{57F2071C-090D-C444-A84A-54195789C19F}" type="datetimeFigureOut">
              <a:rPr lang="en-US" smtClean="0"/>
              <a:t>10/29/25</a:t>
            </a:fld>
            <a:endParaRPr lang="en-US"/>
          </a:p>
        </p:txBody>
      </p:sp>
      <p:sp>
        <p:nvSpPr>
          <p:cNvPr id="3" name="Footer Placeholder 2">
            <a:extLst>
              <a:ext uri="{FF2B5EF4-FFF2-40B4-BE49-F238E27FC236}">
                <a16:creationId xmlns:a16="http://schemas.microsoft.com/office/drawing/2014/main" id="{50534459-08FA-314E-A932-30F91C922D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6DBD486-5C8A-344F-A112-CC4C13C7B057}"/>
              </a:ext>
            </a:extLst>
          </p:cNvPr>
          <p:cNvSpPr>
            <a:spLocks noGrp="1"/>
          </p:cNvSpPr>
          <p:nvPr>
            <p:ph type="sldNum" sz="quarter" idx="12"/>
          </p:nvPr>
        </p:nvSpPr>
        <p:spPr/>
        <p:txBody>
          <a:bodyPr/>
          <a:lstStyle/>
          <a:p>
            <a:fld id="{98DAC2E8-92E8-C641-B626-51797247133C}" type="slidenum">
              <a:rPr lang="en-US" smtClean="0"/>
              <a:t>‹#›</a:t>
            </a:fld>
            <a:endParaRPr lang="en-US"/>
          </a:p>
        </p:txBody>
      </p:sp>
    </p:spTree>
    <p:extLst>
      <p:ext uri="{BB962C8B-B14F-4D97-AF65-F5344CB8AC3E}">
        <p14:creationId xmlns:p14="http://schemas.microsoft.com/office/powerpoint/2010/main" val="1893420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764EA-8D02-934E-90A7-17ED2A41DA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BC67FEF-B806-5F42-8916-C3061A2F4B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CB1EB46-708C-CD49-8746-174D0F019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6417C3-85CF-9A48-B156-087C4867E5D1}"/>
              </a:ext>
            </a:extLst>
          </p:cNvPr>
          <p:cNvSpPr>
            <a:spLocks noGrp="1"/>
          </p:cNvSpPr>
          <p:nvPr>
            <p:ph type="dt" sz="half" idx="10"/>
          </p:nvPr>
        </p:nvSpPr>
        <p:spPr/>
        <p:txBody>
          <a:bodyPr/>
          <a:lstStyle/>
          <a:p>
            <a:fld id="{57F2071C-090D-C444-A84A-54195789C19F}" type="datetimeFigureOut">
              <a:rPr lang="en-US" smtClean="0"/>
              <a:t>10/29/25</a:t>
            </a:fld>
            <a:endParaRPr lang="en-US"/>
          </a:p>
        </p:txBody>
      </p:sp>
      <p:sp>
        <p:nvSpPr>
          <p:cNvPr id="6" name="Footer Placeholder 5">
            <a:extLst>
              <a:ext uri="{FF2B5EF4-FFF2-40B4-BE49-F238E27FC236}">
                <a16:creationId xmlns:a16="http://schemas.microsoft.com/office/drawing/2014/main" id="{09B5FA8A-D5D0-1E4F-8B21-002CFAEFFC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46FBE1-870B-4B47-AC91-43AD828A958A}"/>
              </a:ext>
            </a:extLst>
          </p:cNvPr>
          <p:cNvSpPr>
            <a:spLocks noGrp="1"/>
          </p:cNvSpPr>
          <p:nvPr>
            <p:ph type="sldNum" sz="quarter" idx="12"/>
          </p:nvPr>
        </p:nvSpPr>
        <p:spPr/>
        <p:txBody>
          <a:bodyPr/>
          <a:lstStyle/>
          <a:p>
            <a:fld id="{98DAC2E8-92E8-C641-B626-51797247133C}" type="slidenum">
              <a:rPr lang="en-US" smtClean="0"/>
              <a:t>‹#›</a:t>
            </a:fld>
            <a:endParaRPr lang="en-US"/>
          </a:p>
        </p:txBody>
      </p:sp>
    </p:spTree>
    <p:extLst>
      <p:ext uri="{BB962C8B-B14F-4D97-AF65-F5344CB8AC3E}">
        <p14:creationId xmlns:p14="http://schemas.microsoft.com/office/powerpoint/2010/main" val="2961373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EC294-49DA-954C-9E27-93DB2DBA8A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F2691B-4620-D74B-8F37-CDD5B14E57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FCC14DF-0B82-A94C-841D-E05C5914E5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565228-02C3-E24C-B49A-9F068C1ADE12}"/>
              </a:ext>
            </a:extLst>
          </p:cNvPr>
          <p:cNvSpPr>
            <a:spLocks noGrp="1"/>
          </p:cNvSpPr>
          <p:nvPr>
            <p:ph type="dt" sz="half" idx="10"/>
          </p:nvPr>
        </p:nvSpPr>
        <p:spPr/>
        <p:txBody>
          <a:bodyPr/>
          <a:lstStyle/>
          <a:p>
            <a:fld id="{57F2071C-090D-C444-A84A-54195789C19F}" type="datetimeFigureOut">
              <a:rPr lang="en-US" smtClean="0"/>
              <a:t>10/29/25</a:t>
            </a:fld>
            <a:endParaRPr lang="en-US"/>
          </a:p>
        </p:txBody>
      </p:sp>
      <p:sp>
        <p:nvSpPr>
          <p:cNvPr id="6" name="Footer Placeholder 5">
            <a:extLst>
              <a:ext uri="{FF2B5EF4-FFF2-40B4-BE49-F238E27FC236}">
                <a16:creationId xmlns:a16="http://schemas.microsoft.com/office/drawing/2014/main" id="{9734CB0A-9C03-F149-A9D3-F59E76D462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7F501B-4194-8E4D-842F-2B2907C1A427}"/>
              </a:ext>
            </a:extLst>
          </p:cNvPr>
          <p:cNvSpPr>
            <a:spLocks noGrp="1"/>
          </p:cNvSpPr>
          <p:nvPr>
            <p:ph type="sldNum" sz="quarter" idx="12"/>
          </p:nvPr>
        </p:nvSpPr>
        <p:spPr/>
        <p:txBody>
          <a:bodyPr/>
          <a:lstStyle/>
          <a:p>
            <a:fld id="{98DAC2E8-92E8-C641-B626-51797247133C}" type="slidenum">
              <a:rPr lang="en-US" smtClean="0"/>
              <a:t>‹#›</a:t>
            </a:fld>
            <a:endParaRPr lang="en-US"/>
          </a:p>
        </p:txBody>
      </p:sp>
    </p:spTree>
    <p:extLst>
      <p:ext uri="{BB962C8B-B14F-4D97-AF65-F5344CB8AC3E}">
        <p14:creationId xmlns:p14="http://schemas.microsoft.com/office/powerpoint/2010/main" val="2913171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4586B-C1E9-0C47-9929-3FBF249D2F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186542-B208-FF49-A95A-608884032A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C62AB6-A3F7-CF48-BCB0-DAF4DEF2A60C}"/>
              </a:ext>
            </a:extLst>
          </p:cNvPr>
          <p:cNvSpPr>
            <a:spLocks noGrp="1"/>
          </p:cNvSpPr>
          <p:nvPr>
            <p:ph type="dt" sz="half" idx="10"/>
          </p:nvPr>
        </p:nvSpPr>
        <p:spPr/>
        <p:txBody>
          <a:bodyPr/>
          <a:lstStyle/>
          <a:p>
            <a:fld id="{57F2071C-090D-C444-A84A-54195789C19F}" type="datetimeFigureOut">
              <a:rPr lang="en-US" smtClean="0"/>
              <a:t>10/29/25</a:t>
            </a:fld>
            <a:endParaRPr lang="en-US"/>
          </a:p>
        </p:txBody>
      </p:sp>
      <p:sp>
        <p:nvSpPr>
          <p:cNvPr id="5" name="Footer Placeholder 4">
            <a:extLst>
              <a:ext uri="{FF2B5EF4-FFF2-40B4-BE49-F238E27FC236}">
                <a16:creationId xmlns:a16="http://schemas.microsoft.com/office/drawing/2014/main" id="{FBBFD22C-49A1-524C-A6D0-F8A213D8D1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448C7B-2BB4-1145-8A49-0CBF65B9CB27}"/>
              </a:ext>
            </a:extLst>
          </p:cNvPr>
          <p:cNvSpPr>
            <a:spLocks noGrp="1"/>
          </p:cNvSpPr>
          <p:nvPr>
            <p:ph type="sldNum" sz="quarter" idx="12"/>
          </p:nvPr>
        </p:nvSpPr>
        <p:spPr/>
        <p:txBody>
          <a:bodyPr/>
          <a:lstStyle/>
          <a:p>
            <a:fld id="{98DAC2E8-92E8-C641-B626-51797247133C}" type="slidenum">
              <a:rPr lang="en-US" smtClean="0"/>
              <a:t>‹#›</a:t>
            </a:fld>
            <a:endParaRPr lang="en-US"/>
          </a:p>
        </p:txBody>
      </p:sp>
    </p:spTree>
    <p:extLst>
      <p:ext uri="{BB962C8B-B14F-4D97-AF65-F5344CB8AC3E}">
        <p14:creationId xmlns:p14="http://schemas.microsoft.com/office/powerpoint/2010/main" val="3890267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5EAC35-2FDA-9C41-8B31-39F583C20E6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88AA0A-24C7-474C-BEE5-235928C2E5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F35CDF-0190-324D-BA9D-03B769A7E548}"/>
              </a:ext>
            </a:extLst>
          </p:cNvPr>
          <p:cNvSpPr>
            <a:spLocks noGrp="1"/>
          </p:cNvSpPr>
          <p:nvPr>
            <p:ph type="dt" sz="half" idx="10"/>
          </p:nvPr>
        </p:nvSpPr>
        <p:spPr/>
        <p:txBody>
          <a:bodyPr/>
          <a:lstStyle/>
          <a:p>
            <a:fld id="{57F2071C-090D-C444-A84A-54195789C19F}" type="datetimeFigureOut">
              <a:rPr lang="en-US" smtClean="0"/>
              <a:t>10/29/25</a:t>
            </a:fld>
            <a:endParaRPr lang="en-US"/>
          </a:p>
        </p:txBody>
      </p:sp>
      <p:sp>
        <p:nvSpPr>
          <p:cNvPr id="5" name="Footer Placeholder 4">
            <a:extLst>
              <a:ext uri="{FF2B5EF4-FFF2-40B4-BE49-F238E27FC236}">
                <a16:creationId xmlns:a16="http://schemas.microsoft.com/office/drawing/2014/main" id="{BCAEB2F1-BBD3-8A49-A7D8-0F9D51BF34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5327C7-9D31-9D46-A72A-BD50521B9FE2}"/>
              </a:ext>
            </a:extLst>
          </p:cNvPr>
          <p:cNvSpPr>
            <a:spLocks noGrp="1"/>
          </p:cNvSpPr>
          <p:nvPr>
            <p:ph type="sldNum" sz="quarter" idx="12"/>
          </p:nvPr>
        </p:nvSpPr>
        <p:spPr/>
        <p:txBody>
          <a:bodyPr/>
          <a:lstStyle/>
          <a:p>
            <a:fld id="{98DAC2E8-92E8-C641-B626-51797247133C}" type="slidenum">
              <a:rPr lang="en-US" smtClean="0"/>
              <a:t>‹#›</a:t>
            </a:fld>
            <a:endParaRPr lang="en-US"/>
          </a:p>
        </p:txBody>
      </p:sp>
    </p:spTree>
    <p:extLst>
      <p:ext uri="{BB962C8B-B14F-4D97-AF65-F5344CB8AC3E}">
        <p14:creationId xmlns:p14="http://schemas.microsoft.com/office/powerpoint/2010/main" val="2183518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
        <p:cNvGrpSpPr/>
        <p:nvPr/>
      </p:nvGrpSpPr>
      <p:grpSpPr>
        <a:xfrm>
          <a:off x="0" y="0"/>
          <a:ext cx="0" cy="0"/>
          <a:chOff x="0" y="0"/>
          <a:chExt cx="0" cy="0"/>
        </a:xfrm>
      </p:grpSpPr>
      <p:sp>
        <p:nvSpPr>
          <p:cNvPr id="18" name="Google Shape;18;g6dad9273e7_0_11"/>
          <p:cNvSpPr txBox="1">
            <a:spLocks noGrp="1"/>
          </p:cNvSpPr>
          <p:nvPr>
            <p:ph type="title"/>
          </p:nvPr>
        </p:nvSpPr>
        <p:spPr>
          <a:xfrm>
            <a:off x="415600" y="86563"/>
            <a:ext cx="113607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Clr>
                <a:srgbClr val="FFFFFF"/>
              </a:buClr>
              <a:buSzPts val="3700"/>
              <a:buNone/>
              <a:defRPr>
                <a:solidFill>
                  <a:srgbClr val="FFFFFF"/>
                </a:solidFill>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9" name="Google Shape;19;g6dad9273e7_0_1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Autofit/>
          </a:bodyPr>
          <a:lstStyle>
            <a:lvl1pPr marL="457200" lvl="0" indent="-381000" algn="l">
              <a:lnSpc>
                <a:spcPct val="115000"/>
              </a:lnSpc>
              <a:spcBef>
                <a:spcPts val="0"/>
              </a:spcBef>
              <a:spcAft>
                <a:spcPts val="0"/>
              </a:spcAft>
              <a:buClr>
                <a:srgbClr val="434343"/>
              </a:buClr>
              <a:buSzPts val="2400"/>
              <a:buChar char="●"/>
              <a:defRPr>
                <a:solidFill>
                  <a:srgbClr val="434343"/>
                </a:solidFill>
              </a:defRPr>
            </a:lvl1pPr>
            <a:lvl2pPr marL="914400" lvl="1" indent="-349250" algn="l">
              <a:lnSpc>
                <a:spcPct val="115000"/>
              </a:lnSpc>
              <a:spcBef>
                <a:spcPts val="2100"/>
              </a:spcBef>
              <a:spcAft>
                <a:spcPts val="0"/>
              </a:spcAft>
              <a:buClr>
                <a:srgbClr val="434343"/>
              </a:buClr>
              <a:buSzPts val="1900"/>
              <a:buChar char="○"/>
              <a:defRPr>
                <a:solidFill>
                  <a:srgbClr val="434343"/>
                </a:solidFill>
              </a:defRPr>
            </a:lvl2pPr>
            <a:lvl3pPr marL="1371600" lvl="2" indent="-349250" algn="l">
              <a:lnSpc>
                <a:spcPct val="115000"/>
              </a:lnSpc>
              <a:spcBef>
                <a:spcPts val="2100"/>
              </a:spcBef>
              <a:spcAft>
                <a:spcPts val="0"/>
              </a:spcAft>
              <a:buClr>
                <a:srgbClr val="434343"/>
              </a:buClr>
              <a:buSzPts val="1900"/>
              <a:buChar char="■"/>
              <a:defRPr>
                <a:solidFill>
                  <a:srgbClr val="434343"/>
                </a:solidFill>
              </a:defRPr>
            </a:lvl3pPr>
            <a:lvl4pPr marL="1828800" lvl="3" indent="-349250" algn="l">
              <a:lnSpc>
                <a:spcPct val="115000"/>
              </a:lnSpc>
              <a:spcBef>
                <a:spcPts val="2100"/>
              </a:spcBef>
              <a:spcAft>
                <a:spcPts val="0"/>
              </a:spcAft>
              <a:buClr>
                <a:srgbClr val="434343"/>
              </a:buClr>
              <a:buSzPts val="1900"/>
              <a:buChar char="●"/>
              <a:defRPr>
                <a:solidFill>
                  <a:srgbClr val="434343"/>
                </a:solidFill>
              </a:defRPr>
            </a:lvl4pPr>
            <a:lvl5pPr marL="2286000" lvl="4" indent="-349250" algn="l">
              <a:lnSpc>
                <a:spcPct val="115000"/>
              </a:lnSpc>
              <a:spcBef>
                <a:spcPts val="2100"/>
              </a:spcBef>
              <a:spcAft>
                <a:spcPts val="0"/>
              </a:spcAft>
              <a:buClr>
                <a:srgbClr val="434343"/>
              </a:buClr>
              <a:buSzPts val="1900"/>
              <a:buChar char="○"/>
              <a:defRPr>
                <a:solidFill>
                  <a:srgbClr val="434343"/>
                </a:solidFill>
              </a:defRPr>
            </a:lvl5pPr>
            <a:lvl6pPr marL="2743200" lvl="5" indent="-349250" algn="l">
              <a:lnSpc>
                <a:spcPct val="115000"/>
              </a:lnSpc>
              <a:spcBef>
                <a:spcPts val="2100"/>
              </a:spcBef>
              <a:spcAft>
                <a:spcPts val="0"/>
              </a:spcAft>
              <a:buClr>
                <a:srgbClr val="434343"/>
              </a:buClr>
              <a:buSzPts val="1900"/>
              <a:buChar char="■"/>
              <a:defRPr>
                <a:solidFill>
                  <a:srgbClr val="434343"/>
                </a:solidFill>
              </a:defRPr>
            </a:lvl6pPr>
            <a:lvl7pPr marL="3200400" lvl="6" indent="-349250" algn="l">
              <a:lnSpc>
                <a:spcPct val="115000"/>
              </a:lnSpc>
              <a:spcBef>
                <a:spcPts val="2100"/>
              </a:spcBef>
              <a:spcAft>
                <a:spcPts val="0"/>
              </a:spcAft>
              <a:buClr>
                <a:srgbClr val="434343"/>
              </a:buClr>
              <a:buSzPts val="1900"/>
              <a:buChar char="●"/>
              <a:defRPr>
                <a:solidFill>
                  <a:srgbClr val="434343"/>
                </a:solidFill>
              </a:defRPr>
            </a:lvl7pPr>
            <a:lvl8pPr marL="3657600" lvl="7" indent="-349250" algn="l">
              <a:lnSpc>
                <a:spcPct val="115000"/>
              </a:lnSpc>
              <a:spcBef>
                <a:spcPts val="2100"/>
              </a:spcBef>
              <a:spcAft>
                <a:spcPts val="0"/>
              </a:spcAft>
              <a:buClr>
                <a:srgbClr val="434343"/>
              </a:buClr>
              <a:buSzPts val="1900"/>
              <a:buChar char="○"/>
              <a:defRPr>
                <a:solidFill>
                  <a:srgbClr val="434343"/>
                </a:solidFill>
              </a:defRPr>
            </a:lvl8pPr>
            <a:lvl9pPr marL="4114800" lvl="8" indent="-349250" algn="l">
              <a:lnSpc>
                <a:spcPct val="115000"/>
              </a:lnSpc>
              <a:spcBef>
                <a:spcPts val="2100"/>
              </a:spcBef>
              <a:spcAft>
                <a:spcPts val="2100"/>
              </a:spcAft>
              <a:buClr>
                <a:srgbClr val="434343"/>
              </a:buClr>
              <a:buSzPts val="1900"/>
              <a:buChar char="■"/>
              <a:defRPr>
                <a:solidFill>
                  <a:srgbClr val="434343"/>
                </a:solidFill>
              </a:defRPr>
            </a:lvl9pPr>
          </a:lstStyle>
          <a:p>
            <a:endParaRPr/>
          </a:p>
        </p:txBody>
      </p:sp>
      <p:sp>
        <p:nvSpPr>
          <p:cNvPr id="20" name="Google Shape;20;g6dad9273e7_0_1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1" name="Google Shape;21;g6dad9273e7_0_11"/>
          <p:cNvSpPr/>
          <p:nvPr/>
        </p:nvSpPr>
        <p:spPr>
          <a:xfrm>
            <a:off x="-14200" y="-36767"/>
            <a:ext cx="12220500" cy="1010161"/>
          </a:xfrm>
          <a:prstGeom prst="rect">
            <a:avLst/>
          </a:prstGeom>
          <a:solidFill>
            <a:srgbClr val="A61C00"/>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776886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3"/>
        <p:cNvGrpSpPr/>
        <p:nvPr/>
      </p:nvGrpSpPr>
      <p:grpSpPr>
        <a:xfrm>
          <a:off x="0" y="0"/>
          <a:ext cx="0" cy="0"/>
          <a:chOff x="0" y="0"/>
          <a:chExt cx="0" cy="0"/>
        </a:xfrm>
      </p:grpSpPr>
      <p:sp>
        <p:nvSpPr>
          <p:cNvPr id="14" name="Google Shape;14;g6dad9273e7_0_4"/>
          <p:cNvSpPr txBox="1">
            <a:spLocks noGrp="1"/>
          </p:cNvSpPr>
          <p:nvPr>
            <p:ph type="ctrTitle"/>
          </p:nvPr>
        </p:nvSpPr>
        <p:spPr>
          <a:xfrm>
            <a:off x="415611" y="992767"/>
            <a:ext cx="11360700" cy="2736900"/>
          </a:xfrm>
          <a:prstGeom prst="rect">
            <a:avLst/>
          </a:prstGeom>
          <a:noFill/>
          <a:ln>
            <a:noFill/>
          </a:ln>
        </p:spPr>
        <p:txBody>
          <a:bodyPr spcFirstLastPara="1" wrap="square" lIns="121900" tIns="121900" rIns="121900" bIns="121900" anchor="b" anchorCtr="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a:endParaRPr/>
          </a:p>
        </p:txBody>
      </p:sp>
      <p:sp>
        <p:nvSpPr>
          <p:cNvPr id="15" name="Google Shape;15;g6dad9273e7_0_4"/>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6" name="Google Shape;16;g6dad9273e7_0_4"/>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4677258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
        <p:cNvGrpSpPr/>
        <p:nvPr/>
      </p:nvGrpSpPr>
      <p:grpSpPr>
        <a:xfrm>
          <a:off x="0" y="0"/>
          <a:ext cx="0" cy="0"/>
          <a:chOff x="0" y="0"/>
          <a:chExt cx="0" cy="0"/>
        </a:xfrm>
      </p:grpSpPr>
      <p:sp>
        <p:nvSpPr>
          <p:cNvPr id="18" name="Google Shape;18;g6dad9273e7_0_11"/>
          <p:cNvSpPr txBox="1">
            <a:spLocks noGrp="1"/>
          </p:cNvSpPr>
          <p:nvPr>
            <p:ph type="title"/>
          </p:nvPr>
        </p:nvSpPr>
        <p:spPr>
          <a:xfrm>
            <a:off x="415600" y="86563"/>
            <a:ext cx="113607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Clr>
                <a:srgbClr val="FFFFFF"/>
              </a:buClr>
              <a:buSzPts val="3700"/>
              <a:buNone/>
              <a:defRPr>
                <a:solidFill>
                  <a:srgbClr val="FFFFFF"/>
                </a:solidFill>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9" name="Google Shape;19;g6dad9273e7_0_1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Autofit/>
          </a:bodyPr>
          <a:lstStyle>
            <a:lvl1pPr marL="457200" lvl="0" indent="-381000" algn="l">
              <a:lnSpc>
                <a:spcPct val="115000"/>
              </a:lnSpc>
              <a:spcBef>
                <a:spcPts val="0"/>
              </a:spcBef>
              <a:spcAft>
                <a:spcPts val="0"/>
              </a:spcAft>
              <a:buClr>
                <a:srgbClr val="434343"/>
              </a:buClr>
              <a:buSzPts val="2400"/>
              <a:buChar char="●"/>
              <a:defRPr>
                <a:solidFill>
                  <a:srgbClr val="434343"/>
                </a:solidFill>
              </a:defRPr>
            </a:lvl1pPr>
            <a:lvl2pPr marL="914400" lvl="1" indent="-349250" algn="l">
              <a:lnSpc>
                <a:spcPct val="115000"/>
              </a:lnSpc>
              <a:spcBef>
                <a:spcPts val="2100"/>
              </a:spcBef>
              <a:spcAft>
                <a:spcPts val="0"/>
              </a:spcAft>
              <a:buClr>
                <a:srgbClr val="434343"/>
              </a:buClr>
              <a:buSzPts val="1900"/>
              <a:buChar char="○"/>
              <a:defRPr>
                <a:solidFill>
                  <a:srgbClr val="434343"/>
                </a:solidFill>
              </a:defRPr>
            </a:lvl2pPr>
            <a:lvl3pPr marL="1371600" lvl="2" indent="-349250" algn="l">
              <a:lnSpc>
                <a:spcPct val="115000"/>
              </a:lnSpc>
              <a:spcBef>
                <a:spcPts val="2100"/>
              </a:spcBef>
              <a:spcAft>
                <a:spcPts val="0"/>
              </a:spcAft>
              <a:buClr>
                <a:srgbClr val="434343"/>
              </a:buClr>
              <a:buSzPts val="1900"/>
              <a:buChar char="■"/>
              <a:defRPr>
                <a:solidFill>
                  <a:srgbClr val="434343"/>
                </a:solidFill>
              </a:defRPr>
            </a:lvl3pPr>
            <a:lvl4pPr marL="1828800" lvl="3" indent="-349250" algn="l">
              <a:lnSpc>
                <a:spcPct val="115000"/>
              </a:lnSpc>
              <a:spcBef>
                <a:spcPts val="2100"/>
              </a:spcBef>
              <a:spcAft>
                <a:spcPts val="0"/>
              </a:spcAft>
              <a:buClr>
                <a:srgbClr val="434343"/>
              </a:buClr>
              <a:buSzPts val="1900"/>
              <a:buChar char="●"/>
              <a:defRPr>
                <a:solidFill>
                  <a:srgbClr val="434343"/>
                </a:solidFill>
              </a:defRPr>
            </a:lvl4pPr>
            <a:lvl5pPr marL="2286000" lvl="4" indent="-349250" algn="l">
              <a:lnSpc>
                <a:spcPct val="115000"/>
              </a:lnSpc>
              <a:spcBef>
                <a:spcPts val="2100"/>
              </a:spcBef>
              <a:spcAft>
                <a:spcPts val="0"/>
              </a:spcAft>
              <a:buClr>
                <a:srgbClr val="434343"/>
              </a:buClr>
              <a:buSzPts val="1900"/>
              <a:buChar char="○"/>
              <a:defRPr>
                <a:solidFill>
                  <a:srgbClr val="434343"/>
                </a:solidFill>
              </a:defRPr>
            </a:lvl5pPr>
            <a:lvl6pPr marL="2743200" lvl="5" indent="-349250" algn="l">
              <a:lnSpc>
                <a:spcPct val="115000"/>
              </a:lnSpc>
              <a:spcBef>
                <a:spcPts val="2100"/>
              </a:spcBef>
              <a:spcAft>
                <a:spcPts val="0"/>
              </a:spcAft>
              <a:buClr>
                <a:srgbClr val="434343"/>
              </a:buClr>
              <a:buSzPts val="1900"/>
              <a:buChar char="■"/>
              <a:defRPr>
                <a:solidFill>
                  <a:srgbClr val="434343"/>
                </a:solidFill>
              </a:defRPr>
            </a:lvl6pPr>
            <a:lvl7pPr marL="3200400" lvl="6" indent="-349250" algn="l">
              <a:lnSpc>
                <a:spcPct val="115000"/>
              </a:lnSpc>
              <a:spcBef>
                <a:spcPts val="2100"/>
              </a:spcBef>
              <a:spcAft>
                <a:spcPts val="0"/>
              </a:spcAft>
              <a:buClr>
                <a:srgbClr val="434343"/>
              </a:buClr>
              <a:buSzPts val="1900"/>
              <a:buChar char="●"/>
              <a:defRPr>
                <a:solidFill>
                  <a:srgbClr val="434343"/>
                </a:solidFill>
              </a:defRPr>
            </a:lvl7pPr>
            <a:lvl8pPr marL="3657600" lvl="7" indent="-349250" algn="l">
              <a:lnSpc>
                <a:spcPct val="115000"/>
              </a:lnSpc>
              <a:spcBef>
                <a:spcPts val="2100"/>
              </a:spcBef>
              <a:spcAft>
                <a:spcPts val="0"/>
              </a:spcAft>
              <a:buClr>
                <a:srgbClr val="434343"/>
              </a:buClr>
              <a:buSzPts val="1900"/>
              <a:buChar char="○"/>
              <a:defRPr>
                <a:solidFill>
                  <a:srgbClr val="434343"/>
                </a:solidFill>
              </a:defRPr>
            </a:lvl8pPr>
            <a:lvl9pPr marL="4114800" lvl="8" indent="-349250" algn="l">
              <a:lnSpc>
                <a:spcPct val="115000"/>
              </a:lnSpc>
              <a:spcBef>
                <a:spcPts val="2100"/>
              </a:spcBef>
              <a:spcAft>
                <a:spcPts val="2100"/>
              </a:spcAft>
              <a:buClr>
                <a:srgbClr val="434343"/>
              </a:buClr>
              <a:buSzPts val="1900"/>
              <a:buChar char="■"/>
              <a:defRPr>
                <a:solidFill>
                  <a:srgbClr val="434343"/>
                </a:solidFill>
              </a:defRPr>
            </a:lvl9pPr>
          </a:lstStyle>
          <a:p>
            <a:endParaRPr/>
          </a:p>
        </p:txBody>
      </p:sp>
      <p:sp>
        <p:nvSpPr>
          <p:cNvPr id="20" name="Google Shape;20;g6dad9273e7_0_1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1" name="Google Shape;21;g6dad9273e7_0_11"/>
          <p:cNvSpPr/>
          <p:nvPr/>
        </p:nvSpPr>
        <p:spPr>
          <a:xfrm>
            <a:off x="-14200" y="-36767"/>
            <a:ext cx="12220500" cy="1010161"/>
          </a:xfrm>
          <a:prstGeom prst="rect">
            <a:avLst/>
          </a:prstGeom>
          <a:solidFill>
            <a:srgbClr val="A61C00"/>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840968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2"/>
        <p:cNvGrpSpPr/>
        <p:nvPr/>
      </p:nvGrpSpPr>
      <p:grpSpPr>
        <a:xfrm>
          <a:off x="0" y="0"/>
          <a:ext cx="0" cy="0"/>
          <a:chOff x="0" y="0"/>
          <a:chExt cx="0" cy="0"/>
        </a:xfrm>
      </p:grpSpPr>
      <p:sp>
        <p:nvSpPr>
          <p:cNvPr id="23" name="Google Shape;23;g6dad9273e7_0_8"/>
          <p:cNvSpPr txBox="1">
            <a:spLocks noGrp="1"/>
          </p:cNvSpPr>
          <p:nvPr>
            <p:ph type="title"/>
          </p:nvPr>
        </p:nvSpPr>
        <p:spPr>
          <a:xfrm>
            <a:off x="415600" y="2867800"/>
            <a:ext cx="11360700" cy="1122300"/>
          </a:xfrm>
          <a:prstGeom prst="rect">
            <a:avLst/>
          </a:prstGeom>
          <a:noFill/>
          <a:ln>
            <a:noFill/>
          </a:ln>
        </p:spPr>
        <p:txBody>
          <a:bodyPr spcFirstLastPara="1" wrap="square" lIns="121900" tIns="121900" rIns="121900" bIns="121900" anchor="ctr" anchorCtr="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24" name="Google Shape;24;g6dad9273e7_0_8"/>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9013233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5"/>
        <p:cNvGrpSpPr/>
        <p:nvPr/>
      </p:nvGrpSpPr>
      <p:grpSpPr>
        <a:xfrm>
          <a:off x="0" y="0"/>
          <a:ext cx="0" cy="0"/>
          <a:chOff x="0" y="0"/>
          <a:chExt cx="0" cy="0"/>
        </a:xfrm>
      </p:grpSpPr>
      <p:sp>
        <p:nvSpPr>
          <p:cNvPr id="26" name="Google Shape;26;g6dad9273e7_0_16"/>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27" name="Google Shape;27;g6dad9273e7_0_16"/>
          <p:cNvSpPr txBox="1">
            <a:spLocks noGrp="1"/>
          </p:cNvSpPr>
          <p:nvPr>
            <p:ph type="body" idx="1"/>
          </p:nvPr>
        </p:nvSpPr>
        <p:spPr>
          <a:xfrm>
            <a:off x="415600" y="1536633"/>
            <a:ext cx="5333100" cy="4555200"/>
          </a:xfrm>
          <a:prstGeom prst="rect">
            <a:avLst/>
          </a:prstGeom>
          <a:noFill/>
          <a:ln>
            <a:noFill/>
          </a:ln>
        </p:spPr>
        <p:txBody>
          <a:bodyPr spcFirstLastPara="1" wrap="square" lIns="121900" tIns="121900" rIns="121900" bIns="121900" anchor="t" anchorCtr="0">
            <a:no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2100"/>
              </a:spcBef>
              <a:spcAft>
                <a:spcPts val="0"/>
              </a:spcAft>
              <a:buSzPts val="1600"/>
              <a:buChar char="○"/>
              <a:defRPr sz="1600"/>
            </a:lvl2pPr>
            <a:lvl3pPr marL="1371600" lvl="2" indent="-330200" algn="l">
              <a:lnSpc>
                <a:spcPct val="115000"/>
              </a:lnSpc>
              <a:spcBef>
                <a:spcPts val="2100"/>
              </a:spcBef>
              <a:spcAft>
                <a:spcPts val="0"/>
              </a:spcAft>
              <a:buSzPts val="1600"/>
              <a:buChar char="■"/>
              <a:defRPr sz="1600"/>
            </a:lvl3pPr>
            <a:lvl4pPr marL="1828800" lvl="3" indent="-330200" algn="l">
              <a:lnSpc>
                <a:spcPct val="115000"/>
              </a:lnSpc>
              <a:spcBef>
                <a:spcPts val="2100"/>
              </a:spcBef>
              <a:spcAft>
                <a:spcPts val="0"/>
              </a:spcAft>
              <a:buSzPts val="1600"/>
              <a:buChar char="●"/>
              <a:defRPr sz="1600"/>
            </a:lvl4pPr>
            <a:lvl5pPr marL="2286000" lvl="4" indent="-330200" algn="l">
              <a:lnSpc>
                <a:spcPct val="115000"/>
              </a:lnSpc>
              <a:spcBef>
                <a:spcPts val="2100"/>
              </a:spcBef>
              <a:spcAft>
                <a:spcPts val="0"/>
              </a:spcAft>
              <a:buSzPts val="1600"/>
              <a:buChar char="○"/>
              <a:defRPr sz="1600"/>
            </a:lvl5pPr>
            <a:lvl6pPr marL="2743200" lvl="5" indent="-330200" algn="l">
              <a:lnSpc>
                <a:spcPct val="115000"/>
              </a:lnSpc>
              <a:spcBef>
                <a:spcPts val="2100"/>
              </a:spcBef>
              <a:spcAft>
                <a:spcPts val="0"/>
              </a:spcAft>
              <a:buSzPts val="1600"/>
              <a:buChar char="■"/>
              <a:defRPr sz="1600"/>
            </a:lvl6pPr>
            <a:lvl7pPr marL="3200400" lvl="6" indent="-330200" algn="l">
              <a:lnSpc>
                <a:spcPct val="115000"/>
              </a:lnSpc>
              <a:spcBef>
                <a:spcPts val="2100"/>
              </a:spcBef>
              <a:spcAft>
                <a:spcPts val="0"/>
              </a:spcAft>
              <a:buSzPts val="1600"/>
              <a:buChar char="●"/>
              <a:defRPr sz="1600"/>
            </a:lvl7pPr>
            <a:lvl8pPr marL="3657600" lvl="7" indent="-330200" algn="l">
              <a:lnSpc>
                <a:spcPct val="115000"/>
              </a:lnSpc>
              <a:spcBef>
                <a:spcPts val="2100"/>
              </a:spcBef>
              <a:spcAft>
                <a:spcPts val="0"/>
              </a:spcAft>
              <a:buSzPts val="1600"/>
              <a:buChar char="○"/>
              <a:defRPr sz="1600"/>
            </a:lvl8pPr>
            <a:lvl9pPr marL="4114800" lvl="8" indent="-330200" algn="l">
              <a:lnSpc>
                <a:spcPct val="115000"/>
              </a:lnSpc>
              <a:spcBef>
                <a:spcPts val="2100"/>
              </a:spcBef>
              <a:spcAft>
                <a:spcPts val="2100"/>
              </a:spcAft>
              <a:buSzPts val="1600"/>
              <a:buChar char="■"/>
              <a:defRPr sz="1600"/>
            </a:lvl9pPr>
          </a:lstStyle>
          <a:p>
            <a:endParaRPr/>
          </a:p>
        </p:txBody>
      </p:sp>
      <p:sp>
        <p:nvSpPr>
          <p:cNvPr id="28" name="Google Shape;28;g6dad9273e7_0_16"/>
          <p:cNvSpPr txBox="1">
            <a:spLocks noGrp="1"/>
          </p:cNvSpPr>
          <p:nvPr>
            <p:ph type="body" idx="2"/>
          </p:nvPr>
        </p:nvSpPr>
        <p:spPr>
          <a:xfrm>
            <a:off x="6443200" y="1536633"/>
            <a:ext cx="5333100" cy="4555200"/>
          </a:xfrm>
          <a:prstGeom prst="rect">
            <a:avLst/>
          </a:prstGeom>
          <a:noFill/>
          <a:ln>
            <a:noFill/>
          </a:ln>
        </p:spPr>
        <p:txBody>
          <a:bodyPr spcFirstLastPara="1" wrap="square" lIns="121900" tIns="121900" rIns="121900" bIns="121900" anchor="t" anchorCtr="0">
            <a:no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2100"/>
              </a:spcBef>
              <a:spcAft>
                <a:spcPts val="0"/>
              </a:spcAft>
              <a:buSzPts val="1600"/>
              <a:buChar char="○"/>
              <a:defRPr sz="1600"/>
            </a:lvl2pPr>
            <a:lvl3pPr marL="1371600" lvl="2" indent="-330200" algn="l">
              <a:lnSpc>
                <a:spcPct val="115000"/>
              </a:lnSpc>
              <a:spcBef>
                <a:spcPts val="2100"/>
              </a:spcBef>
              <a:spcAft>
                <a:spcPts val="0"/>
              </a:spcAft>
              <a:buSzPts val="1600"/>
              <a:buChar char="■"/>
              <a:defRPr sz="1600"/>
            </a:lvl3pPr>
            <a:lvl4pPr marL="1828800" lvl="3" indent="-330200" algn="l">
              <a:lnSpc>
                <a:spcPct val="115000"/>
              </a:lnSpc>
              <a:spcBef>
                <a:spcPts val="2100"/>
              </a:spcBef>
              <a:spcAft>
                <a:spcPts val="0"/>
              </a:spcAft>
              <a:buSzPts val="1600"/>
              <a:buChar char="●"/>
              <a:defRPr sz="1600"/>
            </a:lvl4pPr>
            <a:lvl5pPr marL="2286000" lvl="4" indent="-330200" algn="l">
              <a:lnSpc>
                <a:spcPct val="115000"/>
              </a:lnSpc>
              <a:spcBef>
                <a:spcPts val="2100"/>
              </a:spcBef>
              <a:spcAft>
                <a:spcPts val="0"/>
              </a:spcAft>
              <a:buSzPts val="1600"/>
              <a:buChar char="○"/>
              <a:defRPr sz="1600"/>
            </a:lvl5pPr>
            <a:lvl6pPr marL="2743200" lvl="5" indent="-330200" algn="l">
              <a:lnSpc>
                <a:spcPct val="115000"/>
              </a:lnSpc>
              <a:spcBef>
                <a:spcPts val="2100"/>
              </a:spcBef>
              <a:spcAft>
                <a:spcPts val="0"/>
              </a:spcAft>
              <a:buSzPts val="1600"/>
              <a:buChar char="■"/>
              <a:defRPr sz="1600"/>
            </a:lvl6pPr>
            <a:lvl7pPr marL="3200400" lvl="6" indent="-330200" algn="l">
              <a:lnSpc>
                <a:spcPct val="115000"/>
              </a:lnSpc>
              <a:spcBef>
                <a:spcPts val="2100"/>
              </a:spcBef>
              <a:spcAft>
                <a:spcPts val="0"/>
              </a:spcAft>
              <a:buSzPts val="1600"/>
              <a:buChar char="●"/>
              <a:defRPr sz="1600"/>
            </a:lvl7pPr>
            <a:lvl8pPr marL="3657600" lvl="7" indent="-330200" algn="l">
              <a:lnSpc>
                <a:spcPct val="115000"/>
              </a:lnSpc>
              <a:spcBef>
                <a:spcPts val="2100"/>
              </a:spcBef>
              <a:spcAft>
                <a:spcPts val="0"/>
              </a:spcAft>
              <a:buSzPts val="1600"/>
              <a:buChar char="○"/>
              <a:defRPr sz="1600"/>
            </a:lvl8pPr>
            <a:lvl9pPr marL="4114800" lvl="8" indent="-330200" algn="l">
              <a:lnSpc>
                <a:spcPct val="115000"/>
              </a:lnSpc>
              <a:spcBef>
                <a:spcPts val="2100"/>
              </a:spcBef>
              <a:spcAft>
                <a:spcPts val="2100"/>
              </a:spcAft>
              <a:buSzPts val="1600"/>
              <a:buChar char="■"/>
              <a:defRPr sz="1600"/>
            </a:lvl9pPr>
          </a:lstStyle>
          <a:p>
            <a:endParaRPr/>
          </a:p>
        </p:txBody>
      </p:sp>
      <p:sp>
        <p:nvSpPr>
          <p:cNvPr id="29" name="Google Shape;29;g6dad9273e7_0_16"/>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22235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2"/>
        <p:cNvGrpSpPr/>
        <p:nvPr/>
      </p:nvGrpSpPr>
      <p:grpSpPr>
        <a:xfrm>
          <a:off x="0" y="0"/>
          <a:ext cx="0" cy="0"/>
          <a:chOff x="0" y="0"/>
          <a:chExt cx="0" cy="0"/>
        </a:xfrm>
      </p:grpSpPr>
      <p:sp>
        <p:nvSpPr>
          <p:cNvPr id="33" name="Google Shape;33;p34"/>
          <p:cNvSpPr txBox="1">
            <a:spLocks noGrp="1"/>
          </p:cNvSpPr>
          <p:nvPr>
            <p:ph type="body" idx="1"/>
          </p:nvPr>
        </p:nvSpPr>
        <p:spPr>
          <a:xfrm>
            <a:off x="297706" y="1353806"/>
            <a:ext cx="11666363" cy="4954647"/>
          </a:xfrm>
          <a:prstGeom prst="rect">
            <a:avLst/>
          </a:prstGeom>
          <a:noFill/>
          <a:ln>
            <a:noFill/>
          </a:ln>
        </p:spPr>
        <p:txBody>
          <a:bodyPr spcFirstLastPara="1" wrap="square" lIns="121900" tIns="121900" rIns="121900" bIns="121900" anchor="t" anchorCtr="0">
            <a:no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2100"/>
              </a:spcBef>
              <a:spcAft>
                <a:spcPts val="0"/>
              </a:spcAft>
              <a:buSzPts val="1900"/>
              <a:buChar char="○"/>
              <a:defRPr/>
            </a:lvl2pPr>
            <a:lvl3pPr marL="1371600" lvl="2" indent="-349250" algn="l">
              <a:lnSpc>
                <a:spcPct val="115000"/>
              </a:lnSpc>
              <a:spcBef>
                <a:spcPts val="2100"/>
              </a:spcBef>
              <a:spcAft>
                <a:spcPts val="0"/>
              </a:spcAft>
              <a:buSzPts val="1900"/>
              <a:buChar char="■"/>
              <a:defRPr/>
            </a:lvl3pPr>
            <a:lvl4pPr marL="1828800" lvl="3" indent="-349250" algn="l">
              <a:lnSpc>
                <a:spcPct val="115000"/>
              </a:lnSpc>
              <a:spcBef>
                <a:spcPts val="2100"/>
              </a:spcBef>
              <a:spcAft>
                <a:spcPts val="0"/>
              </a:spcAft>
              <a:buSzPts val="1900"/>
              <a:buChar char="●"/>
              <a:defRPr/>
            </a:lvl4pPr>
            <a:lvl5pPr marL="2286000" lvl="4" indent="-349250" algn="l">
              <a:lnSpc>
                <a:spcPct val="115000"/>
              </a:lnSpc>
              <a:spcBef>
                <a:spcPts val="2100"/>
              </a:spcBef>
              <a:spcAft>
                <a:spcPts val="0"/>
              </a:spcAft>
              <a:buSzPts val="1900"/>
              <a:buChar char="○"/>
              <a:defRPr/>
            </a:lvl5pPr>
            <a:lvl6pPr marL="2743200" lvl="5" indent="-349250" algn="l">
              <a:lnSpc>
                <a:spcPct val="115000"/>
              </a:lnSpc>
              <a:spcBef>
                <a:spcPts val="2100"/>
              </a:spcBef>
              <a:spcAft>
                <a:spcPts val="0"/>
              </a:spcAft>
              <a:buSzPts val="1900"/>
              <a:buChar char="■"/>
              <a:defRPr/>
            </a:lvl6pPr>
            <a:lvl7pPr marL="3200400" lvl="6" indent="-349250" algn="l">
              <a:lnSpc>
                <a:spcPct val="115000"/>
              </a:lnSpc>
              <a:spcBef>
                <a:spcPts val="2100"/>
              </a:spcBef>
              <a:spcAft>
                <a:spcPts val="0"/>
              </a:spcAft>
              <a:buSzPts val="1900"/>
              <a:buChar char="●"/>
              <a:defRPr/>
            </a:lvl7pPr>
            <a:lvl8pPr marL="3657600" lvl="7" indent="-349250" algn="l">
              <a:lnSpc>
                <a:spcPct val="115000"/>
              </a:lnSpc>
              <a:spcBef>
                <a:spcPts val="2100"/>
              </a:spcBef>
              <a:spcAft>
                <a:spcPts val="0"/>
              </a:spcAft>
              <a:buSzPts val="1900"/>
              <a:buChar char="○"/>
              <a:defRPr/>
            </a:lvl8pPr>
            <a:lvl9pPr marL="4114800" lvl="8" indent="-349250" algn="l">
              <a:lnSpc>
                <a:spcPct val="115000"/>
              </a:lnSpc>
              <a:spcBef>
                <a:spcPts val="2100"/>
              </a:spcBef>
              <a:spcAft>
                <a:spcPts val="2100"/>
              </a:spcAft>
              <a:buSzPts val="1900"/>
              <a:buChar char="■"/>
              <a:defRPr/>
            </a:lvl9pPr>
          </a:lstStyle>
          <a:p>
            <a:endParaRPr/>
          </a:p>
        </p:txBody>
      </p:sp>
      <p:sp>
        <p:nvSpPr>
          <p:cNvPr id="34" name="Google Shape;34;p34"/>
          <p:cNvSpPr/>
          <p:nvPr/>
        </p:nvSpPr>
        <p:spPr>
          <a:xfrm>
            <a:off x="0" y="6434064"/>
            <a:ext cx="12192000" cy="423936"/>
          </a:xfrm>
          <a:prstGeom prst="rect">
            <a:avLst/>
          </a:prstGeom>
          <a:solidFill>
            <a:schemeClr val="lt2"/>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67"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1867" b="0" i="0" u="none" strike="noStrike" cap="none">
                <a:solidFill>
                  <a:schemeClr val="lt1"/>
                </a:solidFill>
                <a:latin typeface="Arial"/>
                <a:ea typeface="Arial"/>
                <a:cs typeface="Arial"/>
                <a:sym typeface="Arial"/>
              </a:rPr>
              <a:t>Rayid Ghani															@rayidghani				</a:t>
            </a:r>
            <a:endParaRPr sz="1867" b="0" i="0" u="none" strike="noStrike" cap="none">
              <a:solidFill>
                <a:schemeClr val="lt1"/>
              </a:solidFill>
              <a:latin typeface="Arial"/>
              <a:ea typeface="Arial"/>
              <a:cs typeface="Arial"/>
              <a:sym typeface="Arial"/>
            </a:endParaRPr>
          </a:p>
        </p:txBody>
      </p:sp>
      <p:sp>
        <p:nvSpPr>
          <p:cNvPr id="35" name="Google Shape;35;p34"/>
          <p:cNvSpPr/>
          <p:nvPr/>
        </p:nvSpPr>
        <p:spPr>
          <a:xfrm>
            <a:off x="0" y="1"/>
            <a:ext cx="12192000" cy="1206639"/>
          </a:xfrm>
          <a:prstGeom prst="rect">
            <a:avLst/>
          </a:prstGeom>
          <a:solidFill>
            <a:schemeClr val="lt2"/>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67" b="0" i="0" u="none" strike="noStrike" cap="none">
              <a:solidFill>
                <a:schemeClr val="lt1"/>
              </a:solidFill>
              <a:latin typeface="Arial"/>
              <a:ea typeface="Arial"/>
              <a:cs typeface="Arial"/>
              <a:sym typeface="Arial"/>
            </a:endParaRPr>
          </a:p>
        </p:txBody>
      </p:sp>
      <p:sp>
        <p:nvSpPr>
          <p:cNvPr id="36" name="Google Shape;36;p34"/>
          <p:cNvSpPr txBox="1">
            <a:spLocks noGrp="1"/>
          </p:cNvSpPr>
          <p:nvPr>
            <p:ph type="title"/>
          </p:nvPr>
        </p:nvSpPr>
        <p:spPr>
          <a:xfrm>
            <a:off x="0" y="23412"/>
            <a:ext cx="12192000" cy="11430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700"/>
              <a:buNone/>
              <a:defRPr>
                <a:solidFill>
                  <a:srgbClr val="F2F2F2"/>
                </a:solidFill>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Tree>
    <p:extLst>
      <p:ext uri="{BB962C8B-B14F-4D97-AF65-F5344CB8AC3E}">
        <p14:creationId xmlns:p14="http://schemas.microsoft.com/office/powerpoint/2010/main" val="12119025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85128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341489"/>
            <a:ext cx="8534400" cy="1752600"/>
          </a:xfrm>
        </p:spPr>
        <p:txBody>
          <a:bodyPr/>
          <a:lstStyle>
            <a:lvl1pPr marL="0" indent="0" algn="ctr">
              <a:buNone/>
              <a:defRPr>
                <a:solidFill>
                  <a:schemeClr val="tx1">
                    <a:lumMod val="85000"/>
                    <a:lumOff val="15000"/>
                  </a:schemeClr>
                </a:solidFill>
              </a:defRPr>
            </a:lvl1pPr>
            <a:lvl2pPr marL="342891" indent="0" algn="ctr">
              <a:buNone/>
              <a:defRPr>
                <a:solidFill>
                  <a:schemeClr val="tx1">
                    <a:tint val="75000"/>
                  </a:schemeClr>
                </a:solidFill>
              </a:defRPr>
            </a:lvl2pPr>
            <a:lvl3pPr marL="685783" indent="0" algn="ctr">
              <a:buNone/>
              <a:defRPr>
                <a:solidFill>
                  <a:schemeClr val="tx1">
                    <a:tint val="75000"/>
                  </a:schemeClr>
                </a:solidFill>
              </a:defRPr>
            </a:lvl3pPr>
            <a:lvl4pPr marL="1028674" indent="0" algn="ctr">
              <a:buNone/>
              <a:defRPr>
                <a:solidFill>
                  <a:schemeClr val="tx1">
                    <a:tint val="75000"/>
                  </a:schemeClr>
                </a:solidFill>
              </a:defRPr>
            </a:lvl4pPr>
            <a:lvl5pPr marL="1371566" indent="0" algn="ctr">
              <a:buNone/>
              <a:defRPr>
                <a:solidFill>
                  <a:schemeClr val="tx1">
                    <a:tint val="75000"/>
                  </a:schemeClr>
                </a:solidFill>
              </a:defRPr>
            </a:lvl5pPr>
            <a:lvl6pPr marL="1714457" indent="0" algn="ctr">
              <a:buNone/>
              <a:defRPr>
                <a:solidFill>
                  <a:schemeClr val="tx1">
                    <a:tint val="75000"/>
                  </a:schemeClr>
                </a:solidFill>
              </a:defRPr>
            </a:lvl6pPr>
            <a:lvl7pPr marL="2057349" indent="0" algn="ctr">
              <a:buNone/>
              <a:defRPr>
                <a:solidFill>
                  <a:schemeClr val="tx1">
                    <a:tint val="75000"/>
                  </a:schemeClr>
                </a:solidFill>
              </a:defRPr>
            </a:lvl7pPr>
            <a:lvl8pPr marL="2400240" indent="0" algn="ctr">
              <a:buNone/>
              <a:defRPr>
                <a:solidFill>
                  <a:schemeClr val="tx1">
                    <a:tint val="75000"/>
                  </a:schemeClr>
                </a:solidFill>
              </a:defRPr>
            </a:lvl8pPr>
            <a:lvl9pPr marL="2743131" indent="0" algn="ctr">
              <a:buNone/>
              <a:defRPr>
                <a:solidFill>
                  <a:schemeClr val="tx1">
                    <a:tint val="75000"/>
                  </a:schemeClr>
                </a:solidFill>
              </a:defRPr>
            </a:lvl9pPr>
          </a:lstStyle>
          <a:p>
            <a:r>
              <a:rPr lang="en-US"/>
              <a:t>Click to edit Master subtitle style</a:t>
            </a:r>
            <a:endParaRPr lang="en-US" dirty="0"/>
          </a:p>
        </p:txBody>
      </p:sp>
      <p:pic>
        <p:nvPicPr>
          <p:cNvPr id="6" name="Picture 5">
            <a:extLst>
              <a:ext uri="{FF2B5EF4-FFF2-40B4-BE49-F238E27FC236}">
                <a16:creationId xmlns:a16="http://schemas.microsoft.com/office/drawing/2014/main" id="{47BB7521-98C0-2A40-BD39-5BCEE48B8278}"/>
              </a:ext>
            </a:extLst>
          </p:cNvPr>
          <p:cNvPicPr>
            <a:picLocks noChangeAspect="1"/>
          </p:cNvPicPr>
          <p:nvPr userDrawn="1"/>
        </p:nvPicPr>
        <p:blipFill>
          <a:blip r:embed="rId2"/>
          <a:stretch>
            <a:fillRect/>
          </a:stretch>
        </p:blipFill>
        <p:spPr>
          <a:xfrm>
            <a:off x="2951495" y="4355259"/>
            <a:ext cx="6299749" cy="563223"/>
          </a:xfrm>
          <a:prstGeom prst="rect">
            <a:avLst/>
          </a:prstGeom>
        </p:spPr>
      </p:pic>
      <p:pic>
        <p:nvPicPr>
          <p:cNvPr id="12" name="Picture 11">
            <a:extLst>
              <a:ext uri="{FF2B5EF4-FFF2-40B4-BE49-F238E27FC236}">
                <a16:creationId xmlns:a16="http://schemas.microsoft.com/office/drawing/2014/main" id="{FFA34301-7F36-2C46-AC22-AFFAC4BFF8DA}"/>
              </a:ext>
            </a:extLst>
          </p:cNvPr>
          <p:cNvPicPr>
            <a:picLocks noChangeAspect="1"/>
          </p:cNvPicPr>
          <p:nvPr userDrawn="1"/>
        </p:nvPicPr>
        <p:blipFill>
          <a:blip r:embed="rId3"/>
          <a:stretch>
            <a:fillRect/>
          </a:stretch>
        </p:blipFill>
        <p:spPr>
          <a:xfrm>
            <a:off x="3866445" y="5094089"/>
            <a:ext cx="1161689" cy="1080008"/>
          </a:xfrm>
          <a:prstGeom prst="rect">
            <a:avLst/>
          </a:prstGeom>
        </p:spPr>
      </p:pic>
      <p:pic>
        <p:nvPicPr>
          <p:cNvPr id="4" name="Picture 3">
            <a:extLst>
              <a:ext uri="{FF2B5EF4-FFF2-40B4-BE49-F238E27FC236}">
                <a16:creationId xmlns:a16="http://schemas.microsoft.com/office/drawing/2014/main" id="{5D6D9F56-A257-F14E-A0A1-58B3F5FDAB7E}"/>
              </a:ext>
            </a:extLst>
          </p:cNvPr>
          <p:cNvPicPr>
            <a:picLocks noChangeAspect="1"/>
          </p:cNvPicPr>
          <p:nvPr userDrawn="1"/>
        </p:nvPicPr>
        <p:blipFill rotWithShape="1">
          <a:blip r:embed="rId4"/>
          <a:srcRect t="32840" b="-1"/>
          <a:stretch/>
        </p:blipFill>
        <p:spPr>
          <a:xfrm>
            <a:off x="5919078" y="5266579"/>
            <a:ext cx="3237089" cy="731909"/>
          </a:xfrm>
          <a:prstGeom prst="rect">
            <a:avLst/>
          </a:prstGeom>
        </p:spPr>
      </p:pic>
    </p:spTree>
    <p:extLst>
      <p:ext uri="{BB962C8B-B14F-4D97-AF65-F5344CB8AC3E}">
        <p14:creationId xmlns:p14="http://schemas.microsoft.com/office/powerpoint/2010/main" val="27262079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97706" y="1353807"/>
            <a:ext cx="11666363" cy="495464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0" y="1"/>
            <a:ext cx="12192000" cy="1069676"/>
          </a:xfrm>
          <a:solidFill>
            <a:srgbClr val="800000"/>
          </a:solidFill>
          <a:effectLst/>
        </p:spPr>
        <p:txBody>
          <a:bodyPr/>
          <a:lstStyle>
            <a:lvl1pPr>
              <a:defRPr>
                <a:solidFill>
                  <a:schemeClr val="bg1">
                    <a:lumMod val="95000"/>
                  </a:schemeClr>
                </a:solidFill>
              </a:defRPr>
            </a:lvl1pPr>
          </a:lstStyle>
          <a:p>
            <a:r>
              <a:rPr lang="en-US"/>
              <a:t>Click to edit Master title style</a:t>
            </a:r>
            <a:endParaRPr lang="en-US" dirty="0"/>
          </a:p>
        </p:txBody>
      </p:sp>
    </p:spTree>
    <p:extLst>
      <p:ext uri="{BB962C8B-B14F-4D97-AF65-F5344CB8AC3E}">
        <p14:creationId xmlns:p14="http://schemas.microsoft.com/office/powerpoint/2010/main" val="41565416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385250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8"/>
        <p:cNvGrpSpPr/>
        <p:nvPr/>
      </p:nvGrpSpPr>
      <p:grpSpPr>
        <a:xfrm>
          <a:off x="0" y="0"/>
          <a:ext cx="0" cy="0"/>
          <a:chOff x="0" y="0"/>
          <a:chExt cx="0" cy="0"/>
        </a:xfrm>
      </p:grpSpPr>
      <p:sp>
        <p:nvSpPr>
          <p:cNvPr id="39" name="Google Shape;39;p6"/>
          <p:cNvSpPr txBox="1">
            <a:spLocks noGrp="1"/>
          </p:cNvSpPr>
          <p:nvPr>
            <p:ph type="dt" idx="10"/>
          </p:nvPr>
        </p:nvSpPr>
        <p:spPr>
          <a:xfrm>
            <a:off x="0" y="0"/>
            <a:ext cx="4000000" cy="4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400">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0" name="Google Shape;40;p6"/>
          <p:cNvSpPr txBox="1">
            <a:spLocks noGrp="1"/>
          </p:cNvSpPr>
          <p:nvPr>
            <p:ph type="ftr" idx="11"/>
          </p:nvPr>
        </p:nvSpPr>
        <p:spPr>
          <a:xfrm>
            <a:off x="0" y="0"/>
            <a:ext cx="4000000" cy="4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400">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sldNum" idx="12"/>
          </p:nvPr>
        </p:nvSpPr>
        <p:spPr>
          <a:xfrm>
            <a:off x="0" y="0"/>
            <a:ext cx="4000000" cy="4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2400">
                <a:solidFill>
                  <a:schemeClr val="dk1"/>
                </a:solidFill>
                <a:latin typeface="Calibri"/>
                <a:ea typeface="Calibri"/>
                <a:cs typeface="Calibri"/>
                <a:sym typeface="Calibri"/>
              </a:defRPr>
            </a:lvl1pPr>
            <a:lvl2pPr marL="0" marR="0" lvl="1" indent="0" algn="l" rtl="0">
              <a:spcBef>
                <a:spcPts val="0"/>
              </a:spcBef>
              <a:spcAft>
                <a:spcPts val="0"/>
              </a:spcAft>
              <a:buNone/>
              <a:defRPr sz="2400">
                <a:solidFill>
                  <a:schemeClr val="dk1"/>
                </a:solidFill>
                <a:latin typeface="Calibri"/>
                <a:ea typeface="Calibri"/>
                <a:cs typeface="Calibri"/>
                <a:sym typeface="Calibri"/>
              </a:defRPr>
            </a:lvl2pPr>
            <a:lvl3pPr marL="0" marR="0" lvl="2" indent="0" algn="l" rtl="0">
              <a:spcBef>
                <a:spcPts val="0"/>
              </a:spcBef>
              <a:spcAft>
                <a:spcPts val="0"/>
              </a:spcAft>
              <a:buNone/>
              <a:defRPr sz="2400">
                <a:solidFill>
                  <a:schemeClr val="dk1"/>
                </a:solidFill>
                <a:latin typeface="Calibri"/>
                <a:ea typeface="Calibri"/>
                <a:cs typeface="Calibri"/>
                <a:sym typeface="Calibri"/>
              </a:defRPr>
            </a:lvl3pPr>
            <a:lvl4pPr marL="0" marR="0" lvl="3" indent="0" algn="l" rtl="0">
              <a:spcBef>
                <a:spcPts val="0"/>
              </a:spcBef>
              <a:spcAft>
                <a:spcPts val="0"/>
              </a:spcAft>
              <a:buNone/>
              <a:defRPr sz="2400">
                <a:solidFill>
                  <a:schemeClr val="dk1"/>
                </a:solidFill>
                <a:latin typeface="Calibri"/>
                <a:ea typeface="Calibri"/>
                <a:cs typeface="Calibri"/>
                <a:sym typeface="Calibri"/>
              </a:defRPr>
            </a:lvl4pPr>
            <a:lvl5pPr marL="0" marR="0" lvl="4" indent="0" algn="l" rtl="0">
              <a:spcBef>
                <a:spcPts val="0"/>
              </a:spcBef>
              <a:spcAft>
                <a:spcPts val="0"/>
              </a:spcAft>
              <a:buNone/>
              <a:defRPr sz="2400">
                <a:solidFill>
                  <a:schemeClr val="dk1"/>
                </a:solidFill>
                <a:latin typeface="Calibri"/>
                <a:ea typeface="Calibri"/>
                <a:cs typeface="Calibri"/>
                <a:sym typeface="Calibri"/>
              </a:defRPr>
            </a:lvl5pPr>
            <a:lvl6pPr marL="0" marR="0" lvl="5" indent="0" algn="l" rtl="0">
              <a:spcBef>
                <a:spcPts val="0"/>
              </a:spcBef>
              <a:spcAft>
                <a:spcPts val="0"/>
              </a:spcAft>
              <a:buNone/>
              <a:defRPr sz="2400">
                <a:solidFill>
                  <a:schemeClr val="dk1"/>
                </a:solidFill>
                <a:latin typeface="Calibri"/>
                <a:ea typeface="Calibri"/>
                <a:cs typeface="Calibri"/>
                <a:sym typeface="Calibri"/>
              </a:defRPr>
            </a:lvl6pPr>
            <a:lvl7pPr marL="0" marR="0" lvl="6" indent="0" algn="l" rtl="0">
              <a:spcBef>
                <a:spcPts val="0"/>
              </a:spcBef>
              <a:spcAft>
                <a:spcPts val="0"/>
              </a:spcAft>
              <a:buNone/>
              <a:defRPr sz="2400">
                <a:solidFill>
                  <a:schemeClr val="dk1"/>
                </a:solidFill>
                <a:latin typeface="Calibri"/>
                <a:ea typeface="Calibri"/>
                <a:cs typeface="Calibri"/>
                <a:sym typeface="Calibri"/>
              </a:defRPr>
            </a:lvl7pPr>
            <a:lvl8pPr marL="0" marR="0" lvl="7" indent="0" algn="l" rtl="0">
              <a:spcBef>
                <a:spcPts val="0"/>
              </a:spcBef>
              <a:spcAft>
                <a:spcPts val="0"/>
              </a:spcAft>
              <a:buNone/>
              <a:defRPr sz="2400">
                <a:solidFill>
                  <a:schemeClr val="dk1"/>
                </a:solidFill>
                <a:latin typeface="Calibri"/>
                <a:ea typeface="Calibri"/>
                <a:cs typeface="Calibri"/>
                <a:sym typeface="Calibri"/>
              </a:defRPr>
            </a:lvl8pPr>
            <a:lvl9pPr marL="0" marR="0" lvl="8" indent="0" algn="l" rtl="0">
              <a:spcBef>
                <a:spcPts val="0"/>
              </a:spcBef>
              <a:spcAft>
                <a:spcPts val="0"/>
              </a:spcAft>
              <a:buNone/>
              <a:defRPr sz="2400">
                <a:solidFill>
                  <a:schemeClr val="dk1"/>
                </a:solidFill>
                <a:latin typeface="Calibri"/>
                <a:ea typeface="Calibri"/>
                <a:cs typeface="Calibri"/>
                <a:sym typeface="Calibri"/>
              </a:defRPr>
            </a:lvl9pPr>
          </a:lstStyle>
          <a:p>
            <a:fld id="{00000000-1234-1234-1234-123412341234}" type="slidenum">
              <a:rPr lang="en" smtClean="0"/>
              <a:pPr/>
              <a:t>‹#›</a:t>
            </a:fld>
            <a:endParaRPr lang="en"/>
          </a:p>
        </p:txBody>
      </p:sp>
      <p:sp>
        <p:nvSpPr>
          <p:cNvPr id="42" name="Google Shape;42;p6"/>
          <p:cNvSpPr/>
          <p:nvPr/>
        </p:nvSpPr>
        <p:spPr>
          <a:xfrm>
            <a:off x="0" y="6450221"/>
            <a:ext cx="12192000" cy="407600"/>
          </a:xfrm>
          <a:prstGeom prst="rect">
            <a:avLst/>
          </a:prstGeom>
          <a:solidFill>
            <a:srgbClr val="800000"/>
          </a:solidFill>
          <a:ln>
            <a:noFill/>
          </a:ln>
        </p:spPr>
        <p:txBody>
          <a:bodyPr spcFirstLastPara="1" wrap="square" lIns="121900" tIns="60933" rIns="121900" bIns="60933" anchor="ctr" anchorCtr="0">
            <a:noAutofit/>
          </a:bodyPr>
          <a:lstStyle/>
          <a:p>
            <a:pPr marL="0" marR="0" lvl="0" indent="0" algn="ctr" rtl="0">
              <a:spcBef>
                <a:spcPts val="0"/>
              </a:spcBef>
              <a:spcAft>
                <a:spcPts val="0"/>
              </a:spcAft>
              <a:buNone/>
            </a:pPr>
            <a:endParaRPr sz="2400" b="0" i="0" u="none" strike="noStrike" cap="none">
              <a:solidFill>
                <a:schemeClr val="lt1"/>
              </a:solidFill>
              <a:latin typeface="Calibri"/>
              <a:ea typeface="Calibri"/>
              <a:cs typeface="Calibri"/>
              <a:sym typeface="Calibri"/>
            </a:endParaRPr>
          </a:p>
        </p:txBody>
      </p:sp>
      <p:sp>
        <p:nvSpPr>
          <p:cNvPr id="43" name="Google Shape;43;p6"/>
          <p:cNvSpPr txBox="1"/>
          <p:nvPr/>
        </p:nvSpPr>
        <p:spPr>
          <a:xfrm>
            <a:off x="210609" y="6459633"/>
            <a:ext cx="4606000" cy="369200"/>
          </a:xfrm>
          <a:prstGeom prst="rect">
            <a:avLst/>
          </a:prstGeom>
          <a:noFill/>
          <a:ln>
            <a:noFill/>
          </a:ln>
        </p:spPr>
        <p:txBody>
          <a:bodyPr spcFirstLastPara="1" wrap="square" lIns="121900" tIns="60933" rIns="121900" bIns="60933" anchor="t" anchorCtr="0">
            <a:noAutofit/>
          </a:bodyPr>
          <a:lstStyle/>
          <a:p>
            <a:pPr marL="0" marR="0" lvl="0" indent="0" algn="l" rtl="0">
              <a:spcBef>
                <a:spcPts val="0"/>
              </a:spcBef>
              <a:spcAft>
                <a:spcPts val="0"/>
              </a:spcAft>
              <a:buNone/>
            </a:pPr>
            <a:r>
              <a:rPr lang="en" sz="1600">
                <a:solidFill>
                  <a:schemeClr val="lt1"/>
                </a:solidFill>
              </a:rPr>
              <a:t>Kit Rodolfa</a:t>
            </a:r>
            <a:r>
              <a:rPr lang="en" sz="1600" b="0" i="0" u="none" strike="noStrike" cap="none">
                <a:solidFill>
                  <a:schemeClr val="lt1"/>
                </a:solidFill>
                <a:latin typeface="Arial"/>
                <a:ea typeface="Arial"/>
                <a:cs typeface="Arial"/>
                <a:sym typeface="Arial"/>
              </a:rPr>
              <a:t>  | </a:t>
            </a:r>
            <a:r>
              <a:rPr lang="en" sz="1600">
                <a:solidFill>
                  <a:schemeClr val="lt1"/>
                </a:solidFill>
              </a:rPr>
              <a:t>krodolfa@cmu.edu</a:t>
            </a:r>
            <a:endParaRPr sz="1600" b="0">
              <a:solidFill>
                <a:schemeClr val="lt1"/>
              </a:solidFill>
              <a:latin typeface="Calibri"/>
              <a:ea typeface="Calibri"/>
              <a:cs typeface="Calibri"/>
              <a:sym typeface="Calibri"/>
            </a:endParaRPr>
          </a:p>
        </p:txBody>
      </p:sp>
      <p:pic>
        <p:nvPicPr>
          <p:cNvPr id="44" name="Google Shape;44;p6"/>
          <p:cNvPicPr preferRelativeResize="0"/>
          <p:nvPr/>
        </p:nvPicPr>
        <p:blipFill rotWithShape="1">
          <a:blip r:embed="rId2">
            <a:alphaModFix/>
          </a:blip>
          <a:srcRect/>
          <a:stretch/>
        </p:blipFill>
        <p:spPr>
          <a:xfrm>
            <a:off x="8632176" y="6510528"/>
            <a:ext cx="3451669" cy="308593"/>
          </a:xfrm>
          <a:prstGeom prst="rect">
            <a:avLst/>
          </a:prstGeom>
          <a:noFill/>
          <a:ln>
            <a:noFill/>
          </a:ln>
        </p:spPr>
      </p:pic>
    </p:spTree>
    <p:extLst>
      <p:ext uri="{BB962C8B-B14F-4D97-AF65-F5344CB8AC3E}">
        <p14:creationId xmlns:p14="http://schemas.microsoft.com/office/powerpoint/2010/main" val="18614844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07D4411-737E-C541-B4C4-6D57C5CC3460}"/>
              </a:ext>
            </a:extLst>
          </p:cNvPr>
          <p:cNvSpPr/>
          <p:nvPr userDrawn="1"/>
        </p:nvSpPr>
        <p:spPr>
          <a:xfrm>
            <a:off x="0" y="6519445"/>
            <a:ext cx="12192000" cy="338555"/>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C15BB04C-E7FB-0646-9DDE-F53072130CA6}"/>
              </a:ext>
            </a:extLst>
          </p:cNvPr>
          <p:cNvSpPr txBox="1"/>
          <p:nvPr userDrawn="1"/>
        </p:nvSpPr>
        <p:spPr>
          <a:xfrm>
            <a:off x="210588" y="6533191"/>
            <a:ext cx="2779905" cy="307777"/>
          </a:xfrm>
          <a:prstGeom prst="rect">
            <a:avLst/>
          </a:prstGeom>
          <a:noFill/>
        </p:spPr>
        <p:txBody>
          <a:bodyPr wrap="square" rtlCol="0">
            <a:spAutoFit/>
          </a:bodyPr>
          <a:lstStyle/>
          <a:p>
            <a:pPr marL="0" marR="0" lvl="0" indent="0" algn="l" defTabSz="609585"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err="1">
                <a:ln>
                  <a:noFill/>
                </a:ln>
                <a:solidFill>
                  <a:prstClr val="white"/>
                </a:solidFill>
                <a:effectLst/>
                <a:uLnTx/>
                <a:uFillTx/>
                <a:latin typeface="Arial"/>
                <a:ea typeface="ＭＳ Ｐゴシック" charset="0"/>
                <a:cs typeface="Arial"/>
              </a:rPr>
              <a:t>Rayid</a:t>
            </a:r>
            <a:r>
              <a:rPr kumimoji="0" lang="en-US" sz="1400" b="0" i="0" u="none" strike="noStrike" kern="1200" cap="none" spc="0" normalizeH="0" baseline="0" noProof="0" dirty="0">
                <a:ln>
                  <a:noFill/>
                </a:ln>
                <a:solidFill>
                  <a:prstClr val="white"/>
                </a:solidFill>
                <a:effectLst/>
                <a:uLnTx/>
                <a:uFillTx/>
                <a:latin typeface="Arial"/>
                <a:ea typeface="ＭＳ Ｐゴシック" charset="0"/>
                <a:cs typeface="Arial"/>
              </a:rPr>
              <a:t> Ghani  |  @</a:t>
            </a:r>
            <a:r>
              <a:rPr kumimoji="0" lang="en-US" sz="1400" b="0" i="0" u="none" strike="noStrike" kern="1200" cap="none" spc="0" normalizeH="0" baseline="0" noProof="0" dirty="0" err="1">
                <a:ln>
                  <a:noFill/>
                </a:ln>
                <a:solidFill>
                  <a:prstClr val="white"/>
                </a:solidFill>
                <a:effectLst/>
                <a:uLnTx/>
                <a:uFillTx/>
                <a:latin typeface="Arial"/>
                <a:ea typeface="ＭＳ Ｐゴシック" charset="0"/>
                <a:cs typeface="Arial"/>
              </a:rPr>
              <a:t>rayidghani</a:t>
            </a:r>
            <a:endParaRPr kumimoji="0" lang="en-US" sz="1400" b="0" i="0" u="none" strike="noStrike" kern="1200" cap="none" spc="0" normalizeH="0" baseline="0" noProof="0" dirty="0">
              <a:ln>
                <a:noFill/>
              </a:ln>
              <a:solidFill>
                <a:prstClr val="white"/>
              </a:solidFill>
              <a:effectLst/>
              <a:uLnTx/>
              <a:uFillTx/>
              <a:latin typeface="Calibri" charset="0"/>
              <a:ea typeface="ＭＳ Ｐゴシック" charset="0"/>
            </a:endParaRPr>
          </a:p>
        </p:txBody>
      </p:sp>
      <p:pic>
        <p:nvPicPr>
          <p:cNvPr id="5" name="Picture 4">
            <a:extLst>
              <a:ext uri="{FF2B5EF4-FFF2-40B4-BE49-F238E27FC236}">
                <a16:creationId xmlns:a16="http://schemas.microsoft.com/office/drawing/2014/main" id="{75E247F2-E124-D640-B103-0B5ED2CEA829}"/>
              </a:ext>
            </a:extLst>
          </p:cNvPr>
          <p:cNvPicPr>
            <a:picLocks noChangeAspect="1"/>
          </p:cNvPicPr>
          <p:nvPr userDrawn="1"/>
        </p:nvPicPr>
        <p:blipFill>
          <a:blip r:embed="rId2"/>
          <a:stretch>
            <a:fillRect/>
          </a:stretch>
        </p:blipFill>
        <p:spPr>
          <a:xfrm>
            <a:off x="9396248" y="6578839"/>
            <a:ext cx="2687597" cy="240283"/>
          </a:xfrm>
          <a:prstGeom prst="rect">
            <a:avLst/>
          </a:prstGeom>
        </p:spPr>
      </p:pic>
    </p:spTree>
    <p:extLst>
      <p:ext uri="{BB962C8B-B14F-4D97-AF65-F5344CB8AC3E}">
        <p14:creationId xmlns:p14="http://schemas.microsoft.com/office/powerpoint/2010/main" val="29056126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21191701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15399166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736150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293683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7531424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428772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747385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SzPts val="1200"/>
              <a:buChar char="●"/>
              <a:defRPr sz="1600"/>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70308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222128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517946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397159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10180726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6811591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09600" y="274639"/>
            <a:ext cx="10972800" cy="1143200"/>
          </a:xfrm>
          <a:prstGeom prst="rect">
            <a:avLst/>
          </a:prstGeom>
          <a:noFill/>
          <a:ln>
            <a:noFill/>
          </a:ln>
        </p:spPr>
        <p:txBody>
          <a:bodyPr spcFirstLastPara="1" wrap="square" lIns="91425" tIns="91425" rIns="91425" bIns="91425" anchor="ctr" anchorCtr="0">
            <a:noAutofit/>
          </a:bodyPr>
          <a:lstStyle>
            <a:lvl1pPr lvl="0" algn="l" rtl="0">
              <a:spcBef>
                <a:spcPts val="0"/>
              </a:spcBef>
              <a:spcAft>
                <a:spcPts val="0"/>
              </a:spcAft>
              <a:buClr>
                <a:schemeClr val="dk1"/>
              </a:buClr>
              <a:buSzPts val="2400"/>
              <a:buNone/>
              <a:defRPr sz="3200"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609600" y="1600200"/>
            <a:ext cx="10972800" cy="5065200"/>
          </a:xfrm>
          <a:prstGeom prst="rect">
            <a:avLst/>
          </a:prstGeom>
          <a:noFill/>
          <a:ln>
            <a:noFill/>
          </a:ln>
        </p:spPr>
        <p:txBody>
          <a:bodyPr spcFirstLastPara="1" wrap="square" lIns="91425" tIns="91425" rIns="91425" bIns="91425" anchor="t" anchorCtr="0">
            <a:noAutofit/>
          </a:bodyPr>
          <a:lstStyle>
            <a:lvl1pPr marL="609585" lvl="0" indent="-457189" algn="l" rtl="0">
              <a:spcBef>
                <a:spcPts val="853"/>
              </a:spcBef>
              <a:spcAft>
                <a:spcPts val="0"/>
              </a:spcAft>
              <a:buClr>
                <a:schemeClr val="dk1"/>
              </a:buClr>
              <a:buSzPts val="1800"/>
              <a:buFont typeface="Arial"/>
              <a:buChar char="•"/>
              <a:defRPr/>
            </a:lvl1pPr>
            <a:lvl2pPr marL="1219170" lvl="1" indent="-423323" algn="l" rtl="0">
              <a:spcBef>
                <a:spcPts val="2133"/>
              </a:spcBef>
              <a:spcAft>
                <a:spcPts val="0"/>
              </a:spcAft>
              <a:buClr>
                <a:schemeClr val="dk1"/>
              </a:buClr>
              <a:buSzPts val="1400"/>
              <a:buFont typeface="Arial"/>
              <a:buChar char="–"/>
              <a:defRPr/>
            </a:lvl2pPr>
            <a:lvl3pPr marL="1828754" lvl="2" indent="-423323" algn="l" rtl="0">
              <a:spcBef>
                <a:spcPts val="2133"/>
              </a:spcBef>
              <a:spcAft>
                <a:spcPts val="0"/>
              </a:spcAft>
              <a:buClr>
                <a:schemeClr val="dk1"/>
              </a:buClr>
              <a:buSzPts val="1400"/>
              <a:buFont typeface="Arial"/>
              <a:buChar char="•"/>
              <a:defRPr/>
            </a:lvl3pPr>
            <a:lvl4pPr marL="2438339" lvl="3" indent="-423323" algn="l" rtl="0">
              <a:spcBef>
                <a:spcPts val="2133"/>
              </a:spcBef>
              <a:spcAft>
                <a:spcPts val="0"/>
              </a:spcAft>
              <a:buClr>
                <a:schemeClr val="dk1"/>
              </a:buClr>
              <a:buSzPts val="1400"/>
              <a:buFont typeface="Arial"/>
              <a:buChar char="–"/>
              <a:defRPr/>
            </a:lvl4pPr>
            <a:lvl5pPr marL="3047924" lvl="4" indent="-423323" algn="l" rtl="0">
              <a:spcBef>
                <a:spcPts val="2133"/>
              </a:spcBef>
              <a:spcAft>
                <a:spcPts val="0"/>
              </a:spcAft>
              <a:buClr>
                <a:schemeClr val="dk1"/>
              </a:buClr>
              <a:buSzPts val="1400"/>
              <a:buFont typeface="Arial"/>
              <a:buChar char="»"/>
              <a:defRPr/>
            </a:lvl5pPr>
            <a:lvl6pPr marL="3657509" lvl="5" indent="-423323" algn="l" rtl="0">
              <a:spcBef>
                <a:spcPts val="2133"/>
              </a:spcBef>
              <a:spcAft>
                <a:spcPts val="0"/>
              </a:spcAft>
              <a:buClr>
                <a:schemeClr val="dk1"/>
              </a:buClr>
              <a:buSzPts val="1400"/>
              <a:buFont typeface="Arial"/>
              <a:buChar char="•"/>
              <a:defRPr/>
            </a:lvl6pPr>
            <a:lvl7pPr marL="4267093" lvl="6" indent="-423323" algn="l" rtl="0">
              <a:spcBef>
                <a:spcPts val="2133"/>
              </a:spcBef>
              <a:spcAft>
                <a:spcPts val="0"/>
              </a:spcAft>
              <a:buClr>
                <a:schemeClr val="dk1"/>
              </a:buClr>
              <a:buSzPts val="1400"/>
              <a:buFont typeface="Arial"/>
              <a:buChar char="•"/>
              <a:defRPr/>
            </a:lvl7pPr>
            <a:lvl8pPr marL="4876678" lvl="7" indent="-423323" algn="l" rtl="0">
              <a:spcBef>
                <a:spcPts val="2133"/>
              </a:spcBef>
              <a:spcAft>
                <a:spcPts val="0"/>
              </a:spcAft>
              <a:buClr>
                <a:schemeClr val="dk1"/>
              </a:buClr>
              <a:buSzPts val="1400"/>
              <a:buFont typeface="Arial"/>
              <a:buChar char="•"/>
              <a:defRPr/>
            </a:lvl8pPr>
            <a:lvl9pPr marL="5486263" lvl="8" indent="-423323" algn="l" rtl="0">
              <a:spcBef>
                <a:spcPts val="2133"/>
              </a:spcBef>
              <a:spcAft>
                <a:spcPts val="2133"/>
              </a:spcAft>
              <a:buClr>
                <a:schemeClr val="dk1"/>
              </a:buClr>
              <a:buSzPts val="1400"/>
              <a:buFont typeface="Arial"/>
              <a:buChar char="•"/>
              <a:defRPr/>
            </a:lvl9pPr>
          </a:lstStyle>
          <a:p>
            <a:endParaRPr/>
          </a:p>
        </p:txBody>
      </p:sp>
    </p:spTree>
    <p:extLst>
      <p:ext uri="{BB962C8B-B14F-4D97-AF65-F5344CB8AC3E}">
        <p14:creationId xmlns:p14="http://schemas.microsoft.com/office/powerpoint/2010/main" val="4861486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09600" y="274639"/>
            <a:ext cx="10972800" cy="1143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5867" b="0" i="0" u="none" strike="noStrike" cap="none">
                <a:solidFill>
                  <a:schemeClr val="dk1"/>
                </a:solidFill>
                <a:latin typeface="Calibri"/>
                <a:ea typeface="Calibri"/>
                <a:cs typeface="Calibri"/>
                <a:sym typeface="Calibri"/>
              </a:defRPr>
            </a:lvl1pPr>
            <a:lvl2pPr lvl="1" rtl="0">
              <a:spcBef>
                <a:spcPts val="0"/>
              </a:spcBef>
              <a:spcAft>
                <a:spcPts val="0"/>
              </a:spcAft>
              <a:buSzPts val="2800"/>
              <a:buNone/>
              <a:defRPr sz="2400"/>
            </a:lvl2pPr>
            <a:lvl3pPr lvl="2" rtl="0">
              <a:spcBef>
                <a:spcPts val="0"/>
              </a:spcBef>
              <a:spcAft>
                <a:spcPts val="0"/>
              </a:spcAft>
              <a:buSzPts val="2800"/>
              <a:buNone/>
              <a:defRPr sz="2400"/>
            </a:lvl3pPr>
            <a:lvl4pPr lvl="3" rtl="0">
              <a:spcBef>
                <a:spcPts val="0"/>
              </a:spcBef>
              <a:spcAft>
                <a:spcPts val="0"/>
              </a:spcAft>
              <a:buSzPts val="2800"/>
              <a:buNone/>
              <a:defRPr sz="2400"/>
            </a:lvl4pPr>
            <a:lvl5pPr lvl="4" rtl="0">
              <a:spcBef>
                <a:spcPts val="0"/>
              </a:spcBef>
              <a:spcAft>
                <a:spcPts val="0"/>
              </a:spcAft>
              <a:buSzPts val="2800"/>
              <a:buNone/>
              <a:defRPr sz="2400"/>
            </a:lvl5pPr>
            <a:lvl6pPr lvl="5" rtl="0">
              <a:spcBef>
                <a:spcPts val="0"/>
              </a:spcBef>
              <a:spcAft>
                <a:spcPts val="0"/>
              </a:spcAft>
              <a:buSzPts val="2800"/>
              <a:buNone/>
              <a:defRPr sz="2400"/>
            </a:lvl6pPr>
            <a:lvl7pPr lvl="6" rtl="0">
              <a:spcBef>
                <a:spcPts val="0"/>
              </a:spcBef>
              <a:spcAft>
                <a:spcPts val="0"/>
              </a:spcAft>
              <a:buSzPts val="2800"/>
              <a:buNone/>
              <a:defRPr sz="2400"/>
            </a:lvl7pPr>
            <a:lvl8pPr lvl="7" rtl="0">
              <a:spcBef>
                <a:spcPts val="0"/>
              </a:spcBef>
              <a:spcAft>
                <a:spcPts val="0"/>
              </a:spcAft>
              <a:buSzPts val="2800"/>
              <a:buNone/>
              <a:defRPr sz="2400"/>
            </a:lvl8pPr>
            <a:lvl9pPr lvl="8" rtl="0">
              <a:spcBef>
                <a:spcPts val="0"/>
              </a:spcBef>
              <a:spcAft>
                <a:spcPts val="0"/>
              </a:spcAft>
              <a:buSzPts val="2800"/>
              <a:buNone/>
              <a:defRPr sz="2400"/>
            </a:lvl9pPr>
          </a:lstStyle>
          <a:p>
            <a:endParaRPr/>
          </a:p>
        </p:txBody>
      </p:sp>
      <p:sp>
        <p:nvSpPr>
          <p:cNvPr id="55" name="Google Shape;55;p14"/>
          <p:cNvSpPr txBox="1">
            <a:spLocks noGrp="1"/>
          </p:cNvSpPr>
          <p:nvPr>
            <p:ph type="body" idx="1"/>
          </p:nvPr>
        </p:nvSpPr>
        <p:spPr>
          <a:xfrm>
            <a:off x="609600" y="1600201"/>
            <a:ext cx="10972800" cy="4526000"/>
          </a:xfrm>
          <a:prstGeom prst="rect">
            <a:avLst/>
          </a:prstGeom>
          <a:noFill/>
          <a:ln>
            <a:noFill/>
          </a:ln>
        </p:spPr>
        <p:txBody>
          <a:bodyPr spcFirstLastPara="1" wrap="square" lIns="91425" tIns="45700" rIns="91425" bIns="45700" anchor="t" anchorCtr="0">
            <a:noAutofit/>
          </a:bodyPr>
          <a:lstStyle>
            <a:lvl1pPr marL="609585" marR="0" lvl="0" indent="-575719" algn="l" rtl="0">
              <a:spcBef>
                <a:spcPts val="853"/>
              </a:spcBef>
              <a:spcAft>
                <a:spcPts val="0"/>
              </a:spcAft>
              <a:buClr>
                <a:schemeClr val="dk1"/>
              </a:buClr>
              <a:buSzPts val="3200"/>
              <a:buFont typeface="Arial"/>
              <a:buChar char="•"/>
              <a:defRPr sz="4267" b="0" i="0" u="none" strike="noStrike" cap="none">
                <a:solidFill>
                  <a:schemeClr val="dk1"/>
                </a:solidFill>
                <a:latin typeface="Calibri"/>
                <a:ea typeface="Calibri"/>
                <a:cs typeface="Calibri"/>
                <a:sym typeface="Calibri"/>
              </a:defRPr>
            </a:lvl1pPr>
            <a:lvl2pPr marL="1219170" marR="0" lvl="1" indent="-541853" algn="l" rtl="0">
              <a:spcBef>
                <a:spcPts val="2133"/>
              </a:spcBef>
              <a:spcAft>
                <a:spcPts val="0"/>
              </a:spcAft>
              <a:buClr>
                <a:schemeClr val="dk1"/>
              </a:buClr>
              <a:buSzPts val="2800"/>
              <a:buFont typeface="Arial"/>
              <a:buChar char="–"/>
              <a:defRPr sz="3733" b="0" i="0" u="none" strike="noStrike" cap="none">
                <a:solidFill>
                  <a:schemeClr val="dk1"/>
                </a:solidFill>
                <a:latin typeface="Calibri"/>
                <a:ea typeface="Calibri"/>
                <a:cs typeface="Calibri"/>
                <a:sym typeface="Calibri"/>
              </a:defRPr>
            </a:lvl2pPr>
            <a:lvl3pPr marL="1828754" marR="0" lvl="2" indent="-507987" algn="l" rtl="0">
              <a:spcBef>
                <a:spcPts val="2133"/>
              </a:spcBef>
              <a:spcAft>
                <a:spcPts val="0"/>
              </a:spcAft>
              <a:buClr>
                <a:schemeClr val="dk1"/>
              </a:buClr>
              <a:buSzPts val="2400"/>
              <a:buFont typeface="Arial"/>
              <a:buChar char="•"/>
              <a:defRPr sz="3200" b="0" i="0" u="none" strike="noStrike" cap="none">
                <a:solidFill>
                  <a:schemeClr val="dk1"/>
                </a:solidFill>
                <a:latin typeface="Calibri"/>
                <a:ea typeface="Calibri"/>
                <a:cs typeface="Calibri"/>
                <a:sym typeface="Calibri"/>
              </a:defRPr>
            </a:lvl3pPr>
            <a:lvl4pPr marL="2438339" marR="0" lvl="3" indent="-474121" algn="l" rtl="0">
              <a:spcBef>
                <a:spcPts val="21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4pPr>
            <a:lvl5pPr marL="3047924" marR="0" lvl="4" indent="-474121" algn="l" rtl="0">
              <a:spcBef>
                <a:spcPts val="21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5pPr>
            <a:lvl6pPr marL="3657509" marR="0" lvl="5" indent="-474121" algn="l" rtl="0">
              <a:spcBef>
                <a:spcPts val="21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6pPr>
            <a:lvl7pPr marL="4267093" marR="0" lvl="6" indent="-474121" algn="l" rtl="0">
              <a:spcBef>
                <a:spcPts val="21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7pPr>
            <a:lvl8pPr marL="4876678" marR="0" lvl="7" indent="-474121" algn="l" rtl="0">
              <a:spcBef>
                <a:spcPts val="21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8pPr>
            <a:lvl9pPr marL="5486263" marR="0" lvl="8" indent="-474121" algn="l" rtl="0">
              <a:spcBef>
                <a:spcPts val="2133"/>
              </a:spcBef>
              <a:spcAft>
                <a:spcPts val="2133"/>
              </a:spcAft>
              <a:buClr>
                <a:schemeClr val="dk1"/>
              </a:buClr>
              <a:buSzPts val="2000"/>
              <a:buFont typeface="Arial"/>
              <a:buChar char="•"/>
              <a:defRPr sz="2667" b="0" i="0" u="none" strike="noStrike" cap="none">
                <a:solidFill>
                  <a:schemeClr val="dk1"/>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09600" y="6356352"/>
            <a:ext cx="2844800" cy="3652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4165600" y="6356352"/>
            <a:ext cx="3860800" cy="365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8737600" y="6356352"/>
            <a:ext cx="2844800" cy="3652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02632056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59"/>
        <p:cNvGrpSpPr/>
        <p:nvPr/>
      </p:nvGrpSpPr>
      <p:grpSpPr>
        <a:xfrm>
          <a:off x="0" y="0"/>
          <a:ext cx="0" cy="0"/>
          <a:chOff x="0" y="0"/>
          <a:chExt cx="0" cy="0"/>
        </a:xfrm>
      </p:grpSpPr>
      <p:sp>
        <p:nvSpPr>
          <p:cNvPr id="60" name="Google Shape;60;p15"/>
          <p:cNvSpPr txBox="1">
            <a:spLocks noGrp="1"/>
          </p:cNvSpPr>
          <p:nvPr>
            <p:ph type="body" idx="1"/>
          </p:nvPr>
        </p:nvSpPr>
        <p:spPr>
          <a:xfrm>
            <a:off x="406399" y="228600"/>
            <a:ext cx="10836000" cy="762000"/>
          </a:xfrm>
          <a:prstGeom prst="rect">
            <a:avLst/>
          </a:prstGeom>
          <a:noFill/>
          <a:ln>
            <a:noFill/>
          </a:ln>
        </p:spPr>
        <p:txBody>
          <a:bodyPr spcFirstLastPara="1" wrap="square" lIns="91425" tIns="45700" rIns="91425" bIns="45700" anchor="t" anchorCtr="0">
            <a:noAutofit/>
          </a:bodyPr>
          <a:lstStyle>
            <a:lvl1pPr marL="609585" marR="0" lvl="0" indent="-304792" algn="l" rtl="0">
              <a:spcBef>
                <a:spcPts val="1120"/>
              </a:spcBef>
              <a:spcAft>
                <a:spcPts val="0"/>
              </a:spcAft>
              <a:buClr>
                <a:srgbClr val="FF0000"/>
              </a:buClr>
              <a:buSzPts val="4200"/>
              <a:buFont typeface="Arial"/>
              <a:buNone/>
              <a:defRPr sz="5600" b="1" i="0" u="none" strike="noStrike" cap="none">
                <a:solidFill>
                  <a:srgbClr val="FF0000"/>
                </a:solidFill>
                <a:latin typeface="Calibri"/>
                <a:ea typeface="Calibri"/>
                <a:cs typeface="Calibri"/>
                <a:sym typeface="Calibri"/>
              </a:defRPr>
            </a:lvl1pPr>
            <a:lvl2pPr marL="1219170" marR="0" lvl="1" indent="-541853" algn="l" rtl="0">
              <a:spcBef>
                <a:spcPts val="747"/>
              </a:spcBef>
              <a:spcAft>
                <a:spcPts val="0"/>
              </a:spcAft>
              <a:buClr>
                <a:schemeClr val="dk1"/>
              </a:buClr>
              <a:buSzPts val="2800"/>
              <a:buFont typeface="Arial"/>
              <a:buChar char="–"/>
              <a:defRPr sz="3733" b="0" i="0" u="none" strike="noStrike" cap="none">
                <a:solidFill>
                  <a:schemeClr val="dk1"/>
                </a:solidFill>
                <a:latin typeface="Calibri"/>
                <a:ea typeface="Calibri"/>
                <a:cs typeface="Calibri"/>
                <a:sym typeface="Calibri"/>
              </a:defRPr>
            </a:lvl2pPr>
            <a:lvl3pPr marL="1828754" marR="0" lvl="2" indent="-507987" algn="l" rtl="0">
              <a:spcBef>
                <a:spcPts val="640"/>
              </a:spcBef>
              <a:spcAft>
                <a:spcPts val="0"/>
              </a:spcAft>
              <a:buClr>
                <a:schemeClr val="dk1"/>
              </a:buClr>
              <a:buSzPts val="2400"/>
              <a:buFont typeface="Arial"/>
              <a:buChar char="•"/>
              <a:defRPr sz="3200" b="0" i="0" u="none" strike="noStrike" cap="none">
                <a:solidFill>
                  <a:schemeClr val="dk1"/>
                </a:solidFill>
                <a:latin typeface="Calibri"/>
                <a:ea typeface="Calibri"/>
                <a:cs typeface="Calibri"/>
                <a:sym typeface="Calibri"/>
              </a:defRPr>
            </a:lvl3pPr>
            <a:lvl4pPr marL="2438339" marR="0" lvl="3" indent="-474121" algn="l" rtl="0">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4pPr>
            <a:lvl5pPr marL="3047924" marR="0" lvl="4" indent="-474121" algn="l" rtl="0">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5pPr>
            <a:lvl6pPr marL="3657509" marR="0" lvl="5" indent="-474121" algn="l" rtl="0">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6pPr>
            <a:lvl7pPr marL="4267093" marR="0" lvl="6" indent="-474121" algn="l" rtl="0">
              <a:spcBef>
                <a:spcPts val="21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7pPr>
            <a:lvl8pPr marL="4876678" marR="0" lvl="7" indent="-474121" algn="l" rtl="0">
              <a:spcBef>
                <a:spcPts val="21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8pPr>
            <a:lvl9pPr marL="5486263" marR="0" lvl="8" indent="-474121" algn="l" rtl="0">
              <a:spcBef>
                <a:spcPts val="2133"/>
              </a:spcBef>
              <a:spcAft>
                <a:spcPts val="2133"/>
              </a:spcAft>
              <a:buClr>
                <a:schemeClr val="dk1"/>
              </a:buClr>
              <a:buSzPts val="2000"/>
              <a:buFont typeface="Arial"/>
              <a:buChar char="•"/>
              <a:defRPr sz="26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40018592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2_Title Slide 1">
  <p:cSld name="2_Title Slide 1">
    <p:spTree>
      <p:nvGrpSpPr>
        <p:cNvPr id="1" name="Shape 61"/>
        <p:cNvGrpSpPr/>
        <p:nvPr/>
      </p:nvGrpSpPr>
      <p:grpSpPr>
        <a:xfrm>
          <a:off x="0" y="0"/>
          <a:ext cx="0" cy="0"/>
          <a:chOff x="0" y="0"/>
          <a:chExt cx="0" cy="0"/>
        </a:xfrm>
      </p:grpSpPr>
      <p:sp>
        <p:nvSpPr>
          <p:cNvPr id="62" name="Google Shape;62;p16"/>
          <p:cNvSpPr txBox="1">
            <a:spLocks noGrp="1"/>
          </p:cNvSpPr>
          <p:nvPr>
            <p:ph type="body" idx="1"/>
          </p:nvPr>
        </p:nvSpPr>
        <p:spPr>
          <a:xfrm>
            <a:off x="406399" y="228600"/>
            <a:ext cx="10836000" cy="762000"/>
          </a:xfrm>
          <a:prstGeom prst="rect">
            <a:avLst/>
          </a:prstGeom>
          <a:noFill/>
          <a:ln>
            <a:noFill/>
          </a:ln>
        </p:spPr>
        <p:txBody>
          <a:bodyPr spcFirstLastPara="1" wrap="square" lIns="91425" tIns="45700" rIns="91425" bIns="45700" anchor="t" anchorCtr="0">
            <a:noAutofit/>
          </a:bodyPr>
          <a:lstStyle>
            <a:lvl1pPr marL="609585" marR="0" lvl="0" indent="-304792" algn="l" rtl="0">
              <a:spcBef>
                <a:spcPts val="1120"/>
              </a:spcBef>
              <a:spcAft>
                <a:spcPts val="0"/>
              </a:spcAft>
              <a:buClr>
                <a:srgbClr val="FF0000"/>
              </a:buClr>
              <a:buSzPts val="4200"/>
              <a:buFont typeface="Arial"/>
              <a:buNone/>
              <a:defRPr sz="5600" b="1" i="0" u="none" strike="noStrike" cap="none">
                <a:solidFill>
                  <a:srgbClr val="FF0000"/>
                </a:solidFill>
                <a:latin typeface="Calibri"/>
                <a:ea typeface="Calibri"/>
                <a:cs typeface="Calibri"/>
                <a:sym typeface="Calibri"/>
              </a:defRPr>
            </a:lvl1pPr>
            <a:lvl2pPr marL="1219170" marR="0" lvl="1" indent="-541853" algn="l" rtl="0">
              <a:spcBef>
                <a:spcPts val="747"/>
              </a:spcBef>
              <a:spcAft>
                <a:spcPts val="0"/>
              </a:spcAft>
              <a:buClr>
                <a:schemeClr val="dk1"/>
              </a:buClr>
              <a:buSzPts val="2800"/>
              <a:buFont typeface="Arial"/>
              <a:buChar char="–"/>
              <a:defRPr sz="3733" b="0" i="0" u="none" strike="noStrike" cap="none">
                <a:solidFill>
                  <a:schemeClr val="dk1"/>
                </a:solidFill>
                <a:latin typeface="Calibri"/>
                <a:ea typeface="Calibri"/>
                <a:cs typeface="Calibri"/>
                <a:sym typeface="Calibri"/>
              </a:defRPr>
            </a:lvl2pPr>
            <a:lvl3pPr marL="1828754" marR="0" lvl="2" indent="-507987" algn="l" rtl="0">
              <a:spcBef>
                <a:spcPts val="640"/>
              </a:spcBef>
              <a:spcAft>
                <a:spcPts val="0"/>
              </a:spcAft>
              <a:buClr>
                <a:schemeClr val="dk1"/>
              </a:buClr>
              <a:buSzPts val="2400"/>
              <a:buFont typeface="Arial"/>
              <a:buChar char="•"/>
              <a:defRPr sz="3200" b="0" i="0" u="none" strike="noStrike" cap="none">
                <a:solidFill>
                  <a:schemeClr val="dk1"/>
                </a:solidFill>
                <a:latin typeface="Calibri"/>
                <a:ea typeface="Calibri"/>
                <a:cs typeface="Calibri"/>
                <a:sym typeface="Calibri"/>
              </a:defRPr>
            </a:lvl3pPr>
            <a:lvl4pPr marL="2438339" marR="0" lvl="3" indent="-474121" algn="l" rtl="0">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4pPr>
            <a:lvl5pPr marL="3047924" marR="0" lvl="4" indent="-474121" algn="l" rtl="0">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5pPr>
            <a:lvl6pPr marL="3657509" marR="0" lvl="5" indent="-474121" algn="l" rtl="0">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6pPr>
            <a:lvl7pPr marL="4267093" marR="0" lvl="6" indent="-474121" algn="l" rtl="0">
              <a:spcBef>
                <a:spcPts val="21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7pPr>
            <a:lvl8pPr marL="4876678" marR="0" lvl="7" indent="-474121" algn="l" rtl="0">
              <a:spcBef>
                <a:spcPts val="21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8pPr>
            <a:lvl9pPr marL="5486263" marR="0" lvl="8" indent="-474121" algn="l" rtl="0">
              <a:spcBef>
                <a:spcPts val="2133"/>
              </a:spcBef>
              <a:spcAft>
                <a:spcPts val="2133"/>
              </a:spcAft>
              <a:buClr>
                <a:schemeClr val="dk1"/>
              </a:buClr>
              <a:buSzPts val="2000"/>
              <a:buFont typeface="Arial"/>
              <a:buChar char="•"/>
              <a:defRPr sz="26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52811931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Content 2">
  <p:cSld name="Title and Content 2">
    <p:spTree>
      <p:nvGrpSpPr>
        <p:cNvPr id="1" name="Shape 63"/>
        <p:cNvGrpSpPr/>
        <p:nvPr/>
      </p:nvGrpSpPr>
      <p:grpSpPr>
        <a:xfrm>
          <a:off x="0" y="0"/>
          <a:ext cx="0" cy="0"/>
          <a:chOff x="0" y="0"/>
          <a:chExt cx="0" cy="0"/>
        </a:xfrm>
      </p:grpSpPr>
      <p:sp>
        <p:nvSpPr>
          <p:cNvPr id="64" name="Google Shape;64;p17"/>
          <p:cNvSpPr txBox="1">
            <a:spLocks noGrp="1"/>
          </p:cNvSpPr>
          <p:nvPr>
            <p:ph type="title"/>
          </p:nvPr>
        </p:nvSpPr>
        <p:spPr>
          <a:xfrm>
            <a:off x="609600" y="274639"/>
            <a:ext cx="10972800" cy="1143200"/>
          </a:xfrm>
          <a:prstGeom prst="rect">
            <a:avLst/>
          </a:prstGeom>
          <a:noFill/>
          <a:ln>
            <a:noFill/>
          </a:ln>
        </p:spPr>
        <p:txBody>
          <a:bodyPr spcFirstLastPara="1" wrap="square" lIns="91425" tIns="91425" rIns="91425" bIns="91425" anchor="ctr" anchorCtr="0">
            <a:noAutofit/>
          </a:bodyPr>
          <a:lstStyle>
            <a:lvl1pPr lvl="0" algn="l" rtl="0">
              <a:spcBef>
                <a:spcPts val="0"/>
              </a:spcBef>
              <a:spcAft>
                <a:spcPts val="0"/>
              </a:spcAft>
              <a:buClr>
                <a:schemeClr val="dk1"/>
              </a:buClr>
              <a:buSzPts val="2400"/>
              <a:buNone/>
              <a:defRPr sz="3200"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5" name="Google Shape;65;p17"/>
          <p:cNvSpPr txBox="1">
            <a:spLocks noGrp="1"/>
          </p:cNvSpPr>
          <p:nvPr>
            <p:ph type="body" idx="1"/>
          </p:nvPr>
        </p:nvSpPr>
        <p:spPr>
          <a:xfrm>
            <a:off x="609600" y="1600200"/>
            <a:ext cx="10972800" cy="5065200"/>
          </a:xfrm>
          <a:prstGeom prst="rect">
            <a:avLst/>
          </a:prstGeom>
          <a:noFill/>
          <a:ln>
            <a:noFill/>
          </a:ln>
        </p:spPr>
        <p:txBody>
          <a:bodyPr spcFirstLastPara="1" wrap="square" lIns="91425" tIns="91425" rIns="91425" bIns="91425" anchor="t" anchorCtr="0">
            <a:noAutofit/>
          </a:bodyPr>
          <a:lstStyle>
            <a:lvl1pPr marL="609585" lvl="0" indent="-457189" algn="l" rtl="0">
              <a:spcBef>
                <a:spcPts val="853"/>
              </a:spcBef>
              <a:spcAft>
                <a:spcPts val="0"/>
              </a:spcAft>
              <a:buClr>
                <a:schemeClr val="dk1"/>
              </a:buClr>
              <a:buSzPts val="1800"/>
              <a:buFont typeface="Arial"/>
              <a:buChar char="•"/>
              <a:defRPr/>
            </a:lvl1pPr>
            <a:lvl2pPr marL="1219170" lvl="1" indent="-423323" algn="l" rtl="0">
              <a:spcBef>
                <a:spcPts val="2133"/>
              </a:spcBef>
              <a:spcAft>
                <a:spcPts val="0"/>
              </a:spcAft>
              <a:buClr>
                <a:schemeClr val="dk1"/>
              </a:buClr>
              <a:buSzPts val="1400"/>
              <a:buFont typeface="Arial"/>
              <a:buChar char="–"/>
              <a:defRPr/>
            </a:lvl2pPr>
            <a:lvl3pPr marL="1828754" lvl="2" indent="-423323" algn="l" rtl="0">
              <a:spcBef>
                <a:spcPts val="2133"/>
              </a:spcBef>
              <a:spcAft>
                <a:spcPts val="0"/>
              </a:spcAft>
              <a:buClr>
                <a:schemeClr val="dk1"/>
              </a:buClr>
              <a:buSzPts val="1400"/>
              <a:buFont typeface="Arial"/>
              <a:buChar char="•"/>
              <a:defRPr/>
            </a:lvl3pPr>
            <a:lvl4pPr marL="2438339" lvl="3" indent="-423323" algn="l" rtl="0">
              <a:spcBef>
                <a:spcPts val="2133"/>
              </a:spcBef>
              <a:spcAft>
                <a:spcPts val="0"/>
              </a:spcAft>
              <a:buClr>
                <a:schemeClr val="dk1"/>
              </a:buClr>
              <a:buSzPts val="1400"/>
              <a:buFont typeface="Arial"/>
              <a:buChar char="–"/>
              <a:defRPr/>
            </a:lvl4pPr>
            <a:lvl5pPr marL="3047924" lvl="4" indent="-423323" algn="l" rtl="0">
              <a:spcBef>
                <a:spcPts val="2133"/>
              </a:spcBef>
              <a:spcAft>
                <a:spcPts val="0"/>
              </a:spcAft>
              <a:buClr>
                <a:schemeClr val="dk1"/>
              </a:buClr>
              <a:buSzPts val="1400"/>
              <a:buFont typeface="Arial"/>
              <a:buChar char="»"/>
              <a:defRPr/>
            </a:lvl5pPr>
            <a:lvl6pPr marL="3657509" lvl="5" indent="-423323" algn="l" rtl="0">
              <a:spcBef>
                <a:spcPts val="2133"/>
              </a:spcBef>
              <a:spcAft>
                <a:spcPts val="0"/>
              </a:spcAft>
              <a:buClr>
                <a:schemeClr val="dk1"/>
              </a:buClr>
              <a:buSzPts val="1400"/>
              <a:buFont typeface="Arial"/>
              <a:buChar char="•"/>
              <a:defRPr/>
            </a:lvl6pPr>
            <a:lvl7pPr marL="4267093" lvl="6" indent="-423323" algn="l" rtl="0">
              <a:spcBef>
                <a:spcPts val="2133"/>
              </a:spcBef>
              <a:spcAft>
                <a:spcPts val="0"/>
              </a:spcAft>
              <a:buClr>
                <a:schemeClr val="dk1"/>
              </a:buClr>
              <a:buSzPts val="1400"/>
              <a:buFont typeface="Arial"/>
              <a:buChar char="•"/>
              <a:defRPr/>
            </a:lvl7pPr>
            <a:lvl8pPr marL="4876678" lvl="7" indent="-423323" algn="l" rtl="0">
              <a:spcBef>
                <a:spcPts val="2133"/>
              </a:spcBef>
              <a:spcAft>
                <a:spcPts val="0"/>
              </a:spcAft>
              <a:buClr>
                <a:schemeClr val="dk1"/>
              </a:buClr>
              <a:buSzPts val="1400"/>
              <a:buFont typeface="Arial"/>
              <a:buChar char="•"/>
              <a:defRPr/>
            </a:lvl8pPr>
            <a:lvl9pPr marL="5486263" lvl="8" indent="-423323" algn="l" rtl="0">
              <a:spcBef>
                <a:spcPts val="2133"/>
              </a:spcBef>
              <a:spcAft>
                <a:spcPts val="2133"/>
              </a:spcAft>
              <a:buClr>
                <a:schemeClr val="dk1"/>
              </a:buClr>
              <a:buSzPts val="1400"/>
              <a:buFont typeface="Arial"/>
              <a:buChar char="•"/>
              <a:defRPr/>
            </a:lvl9pPr>
          </a:lstStyle>
          <a:p>
            <a:endParaRPr/>
          </a:p>
        </p:txBody>
      </p:sp>
    </p:spTree>
    <p:extLst>
      <p:ext uri="{BB962C8B-B14F-4D97-AF65-F5344CB8AC3E}">
        <p14:creationId xmlns:p14="http://schemas.microsoft.com/office/powerpoint/2010/main" val="335160299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lank slide">
  <p:cSld name="Blank slide">
    <p:bg>
      <p:bgPr>
        <a:noFill/>
        <a:effectLst/>
      </p:bgPr>
    </p:bg>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13256309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1 Column">
  <p:cSld name="1 Column">
    <p:spTree>
      <p:nvGrpSpPr>
        <p:cNvPr id="1" name="Shape 67"/>
        <p:cNvGrpSpPr/>
        <p:nvPr/>
      </p:nvGrpSpPr>
      <p:grpSpPr>
        <a:xfrm>
          <a:off x="0" y="0"/>
          <a:ext cx="0" cy="0"/>
          <a:chOff x="0" y="0"/>
          <a:chExt cx="0" cy="0"/>
        </a:xfrm>
      </p:grpSpPr>
      <p:sp>
        <p:nvSpPr>
          <p:cNvPr id="68" name="Google Shape;68;p19"/>
          <p:cNvSpPr txBox="1">
            <a:spLocks noGrp="1"/>
          </p:cNvSpPr>
          <p:nvPr>
            <p:ph type="dt" idx="10"/>
          </p:nvPr>
        </p:nvSpPr>
        <p:spPr>
          <a:xfrm>
            <a:off x="396240" y="6356351"/>
            <a:ext cx="2974000" cy="3652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400"/>
              <a:buNone/>
              <a:defRPr sz="933"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867"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67"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67"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67"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67"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67"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67"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67" b="0" i="0" u="none" strike="noStrike" cap="none">
                <a:solidFill>
                  <a:schemeClr val="dk1"/>
                </a:solidFill>
                <a:latin typeface="Arial"/>
                <a:ea typeface="Arial"/>
                <a:cs typeface="Arial"/>
                <a:sym typeface="Arial"/>
              </a:defRPr>
            </a:lvl9pPr>
          </a:lstStyle>
          <a:p>
            <a:endParaRPr/>
          </a:p>
        </p:txBody>
      </p:sp>
      <p:sp>
        <p:nvSpPr>
          <p:cNvPr id="69" name="Google Shape;69;p19"/>
          <p:cNvSpPr txBox="1">
            <a:spLocks noGrp="1"/>
          </p:cNvSpPr>
          <p:nvPr>
            <p:ph type="sldNum" idx="12"/>
          </p:nvPr>
        </p:nvSpPr>
        <p:spPr>
          <a:xfrm>
            <a:off x="8821972" y="6356351"/>
            <a:ext cx="2974000" cy="3652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33" b="0" i="0" u="none" strike="noStrike" cap="none">
                <a:solidFill>
                  <a:srgbClr val="646464"/>
                </a:solidFill>
                <a:latin typeface="Arial"/>
                <a:ea typeface="Arial"/>
                <a:cs typeface="Arial"/>
                <a:sym typeface="Arial"/>
              </a:defRPr>
            </a:lvl1pPr>
            <a:lvl2pPr marL="0" marR="0" lvl="1" indent="0" algn="r" rtl="0">
              <a:spcBef>
                <a:spcPts val="0"/>
              </a:spcBef>
              <a:buNone/>
              <a:defRPr sz="933" b="0" i="0" u="none" strike="noStrike" cap="none">
                <a:solidFill>
                  <a:srgbClr val="646464"/>
                </a:solidFill>
                <a:latin typeface="Arial"/>
                <a:ea typeface="Arial"/>
                <a:cs typeface="Arial"/>
                <a:sym typeface="Arial"/>
              </a:defRPr>
            </a:lvl2pPr>
            <a:lvl3pPr marL="0" marR="0" lvl="2" indent="0" algn="r" rtl="0">
              <a:spcBef>
                <a:spcPts val="0"/>
              </a:spcBef>
              <a:buNone/>
              <a:defRPr sz="933" b="0" i="0" u="none" strike="noStrike" cap="none">
                <a:solidFill>
                  <a:srgbClr val="646464"/>
                </a:solidFill>
                <a:latin typeface="Arial"/>
                <a:ea typeface="Arial"/>
                <a:cs typeface="Arial"/>
                <a:sym typeface="Arial"/>
              </a:defRPr>
            </a:lvl3pPr>
            <a:lvl4pPr marL="0" marR="0" lvl="3" indent="0" algn="r" rtl="0">
              <a:spcBef>
                <a:spcPts val="0"/>
              </a:spcBef>
              <a:buNone/>
              <a:defRPr sz="933" b="0" i="0" u="none" strike="noStrike" cap="none">
                <a:solidFill>
                  <a:srgbClr val="646464"/>
                </a:solidFill>
                <a:latin typeface="Arial"/>
                <a:ea typeface="Arial"/>
                <a:cs typeface="Arial"/>
                <a:sym typeface="Arial"/>
              </a:defRPr>
            </a:lvl4pPr>
            <a:lvl5pPr marL="0" marR="0" lvl="4" indent="0" algn="r" rtl="0">
              <a:spcBef>
                <a:spcPts val="0"/>
              </a:spcBef>
              <a:buNone/>
              <a:defRPr sz="933" b="0" i="0" u="none" strike="noStrike" cap="none">
                <a:solidFill>
                  <a:srgbClr val="646464"/>
                </a:solidFill>
                <a:latin typeface="Arial"/>
                <a:ea typeface="Arial"/>
                <a:cs typeface="Arial"/>
                <a:sym typeface="Arial"/>
              </a:defRPr>
            </a:lvl5pPr>
            <a:lvl6pPr marL="0" marR="0" lvl="5" indent="0" algn="r" rtl="0">
              <a:spcBef>
                <a:spcPts val="0"/>
              </a:spcBef>
              <a:buNone/>
              <a:defRPr sz="933" b="0" i="0" u="none" strike="noStrike" cap="none">
                <a:solidFill>
                  <a:srgbClr val="646464"/>
                </a:solidFill>
                <a:latin typeface="Arial"/>
                <a:ea typeface="Arial"/>
                <a:cs typeface="Arial"/>
                <a:sym typeface="Arial"/>
              </a:defRPr>
            </a:lvl6pPr>
            <a:lvl7pPr marL="0" marR="0" lvl="6" indent="0" algn="r" rtl="0">
              <a:spcBef>
                <a:spcPts val="0"/>
              </a:spcBef>
              <a:buNone/>
              <a:defRPr sz="933" b="0" i="0" u="none" strike="noStrike" cap="none">
                <a:solidFill>
                  <a:srgbClr val="646464"/>
                </a:solidFill>
                <a:latin typeface="Arial"/>
                <a:ea typeface="Arial"/>
                <a:cs typeface="Arial"/>
                <a:sym typeface="Arial"/>
              </a:defRPr>
            </a:lvl7pPr>
            <a:lvl8pPr marL="0" marR="0" lvl="7" indent="0" algn="r" rtl="0">
              <a:spcBef>
                <a:spcPts val="0"/>
              </a:spcBef>
              <a:buNone/>
              <a:defRPr sz="933" b="0" i="0" u="none" strike="noStrike" cap="none">
                <a:solidFill>
                  <a:srgbClr val="646464"/>
                </a:solidFill>
                <a:latin typeface="Arial"/>
                <a:ea typeface="Arial"/>
                <a:cs typeface="Arial"/>
                <a:sym typeface="Arial"/>
              </a:defRPr>
            </a:lvl8pPr>
            <a:lvl9pPr marL="0" marR="0" lvl="8" indent="0" algn="r" rtl="0">
              <a:spcBef>
                <a:spcPts val="0"/>
              </a:spcBef>
              <a:buNone/>
              <a:defRPr sz="933" b="0" i="0" u="none" strike="noStrike" cap="none">
                <a:solidFill>
                  <a:srgbClr val="646464"/>
                </a:solidFill>
                <a:latin typeface="Arial"/>
                <a:ea typeface="Arial"/>
                <a:cs typeface="Arial"/>
                <a:sym typeface="Arial"/>
              </a:defRPr>
            </a:lvl9pPr>
          </a:lstStyle>
          <a:p>
            <a:fld id="{00000000-1234-1234-1234-123412341234}" type="slidenum">
              <a:rPr lang="en" smtClean="0"/>
              <a:pPr/>
              <a:t>‹#›</a:t>
            </a:fld>
            <a:endParaRPr lang="en"/>
          </a:p>
        </p:txBody>
      </p:sp>
      <p:sp>
        <p:nvSpPr>
          <p:cNvPr id="70" name="Google Shape;70;p19"/>
          <p:cNvSpPr/>
          <p:nvPr/>
        </p:nvSpPr>
        <p:spPr>
          <a:xfrm>
            <a:off x="0" y="0"/>
            <a:ext cx="12192000" cy="1282000"/>
          </a:xfrm>
          <a:prstGeom prst="rect">
            <a:avLst/>
          </a:prstGeom>
          <a:solidFill>
            <a:srgbClr val="EFEFEF"/>
          </a:solidFill>
          <a:ln>
            <a:noFill/>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endParaRPr sz="1867" b="0" i="0" u="none" strike="noStrike" cap="none">
              <a:solidFill>
                <a:srgbClr val="FFFFFF"/>
              </a:solidFill>
              <a:latin typeface="Arial"/>
              <a:ea typeface="Arial"/>
              <a:cs typeface="Arial"/>
              <a:sym typeface="Arial"/>
            </a:endParaRPr>
          </a:p>
        </p:txBody>
      </p:sp>
      <p:sp>
        <p:nvSpPr>
          <p:cNvPr id="71" name="Google Shape;71;p19"/>
          <p:cNvSpPr txBox="1">
            <a:spLocks noGrp="1"/>
          </p:cNvSpPr>
          <p:nvPr>
            <p:ph type="body" idx="1"/>
          </p:nvPr>
        </p:nvSpPr>
        <p:spPr>
          <a:xfrm>
            <a:off x="396239" y="1376313"/>
            <a:ext cx="11398800" cy="4875200"/>
          </a:xfrm>
          <a:prstGeom prst="rect">
            <a:avLst/>
          </a:prstGeom>
          <a:noFill/>
          <a:ln>
            <a:noFill/>
          </a:ln>
        </p:spPr>
        <p:txBody>
          <a:bodyPr spcFirstLastPara="1" wrap="square" lIns="68575" tIns="34275" rIns="68575" bIns="34275" anchor="t" anchorCtr="0">
            <a:noAutofit/>
          </a:bodyPr>
          <a:lstStyle>
            <a:lvl1pPr marL="609585" marR="0" lvl="0" indent="-457189" algn="l" rtl="0">
              <a:lnSpc>
                <a:spcPct val="90000"/>
              </a:lnSpc>
              <a:spcBef>
                <a:spcPts val="1867"/>
              </a:spcBef>
              <a:spcAft>
                <a:spcPts val="0"/>
              </a:spcAft>
              <a:buClr>
                <a:schemeClr val="accent1"/>
              </a:buClr>
              <a:buSzPts val="1800"/>
              <a:buFont typeface="Arial"/>
              <a:buChar char="•"/>
              <a:defRPr sz="2400" b="0" i="0" u="none" strike="noStrike" cap="none">
                <a:solidFill>
                  <a:schemeClr val="dk2"/>
                </a:solidFill>
                <a:latin typeface="Arial"/>
                <a:ea typeface="Arial"/>
                <a:cs typeface="Arial"/>
                <a:sym typeface="Arial"/>
              </a:defRPr>
            </a:lvl1pPr>
            <a:lvl2pPr marL="1219170" marR="0" lvl="1" indent="-431789" algn="l" rtl="0">
              <a:lnSpc>
                <a:spcPct val="100000"/>
              </a:lnSpc>
              <a:spcBef>
                <a:spcPts val="2133"/>
              </a:spcBef>
              <a:spcAft>
                <a:spcPts val="0"/>
              </a:spcAft>
              <a:buClr>
                <a:schemeClr val="accent1"/>
              </a:buClr>
              <a:buSzPts val="1500"/>
              <a:buFont typeface="Arial"/>
              <a:buChar char="•"/>
              <a:defRPr sz="2000" b="0" i="0" u="none" strike="noStrike" cap="none">
                <a:solidFill>
                  <a:schemeClr val="dk2"/>
                </a:solidFill>
                <a:latin typeface="Arial"/>
                <a:ea typeface="Arial"/>
                <a:cs typeface="Arial"/>
                <a:sym typeface="Arial"/>
              </a:defRPr>
            </a:lvl2pPr>
            <a:lvl3pPr marL="1828754" marR="0" lvl="2" indent="-406390" algn="l" rtl="0">
              <a:lnSpc>
                <a:spcPct val="100000"/>
              </a:lnSpc>
              <a:spcBef>
                <a:spcPts val="2133"/>
              </a:spcBef>
              <a:spcAft>
                <a:spcPts val="0"/>
              </a:spcAft>
              <a:buClr>
                <a:schemeClr val="accent1"/>
              </a:buClr>
              <a:buSzPts val="1200"/>
              <a:buFont typeface="Arial"/>
              <a:buChar char="•"/>
              <a:defRPr sz="1600" b="0" i="0" u="none" strike="noStrike" cap="none">
                <a:solidFill>
                  <a:schemeClr val="dk2"/>
                </a:solidFill>
                <a:latin typeface="Arial"/>
                <a:ea typeface="Arial"/>
                <a:cs typeface="Arial"/>
                <a:sym typeface="Arial"/>
              </a:defRPr>
            </a:lvl3pPr>
            <a:lvl4pPr marL="2438339" marR="0" lvl="3" indent="-397923" algn="l" rtl="0">
              <a:lnSpc>
                <a:spcPct val="90000"/>
              </a:lnSpc>
              <a:spcBef>
                <a:spcPts val="2133"/>
              </a:spcBef>
              <a:spcAft>
                <a:spcPts val="0"/>
              </a:spcAft>
              <a:buClr>
                <a:schemeClr val="accent1"/>
              </a:buClr>
              <a:buSzPts val="1100"/>
              <a:buFont typeface="Arial"/>
              <a:buChar char="•"/>
              <a:defRPr sz="1467" b="0" i="0" u="none" strike="noStrike" cap="none">
                <a:solidFill>
                  <a:schemeClr val="dk2"/>
                </a:solidFill>
                <a:latin typeface="Arial"/>
                <a:ea typeface="Arial"/>
                <a:cs typeface="Arial"/>
                <a:sym typeface="Arial"/>
              </a:defRPr>
            </a:lvl4pPr>
            <a:lvl5pPr marL="3047924" marR="0" lvl="4" indent="-380990" algn="l" rtl="0">
              <a:lnSpc>
                <a:spcPct val="90000"/>
              </a:lnSpc>
              <a:spcBef>
                <a:spcPts val="2133"/>
              </a:spcBef>
              <a:spcAft>
                <a:spcPts val="0"/>
              </a:spcAft>
              <a:buClr>
                <a:schemeClr val="accent1"/>
              </a:buClr>
              <a:buSzPts val="900"/>
              <a:buFont typeface="Arial"/>
              <a:buChar char="•"/>
              <a:defRPr sz="1200" b="0" i="0" u="none" strike="noStrike" cap="none">
                <a:solidFill>
                  <a:srgbClr val="757575"/>
                </a:solidFill>
                <a:latin typeface="Arial"/>
                <a:ea typeface="Arial"/>
                <a:cs typeface="Arial"/>
                <a:sym typeface="Arial"/>
              </a:defRPr>
            </a:lvl5pPr>
            <a:lvl6pPr marL="3657509" marR="0" lvl="5" indent="-423323" algn="l" rtl="0">
              <a:lnSpc>
                <a:spcPct val="90000"/>
              </a:lnSpc>
              <a:spcBef>
                <a:spcPts val="21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4267093" marR="0" lvl="6" indent="-423323" algn="l" rtl="0">
              <a:lnSpc>
                <a:spcPct val="90000"/>
              </a:lnSpc>
              <a:spcBef>
                <a:spcPts val="21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4876678" marR="0" lvl="7" indent="-423323" algn="l" rtl="0">
              <a:lnSpc>
                <a:spcPct val="90000"/>
              </a:lnSpc>
              <a:spcBef>
                <a:spcPts val="21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5486263" marR="0" lvl="8" indent="-423323" algn="l" rtl="0">
              <a:lnSpc>
                <a:spcPct val="90000"/>
              </a:lnSpc>
              <a:spcBef>
                <a:spcPts val="2133"/>
              </a:spcBef>
              <a:spcAft>
                <a:spcPts val="2133"/>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72" name="Google Shape;72;p19"/>
          <p:cNvSpPr txBox="1">
            <a:spLocks noGrp="1"/>
          </p:cNvSpPr>
          <p:nvPr>
            <p:ph type="title"/>
          </p:nvPr>
        </p:nvSpPr>
        <p:spPr>
          <a:xfrm>
            <a:off x="3488267" y="308563"/>
            <a:ext cx="8307600" cy="6624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2"/>
              </a:buClr>
              <a:buSzPts val="3000"/>
              <a:buFont typeface="Trebuchet MS"/>
              <a:buNone/>
              <a:defRPr sz="4000" b="1" i="0" u="none" strike="noStrike" cap="none">
                <a:solidFill>
                  <a:schemeClr val="dk2"/>
                </a:solidFill>
                <a:latin typeface="Trebuchet MS"/>
                <a:ea typeface="Trebuchet MS"/>
                <a:cs typeface="Trebuchet MS"/>
                <a:sym typeface="Trebuchet MS"/>
              </a:defRPr>
            </a:lvl1pPr>
            <a:lvl2pPr lvl="1" rtl="0">
              <a:spcBef>
                <a:spcPts val="0"/>
              </a:spcBef>
              <a:spcAft>
                <a:spcPts val="0"/>
              </a:spcAft>
              <a:buSzPts val="2800"/>
              <a:buNone/>
              <a:defRPr sz="1867"/>
            </a:lvl2pPr>
            <a:lvl3pPr lvl="2" rtl="0">
              <a:spcBef>
                <a:spcPts val="0"/>
              </a:spcBef>
              <a:spcAft>
                <a:spcPts val="0"/>
              </a:spcAft>
              <a:buSzPts val="2800"/>
              <a:buNone/>
              <a:defRPr sz="1867"/>
            </a:lvl3pPr>
            <a:lvl4pPr lvl="3" rtl="0">
              <a:spcBef>
                <a:spcPts val="0"/>
              </a:spcBef>
              <a:spcAft>
                <a:spcPts val="0"/>
              </a:spcAft>
              <a:buSzPts val="2800"/>
              <a:buNone/>
              <a:defRPr sz="1867"/>
            </a:lvl4pPr>
            <a:lvl5pPr lvl="4" rtl="0">
              <a:spcBef>
                <a:spcPts val="0"/>
              </a:spcBef>
              <a:spcAft>
                <a:spcPts val="0"/>
              </a:spcAft>
              <a:buSzPts val="2800"/>
              <a:buNone/>
              <a:defRPr sz="1867"/>
            </a:lvl5pPr>
            <a:lvl6pPr lvl="5" rtl="0">
              <a:spcBef>
                <a:spcPts val="0"/>
              </a:spcBef>
              <a:spcAft>
                <a:spcPts val="0"/>
              </a:spcAft>
              <a:buSzPts val="2800"/>
              <a:buNone/>
              <a:defRPr sz="1867"/>
            </a:lvl6pPr>
            <a:lvl7pPr lvl="6" rtl="0">
              <a:spcBef>
                <a:spcPts val="0"/>
              </a:spcBef>
              <a:spcAft>
                <a:spcPts val="0"/>
              </a:spcAft>
              <a:buSzPts val="2800"/>
              <a:buNone/>
              <a:defRPr sz="1867"/>
            </a:lvl7pPr>
            <a:lvl8pPr lvl="7" rtl="0">
              <a:spcBef>
                <a:spcPts val="0"/>
              </a:spcBef>
              <a:spcAft>
                <a:spcPts val="0"/>
              </a:spcAft>
              <a:buSzPts val="2800"/>
              <a:buNone/>
              <a:defRPr sz="1867"/>
            </a:lvl8pPr>
            <a:lvl9pPr lvl="8" rtl="0">
              <a:spcBef>
                <a:spcPts val="0"/>
              </a:spcBef>
              <a:spcAft>
                <a:spcPts val="0"/>
              </a:spcAft>
              <a:buSzPts val="2800"/>
              <a:buNone/>
              <a:defRPr sz="1867"/>
            </a:lvl9pPr>
          </a:lstStyle>
          <a:p>
            <a:endParaRPr/>
          </a:p>
        </p:txBody>
      </p:sp>
      <p:sp>
        <p:nvSpPr>
          <p:cNvPr id="73" name="Google Shape;73;p19"/>
          <p:cNvSpPr txBox="1">
            <a:spLocks noGrp="1"/>
          </p:cNvSpPr>
          <p:nvPr>
            <p:ph type="body" idx="2"/>
          </p:nvPr>
        </p:nvSpPr>
        <p:spPr>
          <a:xfrm>
            <a:off x="3488267" y="890999"/>
            <a:ext cx="8306400" cy="365600"/>
          </a:xfrm>
          <a:prstGeom prst="rect">
            <a:avLst/>
          </a:prstGeom>
          <a:noFill/>
          <a:ln>
            <a:noFill/>
          </a:ln>
        </p:spPr>
        <p:txBody>
          <a:bodyPr spcFirstLastPara="1" wrap="square" lIns="68575" tIns="34275" rIns="68575" bIns="34275" anchor="t" anchorCtr="0">
            <a:noAutofit/>
          </a:bodyPr>
          <a:lstStyle>
            <a:lvl1pPr marL="609585" marR="0" lvl="0" indent="-304792" algn="l" rtl="0">
              <a:lnSpc>
                <a:spcPct val="90000"/>
              </a:lnSpc>
              <a:spcBef>
                <a:spcPts val="1067"/>
              </a:spcBef>
              <a:spcAft>
                <a:spcPts val="0"/>
              </a:spcAft>
              <a:buClr>
                <a:schemeClr val="accent1"/>
              </a:buClr>
              <a:buSzPts val="1200"/>
              <a:buFont typeface="Arial"/>
              <a:buNone/>
              <a:defRPr sz="1600" b="0" i="0" u="none" strike="noStrike" cap="none">
                <a:solidFill>
                  <a:schemeClr val="dk2"/>
                </a:solidFill>
                <a:latin typeface="Arial"/>
                <a:ea typeface="Arial"/>
                <a:cs typeface="Arial"/>
                <a:sym typeface="Arial"/>
              </a:defRPr>
            </a:lvl1pPr>
            <a:lvl2pPr marL="1219170" marR="0" lvl="1" indent="-304792" algn="l" rtl="0">
              <a:lnSpc>
                <a:spcPct val="100000"/>
              </a:lnSpc>
              <a:spcBef>
                <a:spcPts val="2133"/>
              </a:spcBef>
              <a:spcAft>
                <a:spcPts val="0"/>
              </a:spcAft>
              <a:buClr>
                <a:schemeClr val="accent1"/>
              </a:buClr>
              <a:buSzPts val="1500"/>
              <a:buFont typeface="Arial"/>
              <a:buNone/>
              <a:defRPr sz="2000" b="0" i="0" u="none" strike="noStrike" cap="none">
                <a:solidFill>
                  <a:schemeClr val="dk2"/>
                </a:solidFill>
                <a:latin typeface="Arial"/>
                <a:ea typeface="Arial"/>
                <a:cs typeface="Arial"/>
                <a:sym typeface="Arial"/>
              </a:defRPr>
            </a:lvl2pPr>
            <a:lvl3pPr marL="1828754" marR="0" lvl="2" indent="-406390" algn="l" rtl="0">
              <a:lnSpc>
                <a:spcPct val="100000"/>
              </a:lnSpc>
              <a:spcBef>
                <a:spcPts val="2133"/>
              </a:spcBef>
              <a:spcAft>
                <a:spcPts val="0"/>
              </a:spcAft>
              <a:buClr>
                <a:schemeClr val="accent1"/>
              </a:buClr>
              <a:buSzPts val="1200"/>
              <a:buFont typeface="Arial"/>
              <a:buChar char="•"/>
              <a:defRPr sz="1600" b="0" i="0" u="none" strike="noStrike" cap="none">
                <a:solidFill>
                  <a:schemeClr val="dk2"/>
                </a:solidFill>
                <a:latin typeface="Arial"/>
                <a:ea typeface="Arial"/>
                <a:cs typeface="Arial"/>
                <a:sym typeface="Arial"/>
              </a:defRPr>
            </a:lvl3pPr>
            <a:lvl4pPr marL="2438339" marR="0" lvl="3" indent="-380990" algn="l" rtl="0">
              <a:lnSpc>
                <a:spcPct val="90000"/>
              </a:lnSpc>
              <a:spcBef>
                <a:spcPts val="2133"/>
              </a:spcBef>
              <a:spcAft>
                <a:spcPts val="0"/>
              </a:spcAft>
              <a:buClr>
                <a:schemeClr val="accent1"/>
              </a:buClr>
              <a:buSzPts val="900"/>
              <a:buFont typeface="Arial"/>
              <a:buChar char="•"/>
              <a:defRPr sz="1200" b="0" i="0" u="none" strike="noStrike" cap="none">
                <a:solidFill>
                  <a:schemeClr val="dk2"/>
                </a:solidFill>
                <a:latin typeface="Arial"/>
                <a:ea typeface="Arial"/>
                <a:cs typeface="Arial"/>
                <a:sym typeface="Arial"/>
              </a:defRPr>
            </a:lvl4pPr>
            <a:lvl5pPr marL="3047924" marR="0" lvl="4" indent="-380990" algn="l" rtl="0">
              <a:lnSpc>
                <a:spcPct val="90000"/>
              </a:lnSpc>
              <a:spcBef>
                <a:spcPts val="2133"/>
              </a:spcBef>
              <a:spcAft>
                <a:spcPts val="0"/>
              </a:spcAft>
              <a:buClr>
                <a:schemeClr val="accent1"/>
              </a:buClr>
              <a:buSzPts val="900"/>
              <a:buFont typeface="Arial"/>
              <a:buChar char="•"/>
              <a:defRPr sz="1200" b="0" i="0" u="none" strike="noStrike" cap="none">
                <a:solidFill>
                  <a:srgbClr val="757575"/>
                </a:solidFill>
                <a:latin typeface="Arial"/>
                <a:ea typeface="Arial"/>
                <a:cs typeface="Arial"/>
                <a:sym typeface="Arial"/>
              </a:defRPr>
            </a:lvl5pPr>
            <a:lvl6pPr marL="3657509" marR="0" lvl="5" indent="-423323" algn="l" rtl="0">
              <a:lnSpc>
                <a:spcPct val="90000"/>
              </a:lnSpc>
              <a:spcBef>
                <a:spcPts val="21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4267093" marR="0" lvl="6" indent="-423323" algn="l" rtl="0">
              <a:lnSpc>
                <a:spcPct val="90000"/>
              </a:lnSpc>
              <a:spcBef>
                <a:spcPts val="21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4876678" marR="0" lvl="7" indent="-423323" algn="l" rtl="0">
              <a:lnSpc>
                <a:spcPct val="90000"/>
              </a:lnSpc>
              <a:spcBef>
                <a:spcPts val="21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5486263" marR="0" lvl="8" indent="-423323" algn="l" rtl="0">
              <a:lnSpc>
                <a:spcPct val="90000"/>
              </a:lnSpc>
              <a:spcBef>
                <a:spcPts val="2133"/>
              </a:spcBef>
              <a:spcAft>
                <a:spcPts val="2133"/>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pic>
        <p:nvPicPr>
          <p:cNvPr id="74" name="Google Shape;74;p19"/>
          <p:cNvPicPr preferRelativeResize="0"/>
          <p:nvPr/>
        </p:nvPicPr>
        <p:blipFill rotWithShape="1">
          <a:blip r:embed="rId2">
            <a:alphaModFix/>
          </a:blip>
          <a:srcRect/>
          <a:stretch/>
        </p:blipFill>
        <p:spPr>
          <a:xfrm>
            <a:off x="436700" y="768567"/>
            <a:ext cx="1291203" cy="402267"/>
          </a:xfrm>
          <a:prstGeom prst="rect">
            <a:avLst/>
          </a:prstGeom>
          <a:noFill/>
          <a:ln>
            <a:noFill/>
          </a:ln>
        </p:spPr>
      </p:pic>
      <p:pic>
        <p:nvPicPr>
          <p:cNvPr id="75" name="Google Shape;75;p19"/>
          <p:cNvPicPr preferRelativeResize="0"/>
          <p:nvPr/>
        </p:nvPicPr>
        <p:blipFill>
          <a:blip r:embed="rId3">
            <a:alphaModFix/>
          </a:blip>
          <a:stretch>
            <a:fillRect/>
          </a:stretch>
        </p:blipFill>
        <p:spPr>
          <a:xfrm>
            <a:off x="396233" y="119033"/>
            <a:ext cx="1695131" cy="588067"/>
          </a:xfrm>
          <a:prstGeom prst="rect">
            <a:avLst/>
          </a:prstGeom>
          <a:noFill/>
          <a:ln>
            <a:noFill/>
          </a:ln>
        </p:spPr>
      </p:pic>
    </p:spTree>
    <p:extLst>
      <p:ext uri="{BB962C8B-B14F-4D97-AF65-F5344CB8AC3E}">
        <p14:creationId xmlns:p14="http://schemas.microsoft.com/office/powerpoint/2010/main" val="88314102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 Design 2">
  <p:cSld name="Title + Design 2">
    <p:bg>
      <p:bgPr>
        <a:blipFill>
          <a:blip r:embed="rId2">
            <a:alphaModFix/>
          </a:blip>
          <a:stretch>
            <a:fillRect/>
          </a:stretch>
        </a:blipFill>
        <a:effectLst/>
      </p:bgPr>
    </p:bg>
    <p:spTree>
      <p:nvGrpSpPr>
        <p:cNvPr id="1" name="Shape 76"/>
        <p:cNvGrpSpPr/>
        <p:nvPr/>
      </p:nvGrpSpPr>
      <p:grpSpPr>
        <a:xfrm>
          <a:off x="0" y="0"/>
          <a:ext cx="0" cy="0"/>
          <a:chOff x="0" y="0"/>
          <a:chExt cx="0" cy="0"/>
        </a:xfrm>
      </p:grpSpPr>
      <p:sp>
        <p:nvSpPr>
          <p:cNvPr id="77" name="Google Shape;77;p20"/>
          <p:cNvSpPr txBox="1">
            <a:spLocks noGrp="1"/>
          </p:cNvSpPr>
          <p:nvPr>
            <p:ph type="ctrTitle"/>
          </p:nvPr>
        </p:nvSpPr>
        <p:spPr>
          <a:xfrm>
            <a:off x="2619801" y="470467"/>
            <a:ext cx="6952400" cy="126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endParaRPr/>
          </a:p>
        </p:txBody>
      </p:sp>
    </p:spTree>
    <p:extLst>
      <p:ext uri="{BB962C8B-B14F-4D97-AF65-F5344CB8AC3E}">
        <p14:creationId xmlns:p14="http://schemas.microsoft.com/office/powerpoint/2010/main" val="141666351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USTOM 1">
  <p:cSld name="CUSTOM 1">
    <p:spTree>
      <p:nvGrpSpPr>
        <p:cNvPr id="1" name="Shape 78"/>
        <p:cNvGrpSpPr/>
        <p:nvPr/>
      </p:nvGrpSpPr>
      <p:grpSpPr>
        <a:xfrm>
          <a:off x="0" y="0"/>
          <a:ext cx="0" cy="0"/>
          <a:chOff x="0" y="0"/>
          <a:chExt cx="0" cy="0"/>
        </a:xfrm>
      </p:grpSpPr>
      <p:sp>
        <p:nvSpPr>
          <p:cNvPr id="79" name="Google Shape;79;p21"/>
          <p:cNvSpPr txBox="1">
            <a:spLocks noGrp="1"/>
          </p:cNvSpPr>
          <p:nvPr>
            <p:ph type="title"/>
          </p:nvPr>
        </p:nvSpPr>
        <p:spPr>
          <a:xfrm>
            <a:off x="406400" y="225133"/>
            <a:ext cx="10048000" cy="3976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800"/>
              <a:buFont typeface="Arial"/>
              <a:buNone/>
              <a:defRPr sz="2400" b="0" i="0" u="none" strike="noStrike" cap="none">
                <a:solidFill>
                  <a:srgbClr val="58A0DB"/>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67" b="0" i="0" u="none" strike="noStrike" cap="none">
                <a:solidFill>
                  <a:srgbClr val="58A0DB"/>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67" b="0" i="0" u="none" strike="noStrike" cap="none">
                <a:solidFill>
                  <a:srgbClr val="58A0DB"/>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67" b="0" i="0" u="none" strike="noStrike" cap="none">
                <a:solidFill>
                  <a:srgbClr val="58A0DB"/>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67" b="0" i="0" u="none" strike="noStrike" cap="none">
                <a:solidFill>
                  <a:srgbClr val="58A0DB"/>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67" b="0" i="0" u="none" strike="noStrike" cap="none">
                <a:solidFill>
                  <a:srgbClr val="58A0DB"/>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67" b="0" i="0" u="none" strike="noStrike" cap="none">
                <a:solidFill>
                  <a:srgbClr val="58A0DB"/>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67" b="0" i="0" u="none" strike="noStrike" cap="none">
                <a:solidFill>
                  <a:srgbClr val="58A0DB"/>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67" b="0" i="0" u="none" strike="noStrike" cap="none">
                <a:solidFill>
                  <a:srgbClr val="58A0DB"/>
                </a:solidFill>
                <a:latin typeface="Arial"/>
                <a:ea typeface="Arial"/>
                <a:cs typeface="Arial"/>
                <a:sym typeface="Arial"/>
              </a:defRPr>
            </a:lvl9pPr>
          </a:lstStyle>
          <a:p>
            <a:endParaRPr/>
          </a:p>
        </p:txBody>
      </p:sp>
      <p:sp>
        <p:nvSpPr>
          <p:cNvPr id="80" name="Google Shape;80;p21"/>
          <p:cNvSpPr txBox="1">
            <a:spLocks noGrp="1"/>
          </p:cNvSpPr>
          <p:nvPr>
            <p:ph type="body" idx="1"/>
          </p:nvPr>
        </p:nvSpPr>
        <p:spPr>
          <a:xfrm>
            <a:off x="406400" y="997300"/>
            <a:ext cx="10760800" cy="5128000"/>
          </a:xfrm>
          <a:prstGeom prst="rect">
            <a:avLst/>
          </a:prstGeom>
          <a:noFill/>
          <a:ln>
            <a:noFill/>
          </a:ln>
        </p:spPr>
        <p:txBody>
          <a:bodyPr spcFirstLastPara="1" wrap="square" lIns="91425" tIns="91425" rIns="91425" bIns="91425" anchor="t" anchorCtr="0">
            <a:noAutofit/>
          </a:bodyPr>
          <a:lstStyle>
            <a:lvl1pPr marL="609585" marR="0" lvl="0" indent="-440256" algn="l" rtl="0">
              <a:lnSpc>
                <a:spcPct val="100000"/>
              </a:lnSpc>
              <a:spcBef>
                <a:spcPts val="0"/>
              </a:spcBef>
              <a:spcAft>
                <a:spcPts val="0"/>
              </a:spcAft>
              <a:buClr>
                <a:srgbClr val="30353E"/>
              </a:buClr>
              <a:buSzPts val="1600"/>
              <a:buFont typeface="Source Sans Pro"/>
              <a:buChar char="●"/>
              <a:defRPr sz="2133" b="0" i="0" u="none" strike="noStrike" cap="none">
                <a:solidFill>
                  <a:srgbClr val="30353E"/>
                </a:solidFill>
                <a:latin typeface="Source Sans Pro"/>
                <a:ea typeface="Source Sans Pro"/>
                <a:cs typeface="Source Sans Pro"/>
                <a:sym typeface="Source Sans Pro"/>
              </a:defRPr>
            </a:lvl1pPr>
            <a:lvl2pPr marL="1219170" marR="0" lvl="1" indent="-440256" algn="l" rtl="0">
              <a:lnSpc>
                <a:spcPct val="100000"/>
              </a:lnSpc>
              <a:spcBef>
                <a:spcPts val="0"/>
              </a:spcBef>
              <a:spcAft>
                <a:spcPts val="0"/>
              </a:spcAft>
              <a:buClr>
                <a:srgbClr val="30353E"/>
              </a:buClr>
              <a:buSzPts val="1600"/>
              <a:buFont typeface="Source Sans Pro"/>
              <a:buChar char="○"/>
              <a:defRPr sz="2133" b="0" i="0" u="none" strike="noStrike" cap="none">
                <a:solidFill>
                  <a:srgbClr val="30353E"/>
                </a:solidFill>
                <a:latin typeface="Source Sans Pro"/>
                <a:ea typeface="Source Sans Pro"/>
                <a:cs typeface="Source Sans Pro"/>
                <a:sym typeface="Source Sans Pro"/>
              </a:defRPr>
            </a:lvl2pPr>
            <a:lvl3pPr marL="1828754" marR="0" lvl="2" indent="-440256" algn="l" rtl="0">
              <a:lnSpc>
                <a:spcPct val="100000"/>
              </a:lnSpc>
              <a:spcBef>
                <a:spcPts val="0"/>
              </a:spcBef>
              <a:spcAft>
                <a:spcPts val="0"/>
              </a:spcAft>
              <a:buClr>
                <a:srgbClr val="30353E"/>
              </a:buClr>
              <a:buSzPts val="1600"/>
              <a:buFont typeface="Source Sans Pro"/>
              <a:buChar char="■"/>
              <a:defRPr sz="2133" b="0" i="0" u="none" strike="noStrike" cap="none">
                <a:solidFill>
                  <a:srgbClr val="30353E"/>
                </a:solidFill>
                <a:latin typeface="Source Sans Pro"/>
                <a:ea typeface="Source Sans Pro"/>
                <a:cs typeface="Source Sans Pro"/>
                <a:sym typeface="Source Sans Pro"/>
              </a:defRPr>
            </a:lvl3pPr>
            <a:lvl4pPr marL="2438339" marR="0" lvl="3" indent="-440256" algn="l" rtl="0">
              <a:lnSpc>
                <a:spcPct val="100000"/>
              </a:lnSpc>
              <a:spcBef>
                <a:spcPts val="0"/>
              </a:spcBef>
              <a:spcAft>
                <a:spcPts val="0"/>
              </a:spcAft>
              <a:buClr>
                <a:srgbClr val="30353E"/>
              </a:buClr>
              <a:buSzPts val="1600"/>
              <a:buFont typeface="Source Sans Pro"/>
              <a:buChar char="●"/>
              <a:defRPr sz="2133" b="0" i="0" u="none" strike="noStrike" cap="none">
                <a:solidFill>
                  <a:srgbClr val="30353E"/>
                </a:solidFill>
                <a:latin typeface="Source Sans Pro"/>
                <a:ea typeface="Source Sans Pro"/>
                <a:cs typeface="Source Sans Pro"/>
                <a:sym typeface="Source Sans Pro"/>
              </a:defRPr>
            </a:lvl4pPr>
            <a:lvl5pPr marL="3047924" marR="0" lvl="4" indent="-440256" algn="l" rtl="0">
              <a:lnSpc>
                <a:spcPct val="100000"/>
              </a:lnSpc>
              <a:spcBef>
                <a:spcPts val="0"/>
              </a:spcBef>
              <a:spcAft>
                <a:spcPts val="0"/>
              </a:spcAft>
              <a:buClr>
                <a:srgbClr val="30353E"/>
              </a:buClr>
              <a:buSzPts val="1600"/>
              <a:buFont typeface="Source Sans Pro"/>
              <a:buChar char="○"/>
              <a:defRPr sz="2133" b="0" i="0" u="none" strike="noStrike" cap="none">
                <a:solidFill>
                  <a:srgbClr val="30353E"/>
                </a:solidFill>
                <a:latin typeface="Source Sans Pro"/>
                <a:ea typeface="Source Sans Pro"/>
                <a:cs typeface="Source Sans Pro"/>
                <a:sym typeface="Source Sans Pro"/>
              </a:defRPr>
            </a:lvl5pPr>
            <a:lvl6pPr marL="3657509" marR="0" lvl="5" indent="-440256" algn="l" rtl="0">
              <a:lnSpc>
                <a:spcPct val="100000"/>
              </a:lnSpc>
              <a:spcBef>
                <a:spcPts val="0"/>
              </a:spcBef>
              <a:spcAft>
                <a:spcPts val="0"/>
              </a:spcAft>
              <a:buClr>
                <a:srgbClr val="30353E"/>
              </a:buClr>
              <a:buSzPts val="1600"/>
              <a:buFont typeface="Source Sans Pro"/>
              <a:buChar char="■"/>
              <a:defRPr sz="2133" b="0" i="0" u="none" strike="noStrike" cap="none">
                <a:solidFill>
                  <a:srgbClr val="30353E"/>
                </a:solidFill>
                <a:latin typeface="Source Sans Pro"/>
                <a:ea typeface="Source Sans Pro"/>
                <a:cs typeface="Source Sans Pro"/>
                <a:sym typeface="Source Sans Pro"/>
              </a:defRPr>
            </a:lvl6pPr>
            <a:lvl7pPr marL="4267093" marR="0" lvl="6" indent="-440256" algn="l" rtl="0">
              <a:lnSpc>
                <a:spcPct val="100000"/>
              </a:lnSpc>
              <a:spcBef>
                <a:spcPts val="0"/>
              </a:spcBef>
              <a:spcAft>
                <a:spcPts val="0"/>
              </a:spcAft>
              <a:buClr>
                <a:srgbClr val="30353E"/>
              </a:buClr>
              <a:buSzPts val="1600"/>
              <a:buFont typeface="Source Sans Pro"/>
              <a:buChar char="●"/>
              <a:defRPr sz="2133" b="0" i="0" u="none" strike="noStrike" cap="none">
                <a:solidFill>
                  <a:srgbClr val="30353E"/>
                </a:solidFill>
                <a:latin typeface="Source Sans Pro"/>
                <a:ea typeface="Source Sans Pro"/>
                <a:cs typeface="Source Sans Pro"/>
                <a:sym typeface="Source Sans Pro"/>
              </a:defRPr>
            </a:lvl7pPr>
            <a:lvl8pPr marL="4876678" marR="0" lvl="7" indent="-440256" algn="l" rtl="0">
              <a:lnSpc>
                <a:spcPct val="100000"/>
              </a:lnSpc>
              <a:spcBef>
                <a:spcPts val="0"/>
              </a:spcBef>
              <a:spcAft>
                <a:spcPts val="0"/>
              </a:spcAft>
              <a:buClr>
                <a:srgbClr val="30353E"/>
              </a:buClr>
              <a:buSzPts val="1600"/>
              <a:buFont typeface="Source Sans Pro"/>
              <a:buChar char="○"/>
              <a:defRPr sz="2133" b="0" i="0" u="none" strike="noStrike" cap="none">
                <a:solidFill>
                  <a:srgbClr val="30353E"/>
                </a:solidFill>
                <a:latin typeface="Source Sans Pro"/>
                <a:ea typeface="Source Sans Pro"/>
                <a:cs typeface="Source Sans Pro"/>
                <a:sym typeface="Source Sans Pro"/>
              </a:defRPr>
            </a:lvl8pPr>
            <a:lvl9pPr marL="5486263" marR="0" lvl="8" indent="-440256" algn="l" rtl="0">
              <a:lnSpc>
                <a:spcPct val="100000"/>
              </a:lnSpc>
              <a:spcBef>
                <a:spcPts val="0"/>
              </a:spcBef>
              <a:spcAft>
                <a:spcPts val="0"/>
              </a:spcAft>
              <a:buClr>
                <a:srgbClr val="30353E"/>
              </a:buClr>
              <a:buSzPts val="1600"/>
              <a:buFont typeface="Source Sans Pro"/>
              <a:buChar char="■"/>
              <a:defRPr sz="2133" b="0" i="0" u="none" strike="noStrike" cap="none">
                <a:solidFill>
                  <a:srgbClr val="30353E"/>
                </a:solidFill>
                <a:latin typeface="Source Sans Pro"/>
                <a:ea typeface="Source Sans Pro"/>
                <a:cs typeface="Source Sans Pro"/>
                <a:sym typeface="Source Sans Pro"/>
              </a:defRPr>
            </a:lvl9pPr>
          </a:lstStyle>
          <a:p>
            <a:endParaRPr/>
          </a:p>
        </p:txBody>
      </p:sp>
      <p:cxnSp>
        <p:nvCxnSpPr>
          <p:cNvPr id="81" name="Google Shape;81;p21"/>
          <p:cNvCxnSpPr/>
          <p:nvPr/>
        </p:nvCxnSpPr>
        <p:spPr>
          <a:xfrm>
            <a:off x="304800" y="6400800"/>
            <a:ext cx="11582400" cy="6000"/>
          </a:xfrm>
          <a:prstGeom prst="straightConnector1">
            <a:avLst/>
          </a:prstGeom>
          <a:noFill/>
          <a:ln w="12700" cap="flat" cmpd="sng">
            <a:solidFill>
              <a:srgbClr val="D9D9D9"/>
            </a:solidFill>
            <a:prstDash val="solid"/>
            <a:miter lim="8000"/>
            <a:headEnd type="none" w="sm" len="sm"/>
            <a:tailEnd type="none" w="sm" len="sm"/>
          </a:ln>
        </p:spPr>
      </p:cxnSp>
      <p:cxnSp>
        <p:nvCxnSpPr>
          <p:cNvPr id="82" name="Google Shape;82;p21"/>
          <p:cNvCxnSpPr/>
          <p:nvPr/>
        </p:nvCxnSpPr>
        <p:spPr>
          <a:xfrm>
            <a:off x="304800" y="660400"/>
            <a:ext cx="11582400" cy="6000"/>
          </a:xfrm>
          <a:prstGeom prst="straightConnector1">
            <a:avLst/>
          </a:prstGeom>
          <a:noFill/>
          <a:ln w="12700" cap="flat" cmpd="sng">
            <a:solidFill>
              <a:srgbClr val="D9D9D9"/>
            </a:solidFill>
            <a:prstDash val="solid"/>
            <a:miter lim="8000"/>
            <a:headEnd type="none" w="sm" len="sm"/>
            <a:tailEnd type="none" w="sm" len="sm"/>
          </a:ln>
        </p:spPr>
      </p:cxnSp>
      <p:sp>
        <p:nvSpPr>
          <p:cNvPr id="83" name="Google Shape;83;p21"/>
          <p:cNvSpPr txBox="1">
            <a:spLocks noGrp="1"/>
          </p:cNvSpPr>
          <p:nvPr>
            <p:ph type="sldNum" idx="12"/>
          </p:nvPr>
        </p:nvSpPr>
        <p:spPr>
          <a:xfrm>
            <a:off x="11409045" y="6333135"/>
            <a:ext cx="731600" cy="525200"/>
          </a:xfrm>
          <a:prstGeom prst="rect">
            <a:avLst/>
          </a:prstGeom>
          <a:noFill/>
          <a:ln>
            <a:noFill/>
          </a:ln>
        </p:spPr>
        <p:txBody>
          <a:bodyPr spcFirstLastPara="1" wrap="square" lIns="34275" tIns="34275" rIns="34275" bIns="34275" anchor="t" anchorCtr="0">
            <a:noAutofit/>
          </a:bodyPr>
          <a:lstStyle>
            <a:lvl1pPr marL="0" marR="0" lvl="0" indent="0" algn="r" rtl="0">
              <a:lnSpc>
                <a:spcPct val="188888"/>
              </a:lnSpc>
              <a:spcBef>
                <a:spcPts val="0"/>
              </a:spcBef>
              <a:spcAft>
                <a:spcPts val="0"/>
              </a:spcAft>
              <a:buClr>
                <a:srgbClr val="595959"/>
              </a:buClr>
              <a:buSzPts val="700"/>
              <a:buFont typeface="Helvetica Neue"/>
              <a:buNone/>
              <a:defRPr sz="1067" b="0" i="0" u="none" strike="noStrike" cap="none">
                <a:solidFill>
                  <a:srgbClr val="30353E"/>
                </a:solidFill>
                <a:latin typeface="Source Sans Pro"/>
                <a:ea typeface="Source Sans Pro"/>
                <a:cs typeface="Source Sans Pro"/>
                <a:sym typeface="Source Sans Pro"/>
              </a:defRPr>
            </a:lvl1pPr>
            <a:lvl2pPr marL="0" marR="0" lvl="1" indent="0" algn="r" rtl="0">
              <a:lnSpc>
                <a:spcPct val="188888"/>
              </a:lnSpc>
              <a:spcBef>
                <a:spcPts val="0"/>
              </a:spcBef>
              <a:spcAft>
                <a:spcPts val="0"/>
              </a:spcAft>
              <a:buClr>
                <a:srgbClr val="595959"/>
              </a:buClr>
              <a:buSzPts val="700"/>
              <a:buFont typeface="Helvetica Neue"/>
              <a:buNone/>
              <a:defRPr sz="1067" b="0" i="0" u="none" strike="noStrike" cap="none">
                <a:solidFill>
                  <a:srgbClr val="30353E"/>
                </a:solidFill>
                <a:latin typeface="Source Sans Pro"/>
                <a:ea typeface="Source Sans Pro"/>
                <a:cs typeface="Source Sans Pro"/>
                <a:sym typeface="Source Sans Pro"/>
              </a:defRPr>
            </a:lvl2pPr>
            <a:lvl3pPr marL="0" marR="0" lvl="2" indent="0" algn="r" rtl="0">
              <a:lnSpc>
                <a:spcPct val="188888"/>
              </a:lnSpc>
              <a:spcBef>
                <a:spcPts val="0"/>
              </a:spcBef>
              <a:spcAft>
                <a:spcPts val="0"/>
              </a:spcAft>
              <a:buClr>
                <a:srgbClr val="595959"/>
              </a:buClr>
              <a:buSzPts val="700"/>
              <a:buFont typeface="Helvetica Neue"/>
              <a:buNone/>
              <a:defRPr sz="1067" b="0" i="0" u="none" strike="noStrike" cap="none">
                <a:solidFill>
                  <a:srgbClr val="30353E"/>
                </a:solidFill>
                <a:latin typeface="Source Sans Pro"/>
                <a:ea typeface="Source Sans Pro"/>
                <a:cs typeface="Source Sans Pro"/>
                <a:sym typeface="Source Sans Pro"/>
              </a:defRPr>
            </a:lvl3pPr>
            <a:lvl4pPr marL="0" marR="0" lvl="3" indent="0" algn="r" rtl="0">
              <a:lnSpc>
                <a:spcPct val="188888"/>
              </a:lnSpc>
              <a:spcBef>
                <a:spcPts val="0"/>
              </a:spcBef>
              <a:spcAft>
                <a:spcPts val="0"/>
              </a:spcAft>
              <a:buClr>
                <a:srgbClr val="595959"/>
              </a:buClr>
              <a:buSzPts val="700"/>
              <a:buFont typeface="Helvetica Neue"/>
              <a:buNone/>
              <a:defRPr sz="1067" b="0" i="0" u="none" strike="noStrike" cap="none">
                <a:solidFill>
                  <a:srgbClr val="30353E"/>
                </a:solidFill>
                <a:latin typeface="Source Sans Pro"/>
                <a:ea typeface="Source Sans Pro"/>
                <a:cs typeface="Source Sans Pro"/>
                <a:sym typeface="Source Sans Pro"/>
              </a:defRPr>
            </a:lvl4pPr>
            <a:lvl5pPr marL="0" marR="0" lvl="4" indent="0" algn="r" rtl="0">
              <a:lnSpc>
                <a:spcPct val="188888"/>
              </a:lnSpc>
              <a:spcBef>
                <a:spcPts val="0"/>
              </a:spcBef>
              <a:spcAft>
                <a:spcPts val="0"/>
              </a:spcAft>
              <a:buClr>
                <a:srgbClr val="595959"/>
              </a:buClr>
              <a:buSzPts val="700"/>
              <a:buFont typeface="Helvetica Neue"/>
              <a:buNone/>
              <a:defRPr sz="1067" b="0" i="0" u="none" strike="noStrike" cap="none">
                <a:solidFill>
                  <a:srgbClr val="30353E"/>
                </a:solidFill>
                <a:latin typeface="Source Sans Pro"/>
                <a:ea typeface="Source Sans Pro"/>
                <a:cs typeface="Source Sans Pro"/>
                <a:sym typeface="Source Sans Pro"/>
              </a:defRPr>
            </a:lvl5pPr>
            <a:lvl6pPr marL="0" marR="0" lvl="5" indent="0" algn="r" rtl="0">
              <a:lnSpc>
                <a:spcPct val="188888"/>
              </a:lnSpc>
              <a:spcBef>
                <a:spcPts val="0"/>
              </a:spcBef>
              <a:spcAft>
                <a:spcPts val="0"/>
              </a:spcAft>
              <a:buClr>
                <a:srgbClr val="595959"/>
              </a:buClr>
              <a:buSzPts val="700"/>
              <a:buFont typeface="Helvetica Neue"/>
              <a:buNone/>
              <a:defRPr sz="1067" b="0" i="0" u="none" strike="noStrike" cap="none">
                <a:solidFill>
                  <a:srgbClr val="30353E"/>
                </a:solidFill>
                <a:latin typeface="Source Sans Pro"/>
                <a:ea typeface="Source Sans Pro"/>
                <a:cs typeface="Source Sans Pro"/>
                <a:sym typeface="Source Sans Pro"/>
              </a:defRPr>
            </a:lvl6pPr>
            <a:lvl7pPr marL="0" marR="0" lvl="6" indent="0" algn="r" rtl="0">
              <a:lnSpc>
                <a:spcPct val="188888"/>
              </a:lnSpc>
              <a:spcBef>
                <a:spcPts val="0"/>
              </a:spcBef>
              <a:spcAft>
                <a:spcPts val="0"/>
              </a:spcAft>
              <a:buClr>
                <a:srgbClr val="595959"/>
              </a:buClr>
              <a:buSzPts val="700"/>
              <a:buFont typeface="Helvetica Neue"/>
              <a:buNone/>
              <a:defRPr sz="1067" b="0" i="0" u="none" strike="noStrike" cap="none">
                <a:solidFill>
                  <a:srgbClr val="30353E"/>
                </a:solidFill>
                <a:latin typeface="Source Sans Pro"/>
                <a:ea typeface="Source Sans Pro"/>
                <a:cs typeface="Source Sans Pro"/>
                <a:sym typeface="Source Sans Pro"/>
              </a:defRPr>
            </a:lvl7pPr>
            <a:lvl8pPr marL="0" marR="0" lvl="7" indent="0" algn="r" rtl="0">
              <a:lnSpc>
                <a:spcPct val="188888"/>
              </a:lnSpc>
              <a:spcBef>
                <a:spcPts val="0"/>
              </a:spcBef>
              <a:spcAft>
                <a:spcPts val="0"/>
              </a:spcAft>
              <a:buClr>
                <a:srgbClr val="595959"/>
              </a:buClr>
              <a:buSzPts val="700"/>
              <a:buFont typeface="Helvetica Neue"/>
              <a:buNone/>
              <a:defRPr sz="1067" b="0" i="0" u="none" strike="noStrike" cap="none">
                <a:solidFill>
                  <a:srgbClr val="30353E"/>
                </a:solidFill>
                <a:latin typeface="Source Sans Pro"/>
                <a:ea typeface="Source Sans Pro"/>
                <a:cs typeface="Source Sans Pro"/>
                <a:sym typeface="Source Sans Pro"/>
              </a:defRPr>
            </a:lvl8pPr>
            <a:lvl9pPr marL="0" marR="0" lvl="8" indent="0" algn="r" rtl="0">
              <a:lnSpc>
                <a:spcPct val="188888"/>
              </a:lnSpc>
              <a:spcBef>
                <a:spcPts val="0"/>
              </a:spcBef>
              <a:spcAft>
                <a:spcPts val="0"/>
              </a:spcAft>
              <a:buClr>
                <a:srgbClr val="595959"/>
              </a:buClr>
              <a:buSzPts val="700"/>
              <a:buFont typeface="Helvetica Neue"/>
              <a:buNone/>
              <a:defRPr sz="1067" b="0" i="0" u="none" strike="noStrike" cap="none">
                <a:solidFill>
                  <a:srgbClr val="30353E"/>
                </a:solidFill>
                <a:latin typeface="Source Sans Pro"/>
                <a:ea typeface="Source Sans Pro"/>
                <a:cs typeface="Source Sans Pro"/>
                <a:sym typeface="Source Sans Pro"/>
              </a:defRPr>
            </a:lvl9pPr>
          </a:lstStyle>
          <a:p>
            <a:fld id="{00000000-1234-1234-1234-123412341234}" type="slidenum">
              <a:rPr lang="en" smtClean="0"/>
              <a:pPr/>
              <a:t>‹#›</a:t>
            </a:fld>
            <a:endParaRPr lang="en"/>
          </a:p>
        </p:txBody>
      </p:sp>
      <p:sp>
        <p:nvSpPr>
          <p:cNvPr id="84" name="Google Shape;84;p21"/>
          <p:cNvSpPr txBox="1"/>
          <p:nvPr/>
        </p:nvSpPr>
        <p:spPr>
          <a:xfrm>
            <a:off x="304793" y="6564440"/>
            <a:ext cx="3397200" cy="166000"/>
          </a:xfrm>
          <a:prstGeom prst="rect">
            <a:avLst/>
          </a:prstGeom>
          <a:noFill/>
          <a:ln>
            <a:noFill/>
          </a:ln>
        </p:spPr>
        <p:txBody>
          <a:bodyPr spcFirstLastPara="1" wrap="square" lIns="22833" tIns="22833" rIns="22833" bIns="22833" anchor="t" anchorCtr="0">
            <a:noAutofit/>
          </a:bodyPr>
          <a:lstStyle/>
          <a:p>
            <a:pPr marL="0" marR="0" lvl="0" indent="0" algn="l" rtl="0">
              <a:lnSpc>
                <a:spcPct val="166666"/>
              </a:lnSpc>
              <a:spcBef>
                <a:spcPts val="0"/>
              </a:spcBef>
              <a:spcAft>
                <a:spcPts val="0"/>
              </a:spcAft>
              <a:buClr>
                <a:srgbClr val="646464"/>
              </a:buClr>
              <a:buSzPts val="500"/>
              <a:buFont typeface="Roboto"/>
              <a:buNone/>
            </a:pPr>
            <a:r>
              <a:rPr lang="en" sz="667" b="0" i="0" u="none" strike="noStrike" cap="none">
                <a:solidFill>
                  <a:srgbClr val="646464"/>
                </a:solidFill>
                <a:latin typeface="Arial"/>
                <a:ea typeface="Arial"/>
                <a:cs typeface="Arial"/>
                <a:sym typeface="Arial"/>
              </a:rPr>
              <a:t>© 20</a:t>
            </a:r>
            <a:r>
              <a:rPr lang="en" sz="667">
                <a:solidFill>
                  <a:srgbClr val="646464"/>
                </a:solidFill>
              </a:rPr>
              <a:t>20</a:t>
            </a:r>
            <a:r>
              <a:rPr lang="en" sz="667" b="0" i="0" u="none" strike="noStrike" cap="none">
                <a:solidFill>
                  <a:srgbClr val="646464"/>
                </a:solidFill>
                <a:latin typeface="Arial"/>
                <a:ea typeface="Arial"/>
                <a:cs typeface="Arial"/>
                <a:sym typeface="Arial"/>
              </a:rPr>
              <a:t> Feedzai. This presentation is proprietary and confidential.</a:t>
            </a:r>
            <a:endParaRPr sz="6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2201415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85"/>
        <p:cNvGrpSpPr/>
        <p:nvPr/>
      </p:nvGrpSpPr>
      <p:grpSpPr>
        <a:xfrm>
          <a:off x="0" y="0"/>
          <a:ext cx="0" cy="0"/>
          <a:chOff x="0" y="0"/>
          <a:chExt cx="0" cy="0"/>
        </a:xfrm>
      </p:grpSpPr>
    </p:spTree>
    <p:extLst>
      <p:ext uri="{BB962C8B-B14F-4D97-AF65-F5344CB8AC3E}">
        <p14:creationId xmlns:p14="http://schemas.microsoft.com/office/powerpoint/2010/main" val="1453742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2.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0.xml"/><Relationship Id="rId7" Type="http://schemas.openxmlformats.org/officeDocument/2006/relationships/slideLayout" Target="../slideLayouts/slideLayout24.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9" Type="http://schemas.openxmlformats.org/officeDocument/2006/relationships/image" Target="../media/image1.tiff"/></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3" Type="http://schemas.openxmlformats.org/officeDocument/2006/relationships/slideLayout" Target="../slideLayouts/slideLayout27.xml"/><Relationship Id="rId21" Type="http://schemas.openxmlformats.org/officeDocument/2006/relationships/slideLayout" Target="../slideLayouts/slideLayout45.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569B15-09D5-0642-8D49-E2E59B5A05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0F278B-DC28-1E45-9341-7C0704FAD8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EA9CB3-0ED7-5E4B-A594-01BB6BC02B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F2071C-090D-C444-A84A-54195789C19F}" type="datetimeFigureOut">
              <a:rPr lang="en-US" smtClean="0"/>
              <a:t>10/29/25</a:t>
            </a:fld>
            <a:endParaRPr lang="en-US"/>
          </a:p>
        </p:txBody>
      </p:sp>
      <p:sp>
        <p:nvSpPr>
          <p:cNvPr id="5" name="Footer Placeholder 4">
            <a:extLst>
              <a:ext uri="{FF2B5EF4-FFF2-40B4-BE49-F238E27FC236}">
                <a16:creationId xmlns:a16="http://schemas.microsoft.com/office/drawing/2014/main" id="{204AFA5C-98D2-6F46-A3A4-5D76CAA209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CFB6F41-C276-1E40-99CB-A89A6E7FBA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DAC2E8-92E8-C641-B626-51797247133C}" type="slidenum">
              <a:rPr lang="en-US" smtClean="0"/>
              <a:t>‹#›</a:t>
            </a:fld>
            <a:endParaRPr lang="en-US"/>
          </a:p>
        </p:txBody>
      </p:sp>
    </p:spTree>
    <p:extLst>
      <p:ext uri="{BB962C8B-B14F-4D97-AF65-F5344CB8AC3E}">
        <p14:creationId xmlns:p14="http://schemas.microsoft.com/office/powerpoint/2010/main" val="1681635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6dad9273e7_0_0"/>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Autofit/>
          </a:bodyPr>
          <a:lstStyle>
            <a:lvl1pPr marR="0" lvl="0"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9pPr>
          </a:lstStyle>
          <a:p>
            <a:endParaRPr/>
          </a:p>
        </p:txBody>
      </p:sp>
      <p:sp>
        <p:nvSpPr>
          <p:cNvPr id="11" name="Google Shape;11;g6dad9273e7_0_0"/>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Autofit/>
          </a:bodyPr>
          <a:lstStyle>
            <a:lvl1pPr marL="457200" marR="0" lvl="0" indent="-381000" algn="l" rtl="0">
              <a:lnSpc>
                <a:spcPct val="115000"/>
              </a:lnSpc>
              <a:spcBef>
                <a:spcPts val="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1pPr>
            <a:lvl2pPr marL="914400" marR="0" lvl="1" indent="-349250" algn="l" rtl="0">
              <a:lnSpc>
                <a:spcPct val="115000"/>
              </a:lnSpc>
              <a:spcBef>
                <a:spcPts val="210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2pPr>
            <a:lvl3pPr marL="1371600" marR="0" lvl="2" indent="-349250" algn="l" rtl="0">
              <a:lnSpc>
                <a:spcPct val="115000"/>
              </a:lnSpc>
              <a:spcBef>
                <a:spcPts val="210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3pPr>
            <a:lvl4pPr marL="1828800" marR="0" lvl="3" indent="-349250" algn="l" rtl="0">
              <a:lnSpc>
                <a:spcPct val="115000"/>
              </a:lnSpc>
              <a:spcBef>
                <a:spcPts val="210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4pPr>
            <a:lvl5pPr marL="2286000" marR="0" lvl="4" indent="-349250" algn="l" rtl="0">
              <a:lnSpc>
                <a:spcPct val="115000"/>
              </a:lnSpc>
              <a:spcBef>
                <a:spcPts val="210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5pPr>
            <a:lvl6pPr marL="2743200" marR="0" lvl="5" indent="-349250" algn="l" rtl="0">
              <a:lnSpc>
                <a:spcPct val="115000"/>
              </a:lnSpc>
              <a:spcBef>
                <a:spcPts val="210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6pPr>
            <a:lvl7pPr marL="3200400" marR="0" lvl="6" indent="-349250" algn="l" rtl="0">
              <a:lnSpc>
                <a:spcPct val="115000"/>
              </a:lnSpc>
              <a:spcBef>
                <a:spcPts val="210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7pPr>
            <a:lvl8pPr marL="3657600" marR="0" lvl="7" indent="-349250" algn="l" rtl="0">
              <a:lnSpc>
                <a:spcPct val="115000"/>
              </a:lnSpc>
              <a:spcBef>
                <a:spcPts val="210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8pPr>
            <a:lvl9pPr marL="4114800" marR="0" lvl="8" indent="-349250" algn="l" rtl="0">
              <a:lnSpc>
                <a:spcPct val="115000"/>
              </a:lnSpc>
              <a:spcBef>
                <a:spcPts val="2100"/>
              </a:spcBef>
              <a:spcAft>
                <a:spcPts val="2100"/>
              </a:spcAft>
              <a:buClr>
                <a:schemeClr val="dk2"/>
              </a:buClr>
              <a:buSzPts val="1900"/>
              <a:buFont typeface="Arial"/>
              <a:buChar char="■"/>
              <a:defRPr sz="1900" b="0" i="0" u="none" strike="noStrike" cap="none">
                <a:solidFill>
                  <a:schemeClr val="dk2"/>
                </a:solidFill>
                <a:latin typeface="Arial"/>
                <a:ea typeface="Arial"/>
                <a:cs typeface="Arial"/>
                <a:sym typeface="Arial"/>
              </a:defRPr>
            </a:lvl9pPr>
          </a:lstStyle>
          <a:p>
            <a:endParaRPr/>
          </a:p>
        </p:txBody>
      </p:sp>
      <p:sp>
        <p:nvSpPr>
          <p:cNvPr id="12" name="Google Shape;12;g6dad9273e7_0_0"/>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47171384"/>
      </p:ext>
    </p:extLst>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9"/>
            <a:ext cx="10972800" cy="11430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DA521D5A-4AF5-A545-A4B2-D7E04BFEBC34}"/>
              </a:ext>
            </a:extLst>
          </p:cNvPr>
          <p:cNvSpPr/>
          <p:nvPr userDrawn="1"/>
        </p:nvSpPr>
        <p:spPr>
          <a:xfrm>
            <a:off x="0" y="6450222"/>
            <a:ext cx="12192000" cy="407777"/>
          </a:xfrm>
          <a:prstGeom prst="rect">
            <a:avLst/>
          </a:prstGeom>
          <a:solidFill>
            <a:srgbClr val="8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Box 7">
            <a:extLst>
              <a:ext uri="{FF2B5EF4-FFF2-40B4-BE49-F238E27FC236}">
                <a16:creationId xmlns:a16="http://schemas.microsoft.com/office/drawing/2014/main" id="{09B158FC-C48E-1C49-B517-49F0EF74BDE8}"/>
              </a:ext>
            </a:extLst>
          </p:cNvPr>
          <p:cNvSpPr txBox="1"/>
          <p:nvPr userDrawn="1"/>
        </p:nvSpPr>
        <p:spPr>
          <a:xfrm>
            <a:off x="210586" y="6459621"/>
            <a:ext cx="2779905" cy="338554"/>
          </a:xfrm>
          <a:prstGeom prst="rect">
            <a:avLst/>
          </a:prstGeom>
          <a:noFill/>
        </p:spPr>
        <p:txBody>
          <a:bodyPr wrap="square" rtlCol="0">
            <a:spAutoFit/>
          </a:bodyPr>
          <a:lstStyle/>
          <a:p>
            <a:r>
              <a:rPr lang="en-US" sz="1600" b="0" dirty="0" err="1">
                <a:solidFill>
                  <a:schemeClr val="bg1"/>
                </a:solidFill>
                <a:latin typeface="Arial"/>
                <a:cs typeface="Arial"/>
              </a:rPr>
              <a:t>Rayid</a:t>
            </a:r>
            <a:r>
              <a:rPr lang="en-US" sz="1600" b="0" dirty="0">
                <a:solidFill>
                  <a:schemeClr val="bg1"/>
                </a:solidFill>
                <a:latin typeface="Arial"/>
                <a:cs typeface="Arial"/>
              </a:rPr>
              <a:t> Ghani  |  @</a:t>
            </a:r>
            <a:r>
              <a:rPr lang="en-US" sz="1600" b="0" dirty="0" err="1">
                <a:solidFill>
                  <a:schemeClr val="bg1"/>
                </a:solidFill>
                <a:latin typeface="Arial"/>
                <a:cs typeface="Arial"/>
              </a:rPr>
              <a:t>rayidghani</a:t>
            </a:r>
            <a:endParaRPr lang="en-US" sz="1600" b="0" dirty="0">
              <a:solidFill>
                <a:schemeClr val="bg1"/>
              </a:solidFill>
            </a:endParaRPr>
          </a:p>
        </p:txBody>
      </p:sp>
      <p:pic>
        <p:nvPicPr>
          <p:cNvPr id="5" name="Picture 4">
            <a:extLst>
              <a:ext uri="{FF2B5EF4-FFF2-40B4-BE49-F238E27FC236}">
                <a16:creationId xmlns:a16="http://schemas.microsoft.com/office/drawing/2014/main" id="{A61550D4-8156-FE47-8EAC-5551DAAF66EC}"/>
              </a:ext>
            </a:extLst>
          </p:cNvPr>
          <p:cNvPicPr>
            <a:picLocks noChangeAspect="1"/>
          </p:cNvPicPr>
          <p:nvPr userDrawn="1"/>
        </p:nvPicPr>
        <p:blipFill>
          <a:blip r:embed="rId9"/>
          <a:stretch>
            <a:fillRect/>
          </a:stretch>
        </p:blipFill>
        <p:spPr>
          <a:xfrm>
            <a:off x="8632177" y="6510528"/>
            <a:ext cx="3451668" cy="308593"/>
          </a:xfrm>
          <a:prstGeom prst="rect">
            <a:avLst/>
          </a:prstGeom>
        </p:spPr>
      </p:pic>
    </p:spTree>
    <p:extLst>
      <p:ext uri="{BB962C8B-B14F-4D97-AF65-F5344CB8AC3E}">
        <p14:creationId xmlns:p14="http://schemas.microsoft.com/office/powerpoint/2010/main" val="2106226655"/>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97" r:id="rId6"/>
    <p:sldLayoutId id="2147483698" r:id="rId7"/>
  </p:sldLayoutIdLst>
  <p:txStyles>
    <p:titleStyle>
      <a:lvl1pPr algn="ctr" defTabSz="342891" rtl="0" eaLnBrk="1" fontAlgn="base" hangingPunct="1">
        <a:spcBef>
          <a:spcPct val="0"/>
        </a:spcBef>
        <a:spcAft>
          <a:spcPct val="0"/>
        </a:spcAft>
        <a:defRPr sz="3300" kern="1200">
          <a:solidFill>
            <a:schemeClr val="tx1"/>
          </a:solidFill>
          <a:latin typeface="+mj-lt"/>
          <a:ea typeface="ＭＳ Ｐゴシック" charset="0"/>
          <a:cs typeface="ＭＳ Ｐゴシック" charset="0"/>
        </a:defRPr>
      </a:lvl1pPr>
      <a:lvl2pPr algn="ctr" defTabSz="342891" rtl="0" eaLnBrk="1" fontAlgn="base" hangingPunct="1">
        <a:spcBef>
          <a:spcPct val="0"/>
        </a:spcBef>
        <a:spcAft>
          <a:spcPct val="0"/>
        </a:spcAft>
        <a:defRPr sz="3300">
          <a:solidFill>
            <a:schemeClr val="tx1"/>
          </a:solidFill>
          <a:latin typeface="Calibri" charset="0"/>
          <a:ea typeface="ＭＳ Ｐゴシック" charset="0"/>
          <a:cs typeface="ＭＳ Ｐゴシック" charset="0"/>
        </a:defRPr>
      </a:lvl2pPr>
      <a:lvl3pPr algn="ctr" defTabSz="342891" rtl="0" eaLnBrk="1" fontAlgn="base" hangingPunct="1">
        <a:spcBef>
          <a:spcPct val="0"/>
        </a:spcBef>
        <a:spcAft>
          <a:spcPct val="0"/>
        </a:spcAft>
        <a:defRPr sz="3300">
          <a:solidFill>
            <a:schemeClr val="tx1"/>
          </a:solidFill>
          <a:latin typeface="Calibri" charset="0"/>
          <a:ea typeface="ＭＳ Ｐゴシック" charset="0"/>
          <a:cs typeface="ＭＳ Ｐゴシック" charset="0"/>
        </a:defRPr>
      </a:lvl3pPr>
      <a:lvl4pPr algn="ctr" defTabSz="342891" rtl="0" eaLnBrk="1" fontAlgn="base" hangingPunct="1">
        <a:spcBef>
          <a:spcPct val="0"/>
        </a:spcBef>
        <a:spcAft>
          <a:spcPct val="0"/>
        </a:spcAft>
        <a:defRPr sz="3300">
          <a:solidFill>
            <a:schemeClr val="tx1"/>
          </a:solidFill>
          <a:latin typeface="Calibri" charset="0"/>
          <a:ea typeface="ＭＳ Ｐゴシック" charset="0"/>
          <a:cs typeface="ＭＳ Ｐゴシック" charset="0"/>
        </a:defRPr>
      </a:lvl4pPr>
      <a:lvl5pPr algn="ctr" defTabSz="342891" rtl="0" eaLnBrk="1" fontAlgn="base" hangingPunct="1">
        <a:spcBef>
          <a:spcPct val="0"/>
        </a:spcBef>
        <a:spcAft>
          <a:spcPct val="0"/>
        </a:spcAft>
        <a:defRPr sz="3300">
          <a:solidFill>
            <a:schemeClr val="tx1"/>
          </a:solidFill>
          <a:latin typeface="Calibri" charset="0"/>
          <a:ea typeface="ＭＳ Ｐゴシック" charset="0"/>
          <a:cs typeface="ＭＳ Ｐゴシック" charset="0"/>
        </a:defRPr>
      </a:lvl5pPr>
      <a:lvl6pPr marL="342891" algn="ctr" defTabSz="342891" rtl="0" eaLnBrk="1" fontAlgn="base" hangingPunct="1">
        <a:spcBef>
          <a:spcPct val="0"/>
        </a:spcBef>
        <a:spcAft>
          <a:spcPct val="0"/>
        </a:spcAft>
        <a:defRPr sz="3300">
          <a:solidFill>
            <a:schemeClr val="tx1"/>
          </a:solidFill>
          <a:latin typeface="Calibri" charset="0"/>
          <a:ea typeface="ＭＳ Ｐゴシック" charset="0"/>
          <a:cs typeface="ＭＳ Ｐゴシック" charset="0"/>
        </a:defRPr>
      </a:lvl6pPr>
      <a:lvl7pPr marL="685783" algn="ctr" defTabSz="342891" rtl="0" eaLnBrk="1" fontAlgn="base" hangingPunct="1">
        <a:spcBef>
          <a:spcPct val="0"/>
        </a:spcBef>
        <a:spcAft>
          <a:spcPct val="0"/>
        </a:spcAft>
        <a:defRPr sz="3300">
          <a:solidFill>
            <a:schemeClr val="tx1"/>
          </a:solidFill>
          <a:latin typeface="Calibri" charset="0"/>
          <a:ea typeface="ＭＳ Ｐゴシック" charset="0"/>
          <a:cs typeface="ＭＳ Ｐゴシック" charset="0"/>
        </a:defRPr>
      </a:lvl7pPr>
      <a:lvl8pPr marL="1028674" algn="ctr" defTabSz="342891" rtl="0" eaLnBrk="1" fontAlgn="base" hangingPunct="1">
        <a:spcBef>
          <a:spcPct val="0"/>
        </a:spcBef>
        <a:spcAft>
          <a:spcPct val="0"/>
        </a:spcAft>
        <a:defRPr sz="3300">
          <a:solidFill>
            <a:schemeClr val="tx1"/>
          </a:solidFill>
          <a:latin typeface="Calibri" charset="0"/>
          <a:ea typeface="ＭＳ Ｐゴシック" charset="0"/>
          <a:cs typeface="ＭＳ Ｐゴシック" charset="0"/>
        </a:defRPr>
      </a:lvl8pPr>
      <a:lvl9pPr marL="1371566" algn="ctr" defTabSz="342891" rtl="0" eaLnBrk="1" fontAlgn="base" hangingPunct="1">
        <a:spcBef>
          <a:spcPct val="0"/>
        </a:spcBef>
        <a:spcAft>
          <a:spcPct val="0"/>
        </a:spcAft>
        <a:defRPr sz="3300">
          <a:solidFill>
            <a:schemeClr val="tx1"/>
          </a:solidFill>
          <a:latin typeface="Calibri" charset="0"/>
          <a:ea typeface="ＭＳ Ｐゴシック" charset="0"/>
          <a:cs typeface="ＭＳ Ｐゴシック" charset="0"/>
        </a:defRPr>
      </a:lvl9pPr>
    </p:titleStyle>
    <p:bodyStyle>
      <a:lvl1pPr marL="257168" indent="-257168" algn="l" defTabSz="342891" rtl="0" eaLnBrk="1" fontAlgn="base" hangingPunct="1">
        <a:spcBef>
          <a:spcPct val="20000"/>
        </a:spcBef>
        <a:spcAft>
          <a:spcPct val="0"/>
        </a:spcAft>
        <a:buFont typeface="Arial" charset="0"/>
        <a:buChar char="•"/>
        <a:defRPr sz="2400" kern="1200">
          <a:solidFill>
            <a:schemeClr val="tx1"/>
          </a:solidFill>
          <a:latin typeface="+mn-lt"/>
          <a:ea typeface="ＭＳ Ｐゴシック" charset="0"/>
          <a:cs typeface="ＭＳ Ｐゴシック" charset="0"/>
        </a:defRPr>
      </a:lvl1pPr>
      <a:lvl2pPr marL="557199" indent="-214308" algn="l" defTabSz="342891" rtl="0" eaLnBrk="1" fontAlgn="base" hangingPunct="1">
        <a:spcBef>
          <a:spcPct val="20000"/>
        </a:spcBef>
        <a:spcAft>
          <a:spcPct val="0"/>
        </a:spcAft>
        <a:buFont typeface="Arial" charset="0"/>
        <a:buChar char="–"/>
        <a:defRPr sz="2100" kern="1200">
          <a:solidFill>
            <a:schemeClr val="tx1"/>
          </a:solidFill>
          <a:latin typeface="+mn-lt"/>
          <a:ea typeface="ＭＳ Ｐゴシック" charset="0"/>
          <a:cs typeface="+mn-cs"/>
        </a:defRPr>
      </a:lvl2pPr>
      <a:lvl3pPr marL="857229" indent="-171446" algn="l" defTabSz="342891" rtl="0" eaLnBrk="1" fontAlgn="base" hangingPunct="1">
        <a:spcBef>
          <a:spcPct val="20000"/>
        </a:spcBef>
        <a:spcAft>
          <a:spcPct val="0"/>
        </a:spcAft>
        <a:buFont typeface="Arial" charset="0"/>
        <a:buChar char="•"/>
        <a:defRPr sz="1800" kern="1200">
          <a:solidFill>
            <a:schemeClr val="tx1"/>
          </a:solidFill>
          <a:latin typeface="+mn-lt"/>
          <a:ea typeface="ＭＳ Ｐゴシック" charset="0"/>
          <a:cs typeface="+mn-cs"/>
        </a:defRPr>
      </a:lvl3pPr>
      <a:lvl4pPr marL="1200121" indent="-171446" algn="l" defTabSz="342891" rtl="0" eaLnBrk="1" fontAlgn="base" hangingPunct="1">
        <a:spcBef>
          <a:spcPct val="20000"/>
        </a:spcBef>
        <a:spcAft>
          <a:spcPct val="0"/>
        </a:spcAft>
        <a:buFont typeface="Arial" charset="0"/>
        <a:buChar char="–"/>
        <a:defRPr sz="1500" kern="1200">
          <a:solidFill>
            <a:schemeClr val="tx1"/>
          </a:solidFill>
          <a:latin typeface="+mn-lt"/>
          <a:ea typeface="ＭＳ Ｐゴシック" charset="0"/>
          <a:cs typeface="+mn-cs"/>
        </a:defRPr>
      </a:lvl4pPr>
      <a:lvl5pPr marL="1543012" indent="-171446" algn="l" defTabSz="342891" rtl="0" eaLnBrk="1" fontAlgn="base" hangingPunct="1">
        <a:spcBef>
          <a:spcPct val="20000"/>
        </a:spcBef>
        <a:spcAft>
          <a:spcPct val="0"/>
        </a:spcAft>
        <a:buFont typeface="Arial" charset="0"/>
        <a:buChar char="»"/>
        <a:defRPr sz="1500" kern="1200">
          <a:solidFill>
            <a:schemeClr val="tx1"/>
          </a:solidFill>
          <a:latin typeface="+mn-lt"/>
          <a:ea typeface="ＭＳ Ｐゴシック" charset="0"/>
          <a:cs typeface="+mn-cs"/>
        </a:defRPr>
      </a:lvl5pPr>
      <a:lvl6pPr marL="1885904" indent="-171446" algn="l" defTabSz="342891" rtl="0" eaLnBrk="1" latinLnBrk="0" hangingPunct="1">
        <a:spcBef>
          <a:spcPct val="20000"/>
        </a:spcBef>
        <a:buFont typeface="Arial"/>
        <a:buChar char="•"/>
        <a:defRPr sz="1500" kern="1200">
          <a:solidFill>
            <a:schemeClr val="tx1"/>
          </a:solidFill>
          <a:latin typeface="+mn-lt"/>
          <a:ea typeface="+mn-ea"/>
          <a:cs typeface="+mn-cs"/>
        </a:defRPr>
      </a:lvl6pPr>
      <a:lvl7pPr marL="2228795" indent="-171446" algn="l" defTabSz="342891" rtl="0" eaLnBrk="1" latinLnBrk="0" hangingPunct="1">
        <a:spcBef>
          <a:spcPct val="20000"/>
        </a:spcBef>
        <a:buFont typeface="Arial"/>
        <a:buChar char="•"/>
        <a:defRPr sz="1500" kern="1200">
          <a:solidFill>
            <a:schemeClr val="tx1"/>
          </a:solidFill>
          <a:latin typeface="+mn-lt"/>
          <a:ea typeface="+mn-ea"/>
          <a:cs typeface="+mn-cs"/>
        </a:defRPr>
      </a:lvl7pPr>
      <a:lvl8pPr marL="2571686" indent="-171446" algn="l" defTabSz="342891" rtl="0" eaLnBrk="1" latinLnBrk="0" hangingPunct="1">
        <a:spcBef>
          <a:spcPct val="20000"/>
        </a:spcBef>
        <a:buFont typeface="Arial"/>
        <a:buChar char="•"/>
        <a:defRPr sz="1500" kern="1200">
          <a:solidFill>
            <a:schemeClr val="tx1"/>
          </a:solidFill>
          <a:latin typeface="+mn-lt"/>
          <a:ea typeface="+mn-ea"/>
          <a:cs typeface="+mn-cs"/>
        </a:defRPr>
      </a:lvl8pPr>
      <a:lvl9pPr marL="2914578" indent="-171446" algn="l" defTabSz="342891"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891" rtl="0" eaLnBrk="1" latinLnBrk="0" hangingPunct="1">
        <a:defRPr sz="1351" kern="1200">
          <a:solidFill>
            <a:schemeClr val="tx1"/>
          </a:solidFill>
          <a:latin typeface="+mn-lt"/>
          <a:ea typeface="+mn-ea"/>
          <a:cs typeface="+mn-cs"/>
        </a:defRPr>
      </a:lvl1pPr>
      <a:lvl2pPr marL="342891" algn="l" defTabSz="342891" rtl="0" eaLnBrk="1" latinLnBrk="0" hangingPunct="1">
        <a:defRPr sz="1351" kern="1200">
          <a:solidFill>
            <a:schemeClr val="tx1"/>
          </a:solidFill>
          <a:latin typeface="+mn-lt"/>
          <a:ea typeface="+mn-ea"/>
          <a:cs typeface="+mn-cs"/>
        </a:defRPr>
      </a:lvl2pPr>
      <a:lvl3pPr marL="685783" algn="l" defTabSz="342891" rtl="0" eaLnBrk="1" latinLnBrk="0" hangingPunct="1">
        <a:defRPr sz="1351" kern="1200">
          <a:solidFill>
            <a:schemeClr val="tx1"/>
          </a:solidFill>
          <a:latin typeface="+mn-lt"/>
          <a:ea typeface="+mn-ea"/>
          <a:cs typeface="+mn-cs"/>
        </a:defRPr>
      </a:lvl3pPr>
      <a:lvl4pPr marL="1028674" algn="l" defTabSz="342891" rtl="0" eaLnBrk="1" latinLnBrk="0" hangingPunct="1">
        <a:defRPr sz="1351" kern="1200">
          <a:solidFill>
            <a:schemeClr val="tx1"/>
          </a:solidFill>
          <a:latin typeface="+mn-lt"/>
          <a:ea typeface="+mn-ea"/>
          <a:cs typeface="+mn-cs"/>
        </a:defRPr>
      </a:lvl4pPr>
      <a:lvl5pPr marL="1371566" algn="l" defTabSz="342891" rtl="0" eaLnBrk="1" latinLnBrk="0" hangingPunct="1">
        <a:defRPr sz="1351" kern="1200">
          <a:solidFill>
            <a:schemeClr val="tx1"/>
          </a:solidFill>
          <a:latin typeface="+mn-lt"/>
          <a:ea typeface="+mn-ea"/>
          <a:cs typeface="+mn-cs"/>
        </a:defRPr>
      </a:lvl5pPr>
      <a:lvl6pPr marL="1714457" algn="l" defTabSz="342891" rtl="0" eaLnBrk="1" latinLnBrk="0" hangingPunct="1">
        <a:defRPr sz="1351" kern="1200">
          <a:solidFill>
            <a:schemeClr val="tx1"/>
          </a:solidFill>
          <a:latin typeface="+mn-lt"/>
          <a:ea typeface="+mn-ea"/>
          <a:cs typeface="+mn-cs"/>
        </a:defRPr>
      </a:lvl6pPr>
      <a:lvl7pPr marL="2057349" algn="l" defTabSz="342891" rtl="0" eaLnBrk="1" latinLnBrk="0" hangingPunct="1">
        <a:defRPr sz="1351" kern="1200">
          <a:solidFill>
            <a:schemeClr val="tx1"/>
          </a:solidFill>
          <a:latin typeface="+mn-lt"/>
          <a:ea typeface="+mn-ea"/>
          <a:cs typeface="+mn-cs"/>
        </a:defRPr>
      </a:lvl7pPr>
      <a:lvl8pPr marL="2400240" algn="l" defTabSz="342891" rtl="0" eaLnBrk="1" latinLnBrk="0" hangingPunct="1">
        <a:defRPr sz="1351" kern="1200">
          <a:solidFill>
            <a:schemeClr val="tx1"/>
          </a:solidFill>
          <a:latin typeface="+mn-lt"/>
          <a:ea typeface="+mn-ea"/>
          <a:cs typeface="+mn-cs"/>
        </a:defRPr>
      </a:lvl8pPr>
      <a:lvl9pPr marL="2743131" algn="l" defTabSz="342891" rtl="0" eaLnBrk="1" latinLnBrk="0" hangingPunct="1">
        <a:defRPr sz="1351"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40650067"/>
      </p:ext>
    </p:extLst>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9.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0.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4.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5.sv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1.svg"/><Relationship Id="rId11" Type="http://schemas.openxmlformats.org/officeDocument/2006/relationships/image" Target="../media/image14.png"/><Relationship Id="rId5" Type="http://schemas.openxmlformats.org/officeDocument/2006/relationships/image" Target="../media/image10.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21.xml"/><Relationship Id="rId9" Type="http://schemas.openxmlformats.org/officeDocument/2006/relationships/image" Target="../media/image1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7.tiff"/><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1.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9.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9.xml.rels><?xml version="1.0" encoding="UTF-8" standalone="yes"?>
<Relationships xmlns="http://schemas.openxmlformats.org/package/2006/relationships"><Relationship Id="rId3" Type="http://schemas.openxmlformats.org/officeDocument/2006/relationships/hyperlink" Target="http://datasciencepublicpolicy.org/aequitas" TargetMode="External"/><Relationship Id="rId2" Type="http://schemas.openxmlformats.org/officeDocument/2006/relationships/image" Target="../media/image25.png"/><Relationship Id="rId1" Type="http://schemas.openxmlformats.org/officeDocument/2006/relationships/slideLayout" Target="../slideLayouts/slideLayout20.xml"/><Relationship Id="rId5" Type="http://schemas.openxmlformats.org/officeDocument/2006/relationships/hyperlink" Target="http://www.datasciencepublicpolicy.org/aequitas/" TargetMode="Externa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3.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9.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hyperlink" Target="https://github.com/dssg/aequitas" TargetMode="External"/><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3" Type="http://schemas.openxmlformats.org/officeDocument/2006/relationships/hyperlink" Target="https://colab.research.google.com/github/dssg/fairness_tutorial/blob/master/notebooks/single_model_audit.ipynb" TargetMode="External"/><Relationship Id="rId2" Type="http://schemas.openxmlformats.org/officeDocument/2006/relationships/notesSlide" Target="../notesSlides/notesSlide24.xml"/><Relationship Id="rId1" Type="http://schemas.openxmlformats.org/officeDocument/2006/relationships/slideLayout" Target="../slideLayouts/slideLayout27.xml"/><Relationship Id="rId4" Type="http://schemas.openxmlformats.org/officeDocument/2006/relationships/hyperlink" Target="https://bit.ly/kddfairness" TargetMode="Externa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9.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9.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27.xml"/><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9.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19.xml"/><Relationship Id="rId5" Type="http://schemas.openxmlformats.org/officeDocument/2006/relationships/image" Target="../media/image41.png"/><Relationship Id="rId4" Type="http://schemas.openxmlformats.org/officeDocument/2006/relationships/image" Target="../media/image40.png"/></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3" Type="http://schemas.openxmlformats.org/officeDocument/2006/relationships/hyperlink" Target="https://github.com/dssg/aequitas" TargetMode="External"/><Relationship Id="rId7" Type="http://schemas.openxmlformats.org/officeDocument/2006/relationships/hyperlink" Target="http://www.datasciencepublicpolicy.org/wp-content/uploads/2020/02/Fairness-Weeds.png" TargetMode="External"/><Relationship Id="rId2" Type="http://schemas.openxmlformats.org/officeDocument/2006/relationships/hyperlink" Target="https://dssg.github.io/fairness_tutorial/" TargetMode="External"/><Relationship Id="rId1" Type="http://schemas.openxmlformats.org/officeDocument/2006/relationships/slideLayout" Target="../slideLayouts/slideLayout19.xml"/><Relationship Id="rId6" Type="http://schemas.openxmlformats.org/officeDocument/2006/relationships/hyperlink" Target="https://dssg.github.io/fairness_tutorial/notebooks/" TargetMode="External"/><Relationship Id="rId5" Type="http://schemas.openxmlformats.org/officeDocument/2006/relationships/hyperlink" Target="http://github.com/dssg/fairness_tutorial" TargetMode="External"/><Relationship Id="rId4" Type="http://schemas.openxmlformats.org/officeDocument/2006/relationships/hyperlink" Target="https://dssg.github.io/fairness_tutorial"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45.tiff"/><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45.tiff"/><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Google Shape;41;p1"/>
          <p:cNvSpPr txBox="1"/>
          <p:nvPr/>
        </p:nvSpPr>
        <p:spPr>
          <a:xfrm>
            <a:off x="0" y="1014225"/>
            <a:ext cx="12192000" cy="2354700"/>
          </a:xfrm>
          <a:prstGeom prst="rect">
            <a:avLst/>
          </a:prstGeom>
          <a:noFill/>
          <a:ln>
            <a:noFill/>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3200"/>
              <a:buFont typeface="Arial"/>
              <a:buNone/>
            </a:pPr>
            <a:endParaRPr sz="32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200"/>
              <a:buFont typeface="Arial"/>
              <a:buNone/>
            </a:pPr>
            <a:endParaRPr sz="32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dirty="0">
                <a:solidFill>
                  <a:srgbClr val="000000"/>
                </a:solidFill>
                <a:latin typeface="Arial"/>
                <a:ea typeface="Arial"/>
                <a:cs typeface="Arial"/>
                <a:sym typeface="Arial"/>
              </a:rPr>
              <a:t>ML and Fairness (Overview)</a:t>
            </a:r>
          </a:p>
          <a:p>
            <a:pPr marL="0" marR="0" lvl="0" indent="0" algn="ctr" rtl="0">
              <a:lnSpc>
                <a:spcPct val="100000"/>
              </a:lnSpc>
              <a:spcBef>
                <a:spcPts val="0"/>
              </a:spcBef>
              <a:spcAft>
                <a:spcPts val="0"/>
              </a:spcAft>
              <a:buClr>
                <a:srgbClr val="000000"/>
              </a:buClr>
              <a:buSzPts val="4400"/>
              <a:buFont typeface="Arial"/>
              <a:buNone/>
            </a:pPr>
            <a:endParaRPr sz="3200" b="0" i="0" u="none" strike="noStrike" cap="none" dirty="0">
              <a:solidFill>
                <a:srgbClr val="000000"/>
              </a:solidFill>
              <a:latin typeface="Arial"/>
              <a:ea typeface="Arial"/>
              <a:cs typeface="Arial"/>
              <a:sym typeface="Arial"/>
            </a:endParaRPr>
          </a:p>
        </p:txBody>
      </p:sp>
      <p:sp>
        <p:nvSpPr>
          <p:cNvPr id="42" name="Google Shape;42;p1"/>
          <p:cNvSpPr txBox="1"/>
          <p:nvPr/>
        </p:nvSpPr>
        <p:spPr>
          <a:xfrm>
            <a:off x="0" y="3429513"/>
            <a:ext cx="12192000" cy="1300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rgbClr val="595959"/>
                </a:solidFill>
                <a:latin typeface="Arial"/>
                <a:ea typeface="Arial"/>
                <a:cs typeface="Arial"/>
                <a:sym typeface="Arial"/>
              </a:rPr>
              <a:t>Rayid Ghani</a:t>
            </a:r>
            <a:endParaRPr sz="2800" b="0" i="0" u="none" strike="noStrike" cap="none" dirty="0">
              <a:solidFill>
                <a:srgbClr val="595959"/>
              </a:solidFill>
              <a:latin typeface="Arial"/>
              <a:ea typeface="Arial"/>
              <a:cs typeface="Arial"/>
              <a:sym typeface="Arial"/>
            </a:endParaRPr>
          </a:p>
        </p:txBody>
      </p:sp>
      <p:pic>
        <p:nvPicPr>
          <p:cNvPr id="43" name="Google Shape;43;p1"/>
          <p:cNvPicPr preferRelativeResize="0"/>
          <p:nvPr/>
        </p:nvPicPr>
        <p:blipFill rotWithShape="1">
          <a:blip r:embed="rId3">
            <a:alphaModFix/>
          </a:blip>
          <a:srcRect/>
          <a:stretch/>
        </p:blipFill>
        <p:spPr>
          <a:xfrm>
            <a:off x="3499638" y="4968362"/>
            <a:ext cx="5192713" cy="181343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F2A94-A63F-6149-AA28-2E35B60E3D3E}"/>
              </a:ext>
            </a:extLst>
          </p:cNvPr>
          <p:cNvSpPr>
            <a:spLocks noGrp="1"/>
          </p:cNvSpPr>
          <p:nvPr>
            <p:ph type="title"/>
          </p:nvPr>
        </p:nvSpPr>
        <p:spPr/>
        <p:txBody>
          <a:bodyPr/>
          <a:lstStyle/>
          <a:p>
            <a:endParaRPr lang="en-US"/>
          </a:p>
        </p:txBody>
      </p:sp>
      <p:graphicFrame>
        <p:nvGraphicFramePr>
          <p:cNvPr id="3" name="Diagram 2">
            <a:extLst>
              <a:ext uri="{FF2B5EF4-FFF2-40B4-BE49-F238E27FC236}">
                <a16:creationId xmlns:a16="http://schemas.microsoft.com/office/drawing/2014/main" id="{8E902576-68A9-6E48-B0FE-5B1889953DC8}"/>
              </a:ext>
            </a:extLst>
          </p:cNvPr>
          <p:cNvGraphicFramePr/>
          <p:nvPr/>
        </p:nvGraphicFramePr>
        <p:xfrm>
          <a:off x="180467" y="0"/>
          <a:ext cx="117764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a:extLst>
              <a:ext uri="{FF2B5EF4-FFF2-40B4-BE49-F238E27FC236}">
                <a16:creationId xmlns:a16="http://schemas.microsoft.com/office/drawing/2014/main" id="{E2C99BF2-C81A-5246-89D3-E49BCDCAD699}"/>
              </a:ext>
            </a:extLst>
          </p:cNvPr>
          <p:cNvSpPr/>
          <p:nvPr/>
        </p:nvSpPr>
        <p:spPr>
          <a:xfrm>
            <a:off x="3218181" y="2534144"/>
            <a:ext cx="2534195" cy="1789611"/>
          </a:xfrm>
          <a:prstGeom prst="rect">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Tree>
    <p:extLst>
      <p:ext uri="{BB962C8B-B14F-4D97-AF65-F5344CB8AC3E}">
        <p14:creationId xmlns:p14="http://schemas.microsoft.com/office/powerpoint/2010/main" val="1582547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3"/>
          <p:cNvSpPr txBox="1"/>
          <p:nvPr/>
        </p:nvSpPr>
        <p:spPr>
          <a:xfrm>
            <a:off x="524256" y="1503680"/>
            <a:ext cx="11406800" cy="1077200"/>
          </a:xfrm>
          <a:prstGeom prst="rect">
            <a:avLst/>
          </a:prstGeom>
          <a:noFill/>
          <a:ln>
            <a:noFill/>
          </a:ln>
        </p:spPr>
        <p:txBody>
          <a:bodyPr spcFirstLastPara="1" wrap="square" lIns="91433" tIns="45700" rIns="91433" bIns="45700" anchor="t" anchorCtr="0">
            <a:noAutofit/>
          </a:bodyPr>
          <a:lstStyle/>
          <a:p>
            <a:pPr algn="ctr"/>
            <a:r>
              <a:rPr lang="en" sz="6533" dirty="0">
                <a:solidFill>
                  <a:srgbClr val="000000"/>
                </a:solidFill>
                <a:latin typeface="Arial"/>
                <a:ea typeface="Arial"/>
                <a:cs typeface="Arial"/>
                <a:sym typeface="Arial"/>
              </a:rPr>
              <a:t>The </a:t>
            </a:r>
            <a:r>
              <a:rPr lang="en" sz="6533" dirty="0"/>
              <a:t>goal</a:t>
            </a:r>
            <a:r>
              <a:rPr lang="en" sz="6533" dirty="0">
                <a:solidFill>
                  <a:srgbClr val="000000"/>
                </a:solidFill>
                <a:latin typeface="Arial"/>
                <a:ea typeface="Arial"/>
                <a:cs typeface="Arial"/>
                <a:sym typeface="Arial"/>
              </a:rPr>
              <a:t> is not </a:t>
            </a:r>
            <a:r>
              <a:rPr lang="en" sz="6533" dirty="0"/>
              <a:t>to</a:t>
            </a:r>
            <a:r>
              <a:rPr lang="en" sz="6533" dirty="0">
                <a:solidFill>
                  <a:srgbClr val="000000"/>
                </a:solidFill>
                <a:latin typeface="Arial"/>
                <a:ea typeface="Arial"/>
                <a:cs typeface="Arial"/>
                <a:sym typeface="Arial"/>
              </a:rPr>
              <a:t> mak</a:t>
            </a:r>
            <a:r>
              <a:rPr lang="en" sz="6533" dirty="0"/>
              <a:t>e</a:t>
            </a:r>
            <a:r>
              <a:rPr lang="en" sz="6533" dirty="0">
                <a:solidFill>
                  <a:srgbClr val="000000"/>
                </a:solidFill>
                <a:latin typeface="Arial"/>
                <a:ea typeface="Arial"/>
                <a:cs typeface="Arial"/>
                <a:sym typeface="Arial"/>
              </a:rPr>
              <a:t> the ML model fair but </a:t>
            </a:r>
            <a:r>
              <a:rPr lang="en" sz="6533" dirty="0"/>
              <a:t>to</a:t>
            </a:r>
            <a:r>
              <a:rPr lang="en" sz="6533" dirty="0">
                <a:solidFill>
                  <a:srgbClr val="000000"/>
                </a:solidFill>
                <a:latin typeface="Arial"/>
                <a:ea typeface="Arial"/>
                <a:cs typeface="Arial"/>
                <a:sym typeface="Arial"/>
              </a:rPr>
              <a:t> </a:t>
            </a:r>
            <a:endParaRPr sz="6533" dirty="0">
              <a:solidFill>
                <a:srgbClr val="000000"/>
              </a:solidFill>
              <a:latin typeface="Arial"/>
              <a:ea typeface="Arial"/>
              <a:cs typeface="Arial"/>
              <a:sym typeface="Arial"/>
            </a:endParaRPr>
          </a:p>
          <a:p>
            <a:pPr algn="ctr"/>
            <a:r>
              <a:rPr lang="en" sz="6533" b="1" dirty="0">
                <a:solidFill>
                  <a:srgbClr val="FF0000"/>
                </a:solidFill>
                <a:latin typeface="Arial"/>
                <a:ea typeface="Arial"/>
                <a:cs typeface="Arial"/>
                <a:sym typeface="Arial"/>
              </a:rPr>
              <a:t>mak</a:t>
            </a:r>
            <a:r>
              <a:rPr lang="en" sz="6533" b="1" dirty="0">
                <a:solidFill>
                  <a:srgbClr val="FF0000"/>
                </a:solidFill>
              </a:rPr>
              <a:t>e</a:t>
            </a:r>
            <a:r>
              <a:rPr lang="en" sz="6533" b="1" dirty="0">
                <a:solidFill>
                  <a:srgbClr val="FF0000"/>
                </a:solidFill>
                <a:latin typeface="Arial"/>
                <a:ea typeface="Arial"/>
                <a:cs typeface="Arial"/>
                <a:sym typeface="Arial"/>
              </a:rPr>
              <a:t> the overall system and outcomes fair</a:t>
            </a:r>
            <a:endParaRPr sz="4800" dirty="0">
              <a:solidFill>
                <a:srgbClr val="FF0000"/>
              </a:solidFill>
            </a:endParaRPr>
          </a:p>
        </p:txBody>
      </p:sp>
      <p:sp>
        <p:nvSpPr>
          <p:cNvPr id="220" name="Google Shape;220;p33"/>
          <p:cNvSpPr txBox="1"/>
          <p:nvPr/>
        </p:nvSpPr>
        <p:spPr>
          <a:xfrm>
            <a:off x="7897755" y="5463168"/>
            <a:ext cx="222400" cy="222800"/>
          </a:xfrm>
          <a:prstGeom prst="rect">
            <a:avLst/>
          </a:prstGeom>
          <a:noFill/>
          <a:ln>
            <a:noFill/>
          </a:ln>
        </p:spPr>
        <p:txBody>
          <a:bodyPr spcFirstLastPara="1" wrap="square" lIns="0" tIns="0" rIns="0" bIns="0" anchor="ctr" anchorCtr="0">
            <a:noAutofit/>
          </a:bodyPr>
          <a:lstStyle/>
          <a:p>
            <a:pPr algn="ctr">
              <a:lnSpc>
                <a:spcPct val="90000"/>
              </a:lnSpc>
              <a:buClr>
                <a:srgbClr val="000000"/>
              </a:buClr>
              <a:buSzPts val="800"/>
            </a:pPr>
            <a:endParaRPr sz="1067">
              <a:solidFill>
                <a:schemeClr val="lt1"/>
              </a:solidFill>
              <a:latin typeface="Arial"/>
              <a:ea typeface="Arial"/>
              <a:cs typeface="Arial"/>
              <a:sym typeface="Arial"/>
            </a:endParaRPr>
          </a:p>
        </p:txBody>
      </p:sp>
      <p:sp>
        <p:nvSpPr>
          <p:cNvPr id="4" name="TextBox 3">
            <a:extLst>
              <a:ext uri="{FF2B5EF4-FFF2-40B4-BE49-F238E27FC236}">
                <a16:creationId xmlns:a16="http://schemas.microsoft.com/office/drawing/2014/main" id="{BBC5F060-4743-D220-83F3-BDECBB28B37E}"/>
              </a:ext>
            </a:extLst>
          </p:cNvPr>
          <p:cNvSpPr txBox="1"/>
          <p:nvPr/>
        </p:nvSpPr>
        <p:spPr>
          <a:xfrm>
            <a:off x="1659739" y="204537"/>
            <a:ext cx="9135834" cy="646331"/>
          </a:xfrm>
          <a:prstGeom prst="rect">
            <a:avLst/>
          </a:prstGeom>
          <a:noFill/>
        </p:spPr>
        <p:txBody>
          <a:bodyPr wrap="none" rtlCol="0">
            <a:spAutoFit/>
          </a:bodyPr>
          <a:lstStyle/>
          <a:p>
            <a:r>
              <a:rPr lang="en-US" sz="3600" dirty="0">
                <a:highlight>
                  <a:srgbClr val="FFFF00"/>
                </a:highlight>
              </a:rPr>
              <a:t>If you take one thing away from this session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4"/>
          <p:cNvSpPr txBox="1"/>
          <p:nvPr/>
        </p:nvSpPr>
        <p:spPr>
          <a:xfrm>
            <a:off x="524256" y="1503680"/>
            <a:ext cx="11406800" cy="1077200"/>
          </a:xfrm>
          <a:prstGeom prst="rect">
            <a:avLst/>
          </a:prstGeom>
          <a:noFill/>
          <a:ln>
            <a:noFill/>
          </a:ln>
        </p:spPr>
        <p:txBody>
          <a:bodyPr spcFirstLastPara="1" wrap="square" lIns="91433" tIns="45700" rIns="91433" bIns="45700" anchor="t" anchorCtr="0">
            <a:noAutofit/>
          </a:bodyPr>
          <a:lstStyle/>
          <a:p>
            <a:pPr algn="ctr"/>
            <a:r>
              <a:rPr lang="en" sz="4133">
                <a:solidFill>
                  <a:srgbClr val="000000"/>
                </a:solidFill>
                <a:latin typeface="Arial"/>
                <a:ea typeface="Arial"/>
                <a:cs typeface="Arial"/>
                <a:sym typeface="Arial"/>
              </a:rPr>
              <a:t>The </a:t>
            </a:r>
            <a:r>
              <a:rPr lang="en" sz="4133"/>
              <a:t>goal</a:t>
            </a:r>
            <a:r>
              <a:rPr lang="en" sz="4133">
                <a:solidFill>
                  <a:srgbClr val="000000"/>
                </a:solidFill>
                <a:latin typeface="Arial"/>
                <a:ea typeface="Arial"/>
                <a:cs typeface="Arial"/>
                <a:sym typeface="Arial"/>
              </a:rPr>
              <a:t> is not </a:t>
            </a:r>
            <a:r>
              <a:rPr lang="en" sz="4133"/>
              <a:t>to</a:t>
            </a:r>
            <a:r>
              <a:rPr lang="en" sz="4133">
                <a:solidFill>
                  <a:srgbClr val="000000"/>
                </a:solidFill>
                <a:latin typeface="Arial"/>
                <a:ea typeface="Arial"/>
                <a:cs typeface="Arial"/>
                <a:sym typeface="Arial"/>
              </a:rPr>
              <a:t> mak</a:t>
            </a:r>
            <a:r>
              <a:rPr lang="en" sz="4133"/>
              <a:t>e</a:t>
            </a:r>
            <a:r>
              <a:rPr lang="en" sz="4133">
                <a:solidFill>
                  <a:srgbClr val="000000"/>
                </a:solidFill>
                <a:latin typeface="Arial"/>
                <a:ea typeface="Arial"/>
                <a:cs typeface="Arial"/>
                <a:sym typeface="Arial"/>
              </a:rPr>
              <a:t> the ML model fair but </a:t>
            </a:r>
            <a:r>
              <a:rPr lang="en" sz="4133"/>
              <a:t>to</a:t>
            </a:r>
            <a:r>
              <a:rPr lang="en" sz="4133">
                <a:solidFill>
                  <a:srgbClr val="000000"/>
                </a:solidFill>
                <a:latin typeface="Arial"/>
                <a:ea typeface="Arial"/>
                <a:cs typeface="Arial"/>
                <a:sym typeface="Arial"/>
              </a:rPr>
              <a:t> </a:t>
            </a:r>
            <a:endParaRPr sz="4133">
              <a:solidFill>
                <a:srgbClr val="000000"/>
              </a:solidFill>
              <a:latin typeface="Arial"/>
              <a:ea typeface="Arial"/>
              <a:cs typeface="Arial"/>
              <a:sym typeface="Arial"/>
            </a:endParaRPr>
          </a:p>
          <a:p>
            <a:pPr algn="ctr"/>
            <a:r>
              <a:rPr lang="en" sz="4133" b="1">
                <a:solidFill>
                  <a:srgbClr val="000000"/>
                </a:solidFill>
                <a:latin typeface="Arial"/>
                <a:ea typeface="Arial"/>
                <a:cs typeface="Arial"/>
                <a:sym typeface="Arial"/>
              </a:rPr>
              <a:t>mak</a:t>
            </a:r>
            <a:r>
              <a:rPr lang="en" sz="4133" b="1"/>
              <a:t>e</a:t>
            </a:r>
            <a:r>
              <a:rPr lang="en" sz="4133" b="1">
                <a:solidFill>
                  <a:srgbClr val="000000"/>
                </a:solidFill>
                <a:latin typeface="Arial"/>
                <a:ea typeface="Arial"/>
                <a:cs typeface="Arial"/>
                <a:sym typeface="Arial"/>
              </a:rPr>
              <a:t> the overall system and outcomes fair</a:t>
            </a:r>
            <a:endParaRPr sz="2400"/>
          </a:p>
        </p:txBody>
      </p:sp>
      <p:sp>
        <p:nvSpPr>
          <p:cNvPr id="226" name="Google Shape;226;p34"/>
          <p:cNvSpPr txBox="1"/>
          <p:nvPr/>
        </p:nvSpPr>
        <p:spPr>
          <a:xfrm>
            <a:off x="7897755" y="5463168"/>
            <a:ext cx="222400" cy="222800"/>
          </a:xfrm>
          <a:prstGeom prst="rect">
            <a:avLst/>
          </a:prstGeom>
          <a:noFill/>
          <a:ln>
            <a:noFill/>
          </a:ln>
        </p:spPr>
        <p:txBody>
          <a:bodyPr spcFirstLastPara="1" wrap="square" lIns="0" tIns="0" rIns="0" bIns="0" anchor="ctr" anchorCtr="0">
            <a:noAutofit/>
          </a:bodyPr>
          <a:lstStyle/>
          <a:p>
            <a:pPr algn="ctr">
              <a:lnSpc>
                <a:spcPct val="90000"/>
              </a:lnSpc>
              <a:buClr>
                <a:srgbClr val="000000"/>
              </a:buClr>
              <a:buSzPts val="800"/>
            </a:pPr>
            <a:endParaRPr sz="1067">
              <a:solidFill>
                <a:schemeClr val="lt1"/>
              </a:solidFill>
              <a:latin typeface="Arial"/>
              <a:ea typeface="Arial"/>
              <a:cs typeface="Arial"/>
              <a:sym typeface="Arial"/>
            </a:endParaRPr>
          </a:p>
        </p:txBody>
      </p:sp>
      <p:sp>
        <p:nvSpPr>
          <p:cNvPr id="227" name="Google Shape;227;p34"/>
          <p:cNvSpPr/>
          <p:nvPr/>
        </p:nvSpPr>
        <p:spPr>
          <a:xfrm>
            <a:off x="2172763" y="3279692"/>
            <a:ext cx="1350000" cy="1411600"/>
          </a:xfrm>
          <a:prstGeom prst="rect">
            <a:avLst/>
          </a:prstGeom>
          <a:solidFill>
            <a:srgbClr val="EAD1DC"/>
          </a:solidFill>
          <a:ln w="9525"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a:r>
              <a:rPr lang="en" sz="2133"/>
              <a:t>AI/ML Model </a:t>
            </a:r>
            <a:endParaRPr sz="1467"/>
          </a:p>
        </p:txBody>
      </p:sp>
      <p:sp>
        <p:nvSpPr>
          <p:cNvPr id="228" name="Google Shape;228;p34"/>
          <p:cNvSpPr/>
          <p:nvPr/>
        </p:nvSpPr>
        <p:spPr>
          <a:xfrm>
            <a:off x="5642775" y="3279692"/>
            <a:ext cx="1350000" cy="1411600"/>
          </a:xfrm>
          <a:prstGeom prst="rect">
            <a:avLst/>
          </a:prstGeom>
          <a:solidFill>
            <a:srgbClr val="E69138"/>
          </a:solidFill>
          <a:ln w="9525"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a:r>
              <a:rPr lang="en" sz="2133"/>
              <a:t>Actions</a:t>
            </a:r>
            <a:endParaRPr sz="2133"/>
          </a:p>
        </p:txBody>
      </p:sp>
      <p:sp>
        <p:nvSpPr>
          <p:cNvPr id="229" name="Google Shape;229;p34"/>
          <p:cNvSpPr/>
          <p:nvPr/>
        </p:nvSpPr>
        <p:spPr>
          <a:xfrm>
            <a:off x="8957933" y="3279700"/>
            <a:ext cx="1665600" cy="14116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a:r>
              <a:rPr lang="en" sz="2133" b="1"/>
              <a:t>Outcomes</a:t>
            </a:r>
            <a:endParaRPr sz="2133" b="1"/>
          </a:p>
        </p:txBody>
      </p:sp>
      <p:cxnSp>
        <p:nvCxnSpPr>
          <p:cNvPr id="230" name="Google Shape;230;p34"/>
          <p:cNvCxnSpPr>
            <a:stCxn id="228" idx="3"/>
            <a:endCxn id="229" idx="1"/>
          </p:cNvCxnSpPr>
          <p:nvPr/>
        </p:nvCxnSpPr>
        <p:spPr>
          <a:xfrm>
            <a:off x="6992775" y="3985492"/>
            <a:ext cx="1965200" cy="0"/>
          </a:xfrm>
          <a:prstGeom prst="straightConnector1">
            <a:avLst/>
          </a:prstGeom>
          <a:noFill/>
          <a:ln w="9525" cap="flat" cmpd="sng">
            <a:solidFill>
              <a:schemeClr val="dk2"/>
            </a:solidFill>
            <a:prstDash val="solid"/>
            <a:round/>
            <a:headEnd type="none" w="med" len="med"/>
            <a:tailEnd type="triangle" w="med" len="med"/>
          </a:ln>
        </p:spPr>
      </p:cxnSp>
      <p:cxnSp>
        <p:nvCxnSpPr>
          <p:cNvPr id="231" name="Google Shape;231;p34"/>
          <p:cNvCxnSpPr>
            <a:stCxn id="227" idx="3"/>
            <a:endCxn id="228" idx="1"/>
          </p:cNvCxnSpPr>
          <p:nvPr/>
        </p:nvCxnSpPr>
        <p:spPr>
          <a:xfrm>
            <a:off x="3522763" y="3985492"/>
            <a:ext cx="21200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5"/>
          <p:cNvSpPr txBox="1">
            <a:spLocks noGrp="1"/>
          </p:cNvSpPr>
          <p:nvPr>
            <p:ph type="title"/>
          </p:nvPr>
        </p:nvSpPr>
        <p:spPr>
          <a:prstGeom prst="rect">
            <a:avLst/>
          </a:prstGeom>
        </p:spPr>
        <p:txBody>
          <a:bodyPr spcFirstLastPara="1" wrap="square" lIns="121900" tIns="121900" rIns="121900" bIns="121900" anchor="t" anchorCtr="0">
            <a:noAutofit/>
          </a:bodyPr>
          <a:lstStyle/>
          <a:p>
            <a:r>
              <a:rPr lang="en"/>
              <a:t>Compared to what?</a:t>
            </a:r>
            <a:endParaRPr/>
          </a:p>
        </p:txBody>
      </p:sp>
      <p:sp>
        <p:nvSpPr>
          <p:cNvPr id="237" name="Google Shape;237;p35"/>
          <p:cNvSpPr txBox="1"/>
          <p:nvPr/>
        </p:nvSpPr>
        <p:spPr>
          <a:xfrm>
            <a:off x="7592955" y="5056768"/>
            <a:ext cx="222400" cy="222800"/>
          </a:xfrm>
          <a:prstGeom prst="rect">
            <a:avLst/>
          </a:prstGeom>
          <a:noFill/>
          <a:ln>
            <a:noFill/>
          </a:ln>
        </p:spPr>
        <p:txBody>
          <a:bodyPr spcFirstLastPara="1" wrap="square" lIns="0" tIns="0" rIns="0" bIns="0" anchor="ctr" anchorCtr="0">
            <a:noAutofit/>
          </a:bodyPr>
          <a:lstStyle/>
          <a:p>
            <a:pPr algn="ctr">
              <a:lnSpc>
                <a:spcPct val="90000"/>
              </a:lnSpc>
              <a:buClr>
                <a:srgbClr val="000000"/>
              </a:buClr>
              <a:buSzPts val="800"/>
            </a:pPr>
            <a:endParaRPr sz="1067">
              <a:solidFill>
                <a:schemeClr val="lt1"/>
              </a:solidFill>
              <a:latin typeface="Arial"/>
              <a:ea typeface="Arial"/>
              <a:cs typeface="Arial"/>
              <a:sym typeface="Arial"/>
            </a:endParaRPr>
          </a:p>
        </p:txBody>
      </p:sp>
      <p:grpSp>
        <p:nvGrpSpPr>
          <p:cNvPr id="238" name="Google Shape;238;p35"/>
          <p:cNvGrpSpPr/>
          <p:nvPr/>
        </p:nvGrpSpPr>
        <p:grpSpPr>
          <a:xfrm>
            <a:off x="1728267" y="2466892"/>
            <a:ext cx="8590467" cy="1411608"/>
            <a:chOff x="1296200" y="2154969"/>
            <a:chExt cx="6442850" cy="1058706"/>
          </a:xfrm>
        </p:grpSpPr>
        <p:sp>
          <p:nvSpPr>
            <p:cNvPr id="239" name="Google Shape;239;p35"/>
            <p:cNvSpPr/>
            <p:nvPr/>
          </p:nvSpPr>
          <p:spPr>
            <a:xfrm>
              <a:off x="1296200" y="2154975"/>
              <a:ext cx="1117200" cy="1058700"/>
            </a:xfrm>
            <a:prstGeom prst="rect">
              <a:avLst/>
            </a:prstGeom>
            <a:solidFill>
              <a:srgbClr val="FF0000"/>
            </a:solidFill>
            <a:ln w="9525"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a:r>
                <a:rPr lang="en" sz="2133">
                  <a:solidFill>
                    <a:schemeClr val="lt1"/>
                  </a:solidFill>
                </a:rPr>
                <a:t>Current (Human) Decisions</a:t>
              </a:r>
              <a:endParaRPr sz="1467">
                <a:solidFill>
                  <a:schemeClr val="lt1"/>
                </a:solidFill>
              </a:endParaRPr>
            </a:p>
          </p:txBody>
        </p:sp>
        <p:sp>
          <p:nvSpPr>
            <p:cNvPr id="240" name="Google Shape;240;p35"/>
            <p:cNvSpPr/>
            <p:nvPr/>
          </p:nvSpPr>
          <p:spPr>
            <a:xfrm>
              <a:off x="4003481" y="2154969"/>
              <a:ext cx="1012500" cy="1058700"/>
            </a:xfrm>
            <a:prstGeom prst="rect">
              <a:avLst/>
            </a:prstGeom>
            <a:solidFill>
              <a:srgbClr val="E69138"/>
            </a:solidFill>
            <a:ln w="9525"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a:r>
                <a:rPr lang="en" sz="2133"/>
                <a:t>Actions</a:t>
              </a:r>
              <a:endParaRPr sz="2133"/>
            </a:p>
          </p:txBody>
        </p:sp>
        <p:sp>
          <p:nvSpPr>
            <p:cNvPr id="241" name="Google Shape;241;p35"/>
            <p:cNvSpPr/>
            <p:nvPr/>
          </p:nvSpPr>
          <p:spPr>
            <a:xfrm>
              <a:off x="6489850" y="2154975"/>
              <a:ext cx="1249200" cy="10587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33" tIns="91433" rIns="91433" bIns="91433" anchor="ctr" anchorCtr="0">
              <a:noAutofit/>
            </a:bodyPr>
            <a:lstStyle/>
            <a:p>
              <a:pPr algn="ctr"/>
              <a:r>
                <a:rPr lang="en" sz="2133" b="1"/>
                <a:t>Outcomes</a:t>
              </a:r>
              <a:endParaRPr sz="2133" b="1"/>
            </a:p>
          </p:txBody>
        </p:sp>
        <p:cxnSp>
          <p:nvCxnSpPr>
            <p:cNvPr id="242" name="Google Shape;242;p35"/>
            <p:cNvCxnSpPr>
              <a:stCxn id="240" idx="3"/>
              <a:endCxn id="241" idx="1"/>
            </p:cNvCxnSpPr>
            <p:nvPr/>
          </p:nvCxnSpPr>
          <p:spPr>
            <a:xfrm>
              <a:off x="5015981" y="2684319"/>
              <a:ext cx="1473900" cy="0"/>
            </a:xfrm>
            <a:prstGeom prst="straightConnector1">
              <a:avLst/>
            </a:prstGeom>
            <a:noFill/>
            <a:ln w="9525" cap="flat" cmpd="sng">
              <a:solidFill>
                <a:schemeClr val="dk2"/>
              </a:solidFill>
              <a:prstDash val="solid"/>
              <a:round/>
              <a:headEnd type="none" w="med" len="med"/>
              <a:tailEnd type="triangle" w="med" len="med"/>
            </a:ln>
          </p:spPr>
        </p:cxnSp>
        <p:cxnSp>
          <p:nvCxnSpPr>
            <p:cNvPr id="243" name="Google Shape;243;p35"/>
            <p:cNvCxnSpPr>
              <a:stCxn id="239" idx="3"/>
              <a:endCxn id="240" idx="1"/>
            </p:cNvCxnSpPr>
            <p:nvPr/>
          </p:nvCxnSpPr>
          <p:spPr>
            <a:xfrm>
              <a:off x="2413400" y="2684325"/>
              <a:ext cx="1590000" cy="0"/>
            </a:xfrm>
            <a:prstGeom prst="straightConnector1">
              <a:avLst/>
            </a:prstGeom>
            <a:noFill/>
            <a:ln w="9525" cap="flat" cmpd="sng">
              <a:solidFill>
                <a:schemeClr val="dk2"/>
              </a:solidFill>
              <a:prstDash val="solid"/>
              <a:round/>
              <a:headEnd type="none" w="med" len="med"/>
              <a:tailEnd type="triangle" w="med" len="med"/>
            </a:ln>
          </p:spPr>
        </p:cxnSp>
      </p:grpSp>
      <p:sp>
        <p:nvSpPr>
          <p:cNvPr id="244" name="Google Shape;244;p35"/>
          <p:cNvSpPr txBox="1"/>
          <p:nvPr/>
        </p:nvSpPr>
        <p:spPr>
          <a:xfrm>
            <a:off x="322633" y="4909567"/>
            <a:ext cx="11204000" cy="739600"/>
          </a:xfrm>
          <a:prstGeom prst="rect">
            <a:avLst/>
          </a:prstGeom>
          <a:noFill/>
          <a:ln>
            <a:noFill/>
          </a:ln>
        </p:spPr>
        <p:txBody>
          <a:bodyPr spcFirstLastPara="1" wrap="square" lIns="121900" tIns="121900" rIns="121900" bIns="121900" anchor="t" anchorCtr="0">
            <a:noAutofit/>
          </a:bodyPr>
          <a:lstStyle/>
          <a:p>
            <a:r>
              <a:rPr lang="en" sz="2533"/>
              <a:t>Does the new system need to be perfect or can it be better than the status quo and still worth implementing?</a:t>
            </a:r>
            <a:endParaRPr sz="2533"/>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A6DC0D54-0B18-6E49-BE26-E4BF7A51BAF3}"/>
              </a:ext>
            </a:extLst>
          </p:cNvPr>
          <p:cNvGraphicFramePr/>
          <p:nvPr/>
        </p:nvGraphicFramePr>
        <p:xfrm>
          <a:off x="0" y="859537"/>
          <a:ext cx="12192000" cy="53023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4">
            <a:extLst>
              <a:ext uri="{FF2B5EF4-FFF2-40B4-BE49-F238E27FC236}">
                <a16:creationId xmlns:a16="http://schemas.microsoft.com/office/drawing/2014/main" id="{F0199F36-82BD-C781-CC20-68279DC263F7}"/>
              </a:ext>
            </a:extLst>
          </p:cNvPr>
          <p:cNvSpPr>
            <a:spLocks noGrp="1"/>
          </p:cNvSpPr>
          <p:nvPr>
            <p:ph type="title"/>
          </p:nvPr>
        </p:nvSpPr>
        <p:spPr/>
        <p:txBody>
          <a:bodyPr/>
          <a:lstStyle/>
          <a:p>
            <a:r>
              <a:rPr lang="en-US" dirty="0">
                <a:solidFill>
                  <a:schemeClr val="bg1"/>
                </a:solidFill>
              </a:rPr>
              <a:t>Workflow</a:t>
            </a:r>
            <a:endParaRPr lang="en-US" dirty="0"/>
          </a:p>
        </p:txBody>
      </p:sp>
    </p:spTree>
    <p:extLst>
      <p:ext uri="{BB962C8B-B14F-4D97-AF65-F5344CB8AC3E}">
        <p14:creationId xmlns:p14="http://schemas.microsoft.com/office/powerpoint/2010/main" val="3418338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A6DC0D54-0B18-6E49-BE26-E4BF7A51BAF3}"/>
              </a:ext>
            </a:extLst>
          </p:cNvPr>
          <p:cNvGraphicFramePr/>
          <p:nvPr>
            <p:extLst>
              <p:ext uri="{D42A27DB-BD31-4B8C-83A1-F6EECF244321}">
                <p14:modId xmlns:p14="http://schemas.microsoft.com/office/powerpoint/2010/main" val="1430353373"/>
              </p:ext>
            </p:extLst>
          </p:nvPr>
        </p:nvGraphicFramePr>
        <p:xfrm>
          <a:off x="0" y="859537"/>
          <a:ext cx="12192000" cy="53023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4">
            <a:extLst>
              <a:ext uri="{FF2B5EF4-FFF2-40B4-BE49-F238E27FC236}">
                <a16:creationId xmlns:a16="http://schemas.microsoft.com/office/drawing/2014/main" id="{F0199F36-82BD-C781-CC20-68279DC263F7}"/>
              </a:ext>
            </a:extLst>
          </p:cNvPr>
          <p:cNvSpPr>
            <a:spLocks noGrp="1"/>
          </p:cNvSpPr>
          <p:nvPr>
            <p:ph type="title"/>
          </p:nvPr>
        </p:nvSpPr>
        <p:spPr/>
        <p:txBody>
          <a:bodyPr/>
          <a:lstStyle/>
          <a:p>
            <a:r>
              <a:rPr lang="en-US" dirty="0">
                <a:solidFill>
                  <a:schemeClr val="bg1"/>
                </a:solidFill>
              </a:rPr>
              <a:t>The focus should not just be on making the ML model fair but rather on </a:t>
            </a:r>
            <a:r>
              <a:rPr lang="en-US" b="1" dirty="0">
                <a:solidFill>
                  <a:schemeClr val="bg1"/>
                </a:solidFill>
              </a:rPr>
              <a:t>making the overall system and outcomes fair</a:t>
            </a:r>
            <a:endParaRPr lang="en-US" dirty="0"/>
          </a:p>
        </p:txBody>
      </p:sp>
    </p:spTree>
    <p:extLst>
      <p:ext uri="{BB962C8B-B14F-4D97-AF65-F5344CB8AC3E}">
        <p14:creationId xmlns:p14="http://schemas.microsoft.com/office/powerpoint/2010/main" val="3877144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E9FB8C-A57B-50FC-9A64-28545A9495BE}"/>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B1E5ABE-4186-6DD4-1671-D2AE1A6A3655}"/>
              </a:ext>
            </a:extLst>
          </p:cNvPr>
          <p:cNvSpPr/>
          <p:nvPr>
            <p:custDataLst>
              <p:tags r:id="rId3"/>
            </p:custDataLst>
          </p:nvPr>
        </p:nvSpPr>
        <p:spPr>
          <a:xfrm>
            <a:off x="3112851" y="1000897"/>
            <a:ext cx="8486226" cy="3855308"/>
          </a:xfrm>
          <a:prstGeom prst="rect">
            <a:avLst/>
          </a:prstGeom>
          <a:noFill/>
          <a:ln w="9525" cap="flat" cmpd="sng" algn="ctr">
            <a:solidFill>
              <a:srgbClr val="FFFFFF"/>
            </a:solidFill>
            <a:prstDash val="solid"/>
          </a:ln>
          <a:effectLst>
            <a:outerShdw blurRad="40000" dist="23000" dir="5400000" rotWithShape="0">
              <a:srgbClr val="000000">
                <a:alpha val="35000"/>
              </a:srgbClr>
            </a:outerShdw>
          </a:effectLst>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rtlCol="0" anchor="ctr"/>
          <a:lstStyle/>
          <a:p>
            <a:r>
              <a:rPr lang="en-US" sz="3000" b="1">
                <a:solidFill>
                  <a:srgbClr val="000000"/>
                </a:solidFill>
              </a:rPr>
              <a:t>What type of bias would we care about in our class project? how would you define that mathematically?</a:t>
            </a:r>
          </a:p>
        </p:txBody>
      </p:sp>
      <p:sp>
        <p:nvSpPr>
          <p:cNvPr id="4" name="Rectangle 3">
            <a:extLst>
              <a:ext uri="{FF2B5EF4-FFF2-40B4-BE49-F238E27FC236}">
                <a16:creationId xmlns:a16="http://schemas.microsoft.com/office/drawing/2014/main" id="{EC06CD6D-FB71-73DF-F69E-4C0599082D62}"/>
              </a:ext>
            </a:extLst>
          </p:cNvPr>
          <p:cNvSpPr/>
          <p:nvPr/>
        </p:nvSpPr>
        <p:spPr>
          <a:xfrm>
            <a:off x="0" y="5820032"/>
            <a:ext cx="12192001" cy="1037968"/>
          </a:xfrm>
          <a:prstGeom prst="rect">
            <a:avLst/>
          </a:prstGeom>
          <a:gradFill flip="none" rotWithShape="1">
            <a:gsLst>
              <a:gs pos="0">
                <a:srgbClr val="198038"/>
              </a:gs>
              <a:gs pos="100000">
                <a:schemeClr val="accent1">
                  <a:tint val="50000"/>
                  <a:shade val="100000"/>
                  <a:satMod val="350000"/>
                </a:schemeClr>
              </a:gs>
            </a:gsLst>
            <a:lin ang="16200000" scaled="0"/>
            <a:tileRect/>
          </a:gra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741155" tIns="259492" rIns="1852888" bIns="203886" rtlCol="0" anchor="ctr">
            <a:normAutofit fontScale="925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73D5500D-30C6-518A-FA89-87E0E11DA9EA}"/>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1AD0BC71-C079-6CA4-A23A-A942D47706A0}"/>
              </a:ext>
            </a:extLst>
          </p:cNvPr>
          <p:cNvSpPr/>
          <p:nvPr/>
        </p:nvSpPr>
        <p:spPr>
          <a:xfrm rot="2700000">
            <a:off x="9620371" y="514924"/>
            <a:ext cx="3335198" cy="778213"/>
          </a:xfrm>
          <a:prstGeom prst="trapezoid">
            <a:avLst>
              <a:gd name="adj" fmla="val 100000"/>
            </a:avLst>
          </a:prstGeom>
          <a:gradFill flip="none" rotWithShape="1">
            <a:gsLst>
              <a:gs pos="0">
                <a:srgbClr val="EDFAF2"/>
              </a:gs>
              <a:gs pos="100000">
                <a:schemeClr val="accent1">
                  <a:tint val="50000"/>
                  <a:shade val="100000"/>
                  <a:satMod val="350000"/>
                </a:schemeClr>
              </a:gs>
            </a:gsLst>
            <a:lin ang="16200000" scaled="0"/>
            <a:tileRect/>
          </a:gra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11659C20-593A-3EE6-73E2-BD7EBE90ABEA}"/>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4098088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D5CB3E-2BFC-CF4B-BC01-6E59BE146F2A}"/>
              </a:ext>
            </a:extLst>
          </p:cNvPr>
          <p:cNvSpPr>
            <a:spLocks noGrp="1"/>
          </p:cNvSpPr>
          <p:nvPr>
            <p:ph idx="1"/>
          </p:nvPr>
        </p:nvSpPr>
        <p:spPr/>
        <p:txBody>
          <a:bodyPr/>
          <a:lstStyle/>
          <a:p>
            <a:r>
              <a:rPr lang="en-US" sz="3200" dirty="0"/>
              <a:t>Do we allocate equal resources to every group?</a:t>
            </a:r>
          </a:p>
          <a:p>
            <a:r>
              <a:rPr lang="en-US" sz="3200" dirty="0"/>
              <a:t>Do we allocate resources proportional to need? </a:t>
            </a:r>
          </a:p>
          <a:p>
            <a:r>
              <a:rPr lang="en-US" sz="3200" dirty="0"/>
              <a:t>Do we make sure we don’t miss people with of a certain group disproportionately?</a:t>
            </a:r>
          </a:p>
          <a:p>
            <a:r>
              <a:rPr lang="en-US" sz="3200" dirty="0"/>
              <a:t>Do we make sure we don’t have disproportionate false positives from a particular group?</a:t>
            </a:r>
          </a:p>
          <a:p>
            <a:r>
              <a:rPr lang="en-US" sz="3200" dirty="0"/>
              <a:t>...</a:t>
            </a:r>
          </a:p>
        </p:txBody>
      </p:sp>
      <p:sp>
        <p:nvSpPr>
          <p:cNvPr id="3" name="Title 2">
            <a:extLst>
              <a:ext uri="{FF2B5EF4-FFF2-40B4-BE49-F238E27FC236}">
                <a16:creationId xmlns:a16="http://schemas.microsoft.com/office/drawing/2014/main" id="{F0200BDA-BAE3-FD43-BBD3-2545E03E80D4}"/>
              </a:ext>
            </a:extLst>
          </p:cNvPr>
          <p:cNvSpPr>
            <a:spLocks noGrp="1"/>
          </p:cNvSpPr>
          <p:nvPr>
            <p:ph type="title"/>
          </p:nvPr>
        </p:nvSpPr>
        <p:spPr/>
        <p:txBody>
          <a:bodyPr/>
          <a:lstStyle/>
          <a:p>
            <a:r>
              <a:rPr lang="en-US" dirty="0"/>
              <a:t>Many Bias Measures: How do we select what we design for?</a:t>
            </a:r>
          </a:p>
        </p:txBody>
      </p:sp>
    </p:spTree>
    <p:extLst>
      <p:ext uri="{BB962C8B-B14F-4D97-AF65-F5344CB8AC3E}">
        <p14:creationId xmlns:p14="http://schemas.microsoft.com/office/powerpoint/2010/main" val="1529159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83399-9713-A179-423D-4031FD34DCA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376A849-C53B-AE34-B66A-1B544A198F20}"/>
              </a:ext>
            </a:extLst>
          </p:cNvPr>
          <p:cNvSpPr>
            <a:spLocks noGrp="1"/>
          </p:cNvSpPr>
          <p:nvPr>
            <p:ph idx="1"/>
          </p:nvPr>
        </p:nvSpPr>
        <p:spPr/>
        <p:txBody>
          <a:bodyPr/>
          <a:lstStyle/>
          <a:p>
            <a:r>
              <a:rPr lang="en-US" sz="3200" dirty="0"/>
              <a:t>Do we allocate equal resources to every group?</a:t>
            </a:r>
          </a:p>
          <a:p>
            <a:r>
              <a:rPr lang="en-US" sz="3200" dirty="0"/>
              <a:t>Do we allocate resources proportional to need? </a:t>
            </a:r>
          </a:p>
          <a:p>
            <a:r>
              <a:rPr lang="en-US" sz="3200" dirty="0"/>
              <a:t>Do we make sure we don’t miss people with of a certain group disproportionately?</a:t>
            </a:r>
          </a:p>
          <a:p>
            <a:r>
              <a:rPr lang="en-US" sz="3200" dirty="0"/>
              <a:t>Do we make sure we don’t have disproportionate false positives from a particular group?</a:t>
            </a:r>
          </a:p>
          <a:p>
            <a:r>
              <a:rPr lang="en-US" sz="3200" dirty="0"/>
              <a:t>...</a:t>
            </a:r>
          </a:p>
        </p:txBody>
      </p:sp>
      <p:sp>
        <p:nvSpPr>
          <p:cNvPr id="3" name="Title 2">
            <a:extLst>
              <a:ext uri="{FF2B5EF4-FFF2-40B4-BE49-F238E27FC236}">
                <a16:creationId xmlns:a16="http://schemas.microsoft.com/office/drawing/2014/main" id="{39CB64BB-E196-82BC-4279-A1056E8BD2AD}"/>
              </a:ext>
            </a:extLst>
          </p:cNvPr>
          <p:cNvSpPr>
            <a:spLocks noGrp="1"/>
          </p:cNvSpPr>
          <p:nvPr>
            <p:ph type="title"/>
          </p:nvPr>
        </p:nvSpPr>
        <p:spPr/>
        <p:txBody>
          <a:bodyPr/>
          <a:lstStyle/>
          <a:p>
            <a:r>
              <a:rPr lang="en-US" dirty="0"/>
              <a:t>Many Bias Measures: How do we select what we design for?</a:t>
            </a:r>
          </a:p>
        </p:txBody>
      </p:sp>
    </p:spTree>
    <p:extLst>
      <p:ext uri="{BB962C8B-B14F-4D97-AF65-F5344CB8AC3E}">
        <p14:creationId xmlns:p14="http://schemas.microsoft.com/office/powerpoint/2010/main" val="4062604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D5CB3E-2BFC-CF4B-BC01-6E59BE146F2A}"/>
              </a:ext>
            </a:extLst>
          </p:cNvPr>
          <p:cNvSpPr>
            <a:spLocks noGrp="1"/>
          </p:cNvSpPr>
          <p:nvPr>
            <p:ph idx="1"/>
          </p:nvPr>
        </p:nvSpPr>
        <p:spPr/>
        <p:txBody>
          <a:bodyPr/>
          <a:lstStyle/>
          <a:p>
            <a:r>
              <a:rPr lang="en-US" sz="3200" dirty="0"/>
              <a:t>Statistical/Demographic Parity</a:t>
            </a:r>
          </a:p>
          <a:p>
            <a:r>
              <a:rPr lang="en-US" sz="3200" dirty="0"/>
              <a:t>Impact Parity</a:t>
            </a:r>
          </a:p>
          <a:p>
            <a:r>
              <a:rPr lang="en-US" sz="3200" dirty="0"/>
              <a:t>False Discovery Rate Parity</a:t>
            </a:r>
          </a:p>
          <a:p>
            <a:r>
              <a:rPr lang="en-US" sz="3200" dirty="0"/>
              <a:t>False Omission Rate Parity</a:t>
            </a:r>
          </a:p>
          <a:p>
            <a:r>
              <a:rPr lang="en-US" sz="3200" dirty="0"/>
              <a:t>False Positive Rate Parity</a:t>
            </a:r>
          </a:p>
          <a:p>
            <a:r>
              <a:rPr lang="en-US" sz="3200" dirty="0"/>
              <a:t>False Negative Rate Parity</a:t>
            </a:r>
          </a:p>
          <a:p>
            <a:r>
              <a:rPr lang="en-US" sz="3200" dirty="0"/>
              <a:t>...</a:t>
            </a:r>
          </a:p>
        </p:txBody>
      </p:sp>
      <p:sp>
        <p:nvSpPr>
          <p:cNvPr id="3" name="Title 2">
            <a:extLst>
              <a:ext uri="{FF2B5EF4-FFF2-40B4-BE49-F238E27FC236}">
                <a16:creationId xmlns:a16="http://schemas.microsoft.com/office/drawing/2014/main" id="{F0200BDA-BAE3-FD43-BBD3-2545E03E80D4}"/>
              </a:ext>
            </a:extLst>
          </p:cNvPr>
          <p:cNvSpPr>
            <a:spLocks noGrp="1"/>
          </p:cNvSpPr>
          <p:nvPr>
            <p:ph type="title"/>
          </p:nvPr>
        </p:nvSpPr>
        <p:spPr/>
        <p:txBody>
          <a:bodyPr/>
          <a:lstStyle/>
          <a:p>
            <a:r>
              <a:rPr lang="en-US" dirty="0"/>
              <a:t>Many Bias Measures: How do we select what we care about?</a:t>
            </a:r>
          </a:p>
        </p:txBody>
      </p:sp>
      <p:pic>
        <p:nvPicPr>
          <p:cNvPr id="4" name="Picture 3">
            <a:extLst>
              <a:ext uri="{FF2B5EF4-FFF2-40B4-BE49-F238E27FC236}">
                <a16:creationId xmlns:a16="http://schemas.microsoft.com/office/drawing/2014/main" id="{3CCE1541-4475-290D-9763-1ECC7669720F}"/>
              </a:ext>
            </a:extLst>
          </p:cNvPr>
          <p:cNvPicPr>
            <a:picLocks noChangeAspect="1"/>
          </p:cNvPicPr>
          <p:nvPr/>
        </p:nvPicPr>
        <p:blipFill rotWithShape="1">
          <a:blip r:embed="rId2"/>
          <a:srcRect l="1409" t="5307"/>
          <a:stretch/>
        </p:blipFill>
        <p:spPr>
          <a:xfrm>
            <a:off x="5112326" y="2263853"/>
            <a:ext cx="7107383" cy="2606898"/>
          </a:xfrm>
          <a:prstGeom prst="rect">
            <a:avLst/>
          </a:prstGeom>
        </p:spPr>
      </p:pic>
    </p:spTree>
    <p:extLst>
      <p:ext uri="{BB962C8B-B14F-4D97-AF65-F5344CB8AC3E}">
        <p14:creationId xmlns:p14="http://schemas.microsoft.com/office/powerpoint/2010/main" val="1989082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E038B8-9DA1-054F-B953-838194CAC13F}"/>
              </a:ext>
            </a:extLst>
          </p:cNvPr>
          <p:cNvSpPr>
            <a:spLocks noGrp="1"/>
          </p:cNvSpPr>
          <p:nvPr>
            <p:ph type="title"/>
          </p:nvPr>
        </p:nvSpPr>
        <p:spPr/>
        <p:txBody>
          <a:bodyPr/>
          <a:lstStyle/>
          <a:p>
            <a:r>
              <a:rPr lang="en-US" sz="3733" dirty="0"/>
              <a:t>Why do we have to choose?</a:t>
            </a:r>
          </a:p>
        </p:txBody>
      </p:sp>
      <p:pic>
        <p:nvPicPr>
          <p:cNvPr id="4" name="Picture 3">
            <a:extLst>
              <a:ext uri="{FF2B5EF4-FFF2-40B4-BE49-F238E27FC236}">
                <a16:creationId xmlns:a16="http://schemas.microsoft.com/office/drawing/2014/main" id="{BB40C1A7-6096-A447-ACCD-9B0C66256C81}"/>
              </a:ext>
            </a:extLst>
          </p:cNvPr>
          <p:cNvPicPr>
            <a:picLocks noChangeAspect="1"/>
          </p:cNvPicPr>
          <p:nvPr/>
        </p:nvPicPr>
        <p:blipFill>
          <a:blip r:embed="rId2"/>
          <a:stretch>
            <a:fillRect/>
          </a:stretch>
        </p:blipFill>
        <p:spPr>
          <a:xfrm>
            <a:off x="2031950" y="1201821"/>
            <a:ext cx="8128000" cy="5080000"/>
          </a:xfrm>
          <a:prstGeom prst="rect">
            <a:avLst/>
          </a:prstGeom>
        </p:spPr>
      </p:pic>
    </p:spTree>
    <p:extLst>
      <p:ext uri="{BB962C8B-B14F-4D97-AF65-F5344CB8AC3E}">
        <p14:creationId xmlns:p14="http://schemas.microsoft.com/office/powerpoint/2010/main" val="1193317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E038B8-9DA1-054F-B953-838194CAC13F}"/>
              </a:ext>
            </a:extLst>
          </p:cNvPr>
          <p:cNvSpPr>
            <a:spLocks noGrp="1"/>
          </p:cNvSpPr>
          <p:nvPr>
            <p:ph type="title"/>
          </p:nvPr>
        </p:nvSpPr>
        <p:spPr/>
        <p:txBody>
          <a:bodyPr/>
          <a:lstStyle/>
          <a:p>
            <a:r>
              <a:rPr lang="en-US" sz="3733" dirty="0"/>
              <a:t>Incompatibility Between Fairness Metrics</a:t>
            </a:r>
          </a:p>
        </p:txBody>
      </p:sp>
      <p:pic>
        <p:nvPicPr>
          <p:cNvPr id="2" name="Picture 1">
            <a:extLst>
              <a:ext uri="{FF2B5EF4-FFF2-40B4-BE49-F238E27FC236}">
                <a16:creationId xmlns:a16="http://schemas.microsoft.com/office/drawing/2014/main" id="{671EB728-84BA-6E4C-A462-4697E6834534}"/>
              </a:ext>
            </a:extLst>
          </p:cNvPr>
          <p:cNvPicPr>
            <a:picLocks noChangeAspect="1"/>
          </p:cNvPicPr>
          <p:nvPr/>
        </p:nvPicPr>
        <p:blipFill>
          <a:blip r:embed="rId2"/>
          <a:stretch>
            <a:fillRect/>
          </a:stretch>
        </p:blipFill>
        <p:spPr>
          <a:xfrm>
            <a:off x="2089459" y="1073199"/>
            <a:ext cx="8013082" cy="5613685"/>
          </a:xfrm>
          <a:prstGeom prst="rect">
            <a:avLst/>
          </a:prstGeom>
        </p:spPr>
      </p:pic>
    </p:spTree>
    <p:extLst>
      <p:ext uri="{BB962C8B-B14F-4D97-AF65-F5344CB8AC3E}">
        <p14:creationId xmlns:p14="http://schemas.microsoft.com/office/powerpoint/2010/main" val="1572233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2"/>
          <p:cNvSpPr txBox="1">
            <a:spLocks noGrp="1"/>
          </p:cNvSpPr>
          <p:nvPr>
            <p:ph type="title"/>
          </p:nvPr>
        </p:nvSpPr>
        <p:spPr>
          <a:xfrm>
            <a:off x="311700" y="150305"/>
            <a:ext cx="11556400" cy="733600"/>
          </a:xfrm>
          <a:prstGeom prst="rect">
            <a:avLst/>
          </a:prstGeom>
          <a:noFill/>
          <a:ln>
            <a:noFill/>
          </a:ln>
        </p:spPr>
        <p:txBody>
          <a:bodyPr spcFirstLastPara="1" vert="horz" wrap="square" lIns="121900" tIns="121900" rIns="121900" bIns="121900" rtlCol="0" anchor="t" anchorCtr="0">
            <a:noAutofit/>
          </a:bodyPr>
          <a:lstStyle/>
          <a:p>
            <a:pPr>
              <a:buSzPts val="2800"/>
            </a:pPr>
            <a:r>
              <a:rPr lang="en" dirty="0"/>
              <a:t>Consider Three Metrics…</a:t>
            </a:r>
            <a:endParaRPr sz="4267" dirty="0"/>
          </a:p>
        </p:txBody>
      </p:sp>
      <p:sp>
        <p:nvSpPr>
          <p:cNvPr id="387" name="Google Shape;387;p52"/>
          <p:cNvSpPr txBox="1">
            <a:spLocks noGrp="1"/>
          </p:cNvSpPr>
          <p:nvPr>
            <p:ph type="body" idx="1"/>
          </p:nvPr>
        </p:nvSpPr>
        <p:spPr>
          <a:xfrm>
            <a:off x="311700" y="1350895"/>
            <a:ext cx="11736800" cy="5356800"/>
          </a:xfrm>
          <a:prstGeom prst="rect">
            <a:avLst/>
          </a:prstGeom>
          <a:noFill/>
          <a:ln>
            <a:noFill/>
          </a:ln>
        </p:spPr>
        <p:txBody>
          <a:bodyPr spcFirstLastPara="1" vert="horz" wrap="square" lIns="121900" tIns="121900" rIns="121900" bIns="121900" rtlCol="0" anchor="t" anchorCtr="0">
            <a:noAutofit/>
          </a:bodyPr>
          <a:lstStyle/>
          <a:p>
            <a:pPr marL="457189" indent="-372524">
              <a:lnSpc>
                <a:spcPct val="150000"/>
              </a:lnSpc>
              <a:buClr>
                <a:schemeClr val="dk1"/>
              </a:buClr>
              <a:buSzPts val="1800"/>
            </a:pPr>
            <a:r>
              <a:rPr lang="en" b="1">
                <a:solidFill>
                  <a:schemeClr val="dk1"/>
                </a:solidFill>
              </a:rPr>
              <a:t>False Positive Rate</a:t>
            </a:r>
            <a:br>
              <a:rPr lang="en" b="1">
                <a:solidFill>
                  <a:schemeClr val="dk1"/>
                </a:solidFill>
              </a:rPr>
            </a:br>
            <a:br>
              <a:rPr lang="en">
                <a:solidFill>
                  <a:schemeClr val="dk1"/>
                </a:solidFill>
              </a:rPr>
            </a:br>
            <a:endParaRPr>
              <a:solidFill>
                <a:schemeClr val="dk1"/>
              </a:solidFill>
            </a:endParaRPr>
          </a:p>
          <a:p>
            <a:pPr marL="457189" indent="-372524">
              <a:lnSpc>
                <a:spcPct val="150000"/>
              </a:lnSpc>
              <a:buClr>
                <a:schemeClr val="dk1"/>
              </a:buClr>
              <a:buSzPts val="1800"/>
            </a:pPr>
            <a:r>
              <a:rPr lang="en" b="1">
                <a:solidFill>
                  <a:schemeClr val="dk1"/>
                </a:solidFill>
              </a:rPr>
              <a:t>False Negative Rate</a:t>
            </a:r>
            <a:br>
              <a:rPr lang="en" b="1">
                <a:solidFill>
                  <a:schemeClr val="dk1"/>
                </a:solidFill>
              </a:rPr>
            </a:br>
            <a:br>
              <a:rPr lang="en">
                <a:solidFill>
                  <a:schemeClr val="dk1"/>
                </a:solidFill>
              </a:rPr>
            </a:br>
            <a:endParaRPr>
              <a:solidFill>
                <a:schemeClr val="dk1"/>
              </a:solidFill>
            </a:endParaRPr>
          </a:p>
          <a:p>
            <a:pPr marL="457189" indent="-372524">
              <a:lnSpc>
                <a:spcPct val="150000"/>
              </a:lnSpc>
              <a:buClr>
                <a:schemeClr val="dk1"/>
              </a:buClr>
              <a:buSzPts val="1800"/>
            </a:pPr>
            <a:r>
              <a:rPr lang="en" b="1">
                <a:solidFill>
                  <a:schemeClr val="dk1"/>
                </a:solidFill>
              </a:rPr>
              <a:t>False Discovery Rate</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53"/>
          <p:cNvSpPr txBox="1">
            <a:spLocks noGrp="1"/>
          </p:cNvSpPr>
          <p:nvPr>
            <p:ph type="title"/>
          </p:nvPr>
        </p:nvSpPr>
        <p:spPr>
          <a:xfrm>
            <a:off x="311700" y="150305"/>
            <a:ext cx="11556400" cy="733600"/>
          </a:xfrm>
          <a:prstGeom prst="rect">
            <a:avLst/>
          </a:prstGeom>
          <a:noFill/>
          <a:ln>
            <a:noFill/>
          </a:ln>
        </p:spPr>
        <p:txBody>
          <a:bodyPr spcFirstLastPara="1" vert="horz" wrap="square" lIns="121900" tIns="121900" rIns="121900" bIns="121900" rtlCol="0" anchor="t" anchorCtr="0">
            <a:noAutofit/>
          </a:bodyPr>
          <a:lstStyle/>
          <a:p>
            <a:pPr>
              <a:buSzPts val="2800"/>
            </a:pPr>
            <a:r>
              <a:rPr lang="en" dirty="0"/>
              <a:t>Consider Three Metrics…</a:t>
            </a:r>
            <a:endParaRPr sz="4267" dirty="0"/>
          </a:p>
        </p:txBody>
      </p:sp>
      <p:sp>
        <p:nvSpPr>
          <p:cNvPr id="393" name="Google Shape;393;p53"/>
          <p:cNvSpPr txBox="1">
            <a:spLocks noGrp="1"/>
          </p:cNvSpPr>
          <p:nvPr>
            <p:ph type="body" idx="1"/>
          </p:nvPr>
        </p:nvSpPr>
        <p:spPr>
          <a:xfrm>
            <a:off x="311700" y="1350895"/>
            <a:ext cx="11736800" cy="5356800"/>
          </a:xfrm>
          <a:prstGeom prst="rect">
            <a:avLst/>
          </a:prstGeom>
          <a:noFill/>
          <a:ln>
            <a:noFill/>
          </a:ln>
        </p:spPr>
        <p:txBody>
          <a:bodyPr spcFirstLastPara="1" vert="horz" wrap="square" lIns="121900" tIns="121900" rIns="121900" bIns="121900" rtlCol="0" anchor="t" anchorCtr="0">
            <a:noAutofit/>
          </a:bodyPr>
          <a:lstStyle/>
          <a:p>
            <a:pPr marL="457189" indent="-372524">
              <a:lnSpc>
                <a:spcPct val="150000"/>
              </a:lnSpc>
              <a:buClr>
                <a:schemeClr val="dk1"/>
              </a:buClr>
              <a:buSzPts val="1800"/>
            </a:pPr>
            <a:r>
              <a:rPr lang="en" b="1">
                <a:solidFill>
                  <a:schemeClr val="dk1"/>
                </a:solidFill>
              </a:rPr>
              <a:t>False Positive Rate:</a:t>
            </a:r>
            <a:r>
              <a:rPr lang="en">
                <a:solidFill>
                  <a:schemeClr val="dk1"/>
                </a:solidFill>
              </a:rPr>
              <a:t> Among people who do not recidivate, the proportion the model incorrectly predicts will recidivate</a:t>
            </a:r>
            <a:br>
              <a:rPr lang="en">
                <a:solidFill>
                  <a:schemeClr val="dk1"/>
                </a:solidFill>
              </a:rPr>
            </a:br>
            <a:endParaRPr>
              <a:solidFill>
                <a:schemeClr val="dk1"/>
              </a:solidFill>
            </a:endParaRPr>
          </a:p>
          <a:p>
            <a:pPr marL="457189" indent="-372524">
              <a:lnSpc>
                <a:spcPct val="150000"/>
              </a:lnSpc>
              <a:buClr>
                <a:schemeClr val="dk1"/>
              </a:buClr>
              <a:buSzPts val="1800"/>
            </a:pPr>
            <a:r>
              <a:rPr lang="en" b="1">
                <a:solidFill>
                  <a:schemeClr val="dk1"/>
                </a:solidFill>
              </a:rPr>
              <a:t>False Negative Rate:</a:t>
            </a:r>
            <a:r>
              <a:rPr lang="en">
                <a:solidFill>
                  <a:schemeClr val="dk1"/>
                </a:solidFill>
              </a:rPr>
              <a:t> Among people who do recidivate, the proportion the model incorrectly predicts will not recidivate</a:t>
            </a:r>
            <a:br>
              <a:rPr lang="en">
                <a:solidFill>
                  <a:schemeClr val="dk1"/>
                </a:solidFill>
              </a:rPr>
            </a:br>
            <a:endParaRPr>
              <a:solidFill>
                <a:schemeClr val="dk1"/>
              </a:solidFill>
            </a:endParaRPr>
          </a:p>
          <a:p>
            <a:pPr marL="457189" indent="-372524">
              <a:lnSpc>
                <a:spcPct val="150000"/>
              </a:lnSpc>
              <a:buClr>
                <a:schemeClr val="dk1"/>
              </a:buClr>
              <a:buSzPts val="1800"/>
            </a:pPr>
            <a:r>
              <a:rPr lang="en" b="1">
                <a:solidFill>
                  <a:schemeClr val="dk1"/>
                </a:solidFill>
              </a:rPr>
              <a:t>False Discovery Rate:</a:t>
            </a:r>
            <a:r>
              <a:rPr lang="en">
                <a:solidFill>
                  <a:schemeClr val="dk1"/>
                </a:solidFill>
              </a:rPr>
              <a:t> Among the people who the model predicts will recidivate, how many actually do not</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pic>
        <p:nvPicPr>
          <p:cNvPr id="398" name="Google Shape;398;p54"/>
          <p:cNvPicPr preferRelativeResize="0"/>
          <p:nvPr/>
        </p:nvPicPr>
        <p:blipFill>
          <a:blip r:embed="rId3">
            <a:alphaModFix/>
          </a:blip>
          <a:stretch>
            <a:fillRect/>
          </a:stretch>
        </p:blipFill>
        <p:spPr>
          <a:xfrm>
            <a:off x="203200" y="203201"/>
            <a:ext cx="11785600" cy="362161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pic>
        <p:nvPicPr>
          <p:cNvPr id="403" name="Google Shape;403;p55"/>
          <p:cNvPicPr preferRelativeResize="0"/>
          <p:nvPr/>
        </p:nvPicPr>
        <p:blipFill>
          <a:blip r:embed="rId3">
            <a:alphaModFix/>
          </a:blip>
          <a:stretch>
            <a:fillRect/>
          </a:stretch>
        </p:blipFill>
        <p:spPr>
          <a:xfrm>
            <a:off x="203200" y="203201"/>
            <a:ext cx="11785600" cy="3621617"/>
          </a:xfrm>
          <a:prstGeom prst="rect">
            <a:avLst/>
          </a:prstGeom>
          <a:noFill/>
          <a:ln>
            <a:noFill/>
          </a:ln>
        </p:spPr>
      </p:pic>
      <p:sp>
        <p:nvSpPr>
          <p:cNvPr id="404" name="Google Shape;404;p55"/>
          <p:cNvSpPr/>
          <p:nvPr/>
        </p:nvSpPr>
        <p:spPr>
          <a:xfrm>
            <a:off x="438800" y="1868100"/>
            <a:ext cx="11221200" cy="978000"/>
          </a:xfrm>
          <a:prstGeom prst="rect">
            <a:avLst/>
          </a:prstGeom>
          <a:solidFill>
            <a:srgbClr val="FF0000">
              <a:alpha val="14560"/>
            </a:srgbClr>
          </a:solidFill>
          <a:ln w="38100" cap="flat" cmpd="sng">
            <a:solidFill>
              <a:srgbClr val="CC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05" name="Google Shape;405;p55"/>
          <p:cNvSpPr txBox="1"/>
          <p:nvPr/>
        </p:nvSpPr>
        <p:spPr>
          <a:xfrm>
            <a:off x="203200" y="3736167"/>
            <a:ext cx="11694800" cy="3305480"/>
          </a:xfrm>
          <a:prstGeom prst="rect">
            <a:avLst/>
          </a:prstGeom>
          <a:noFill/>
          <a:ln>
            <a:noFill/>
          </a:ln>
        </p:spPr>
        <p:txBody>
          <a:bodyPr spcFirstLastPara="1" wrap="square" lIns="121900" tIns="121900" rIns="121900" bIns="121900" anchor="t" anchorCtr="0">
            <a:spAutoFit/>
          </a:bodyPr>
          <a:lstStyle/>
          <a:p>
            <a:pPr>
              <a:lnSpc>
                <a:spcPct val="115000"/>
              </a:lnSpc>
              <a:buClr>
                <a:schemeClr val="dk1"/>
              </a:buClr>
              <a:buSzPts val="1100"/>
            </a:pPr>
            <a:r>
              <a:rPr lang="en" sz="2400">
                <a:solidFill>
                  <a:schemeClr val="dk1"/>
                </a:solidFill>
              </a:rPr>
              <a:t>ProPublica identified considerable disparities:</a:t>
            </a:r>
            <a:br>
              <a:rPr lang="en" sz="2400">
                <a:solidFill>
                  <a:schemeClr val="dk1"/>
                </a:solidFill>
              </a:rPr>
            </a:br>
            <a:endParaRPr sz="1600">
              <a:solidFill>
                <a:schemeClr val="dk1"/>
              </a:solidFill>
            </a:endParaRPr>
          </a:p>
          <a:p>
            <a:pPr marL="609585" indent="-457189">
              <a:lnSpc>
                <a:spcPct val="115000"/>
              </a:lnSpc>
              <a:buClr>
                <a:schemeClr val="dk1"/>
              </a:buClr>
              <a:buSzPts val="1800"/>
              <a:buChar char="●"/>
            </a:pPr>
            <a:r>
              <a:rPr lang="en" sz="2400">
                <a:solidFill>
                  <a:schemeClr val="dk1"/>
                </a:solidFill>
              </a:rPr>
              <a:t>The algorithm was twice as likely to </a:t>
            </a:r>
            <a:r>
              <a:rPr lang="en" sz="2400" i="1">
                <a:solidFill>
                  <a:schemeClr val="dk1"/>
                </a:solidFill>
              </a:rPr>
              <a:t>incorrectly</a:t>
            </a:r>
            <a:r>
              <a:rPr lang="en" sz="2400">
                <a:solidFill>
                  <a:schemeClr val="dk1"/>
                </a:solidFill>
              </a:rPr>
              <a:t> predict black individuals were at high risk of recidivating (FPR)</a:t>
            </a:r>
            <a:br>
              <a:rPr lang="en" sz="2400">
                <a:solidFill>
                  <a:schemeClr val="dk1"/>
                </a:solidFill>
              </a:rPr>
            </a:br>
            <a:endParaRPr sz="1600">
              <a:solidFill>
                <a:schemeClr val="dk1"/>
              </a:solidFill>
            </a:endParaRPr>
          </a:p>
          <a:p>
            <a:pPr marL="609585" indent="-457189">
              <a:lnSpc>
                <a:spcPct val="115000"/>
              </a:lnSpc>
              <a:buClr>
                <a:schemeClr val="dk1"/>
              </a:buClr>
              <a:buSzPts val="1800"/>
              <a:buChar char="●"/>
            </a:pPr>
            <a:r>
              <a:rPr lang="en" sz="2400">
                <a:solidFill>
                  <a:schemeClr val="dk1"/>
                </a:solidFill>
              </a:rPr>
              <a:t>It was also nearly twice as likely to </a:t>
            </a:r>
            <a:r>
              <a:rPr lang="en" sz="2400" i="1">
                <a:solidFill>
                  <a:schemeClr val="dk1"/>
                </a:solidFill>
              </a:rPr>
              <a:t>incorrectly</a:t>
            </a:r>
            <a:r>
              <a:rPr lang="en" sz="2400">
                <a:solidFill>
                  <a:schemeClr val="dk1"/>
                </a:solidFill>
              </a:rPr>
              <a:t> predict white individuals were at low risk of recidivating (FNR)</a:t>
            </a:r>
            <a:endParaRPr sz="2400">
              <a:solidFill>
                <a:schemeClr val="dk1"/>
              </a:solidFill>
            </a:endParaRPr>
          </a:p>
          <a:p>
            <a:endParaRPr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pic>
        <p:nvPicPr>
          <p:cNvPr id="410" name="Google Shape;410;p56"/>
          <p:cNvPicPr preferRelativeResize="0"/>
          <p:nvPr/>
        </p:nvPicPr>
        <p:blipFill>
          <a:blip r:embed="rId3">
            <a:alphaModFix/>
          </a:blip>
          <a:stretch>
            <a:fillRect/>
          </a:stretch>
        </p:blipFill>
        <p:spPr>
          <a:xfrm>
            <a:off x="203200" y="203201"/>
            <a:ext cx="11785600" cy="3621617"/>
          </a:xfrm>
          <a:prstGeom prst="rect">
            <a:avLst/>
          </a:prstGeom>
          <a:noFill/>
          <a:ln>
            <a:noFill/>
          </a:ln>
        </p:spPr>
      </p:pic>
      <p:sp>
        <p:nvSpPr>
          <p:cNvPr id="411" name="Google Shape;411;p56"/>
          <p:cNvSpPr/>
          <p:nvPr/>
        </p:nvSpPr>
        <p:spPr>
          <a:xfrm>
            <a:off x="438800" y="2808400"/>
            <a:ext cx="11221200" cy="514000"/>
          </a:xfrm>
          <a:prstGeom prst="rect">
            <a:avLst/>
          </a:prstGeom>
          <a:solidFill>
            <a:srgbClr val="FF0000">
              <a:alpha val="14560"/>
            </a:srgbClr>
          </a:solidFill>
          <a:ln w="38100" cap="flat" cmpd="sng">
            <a:solidFill>
              <a:srgbClr val="CC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12" name="Google Shape;412;p56"/>
          <p:cNvSpPr txBox="1"/>
          <p:nvPr/>
        </p:nvSpPr>
        <p:spPr>
          <a:xfrm>
            <a:off x="202000" y="3924234"/>
            <a:ext cx="11694800" cy="1889708"/>
          </a:xfrm>
          <a:prstGeom prst="rect">
            <a:avLst/>
          </a:prstGeom>
          <a:noFill/>
          <a:ln>
            <a:noFill/>
          </a:ln>
        </p:spPr>
        <p:txBody>
          <a:bodyPr spcFirstLastPara="1" wrap="square" lIns="121900" tIns="121900" rIns="121900" bIns="121900" anchor="t" anchorCtr="0">
            <a:spAutoFit/>
          </a:bodyPr>
          <a:lstStyle/>
          <a:p>
            <a:pPr>
              <a:lnSpc>
                <a:spcPct val="115000"/>
              </a:lnSpc>
            </a:pPr>
            <a:r>
              <a:rPr lang="en" sz="2400">
                <a:solidFill>
                  <a:schemeClr val="dk1"/>
                </a:solidFill>
              </a:rPr>
              <a:t>However, the creator of the algorithm pointed out that the algorithm is well-balanced across races on precision (equivalently, FDR), claiming this is the correct measure of fairness in this context.</a:t>
            </a:r>
            <a:endParaRPr sz="2400">
              <a:solidFill>
                <a:schemeClr val="dk1"/>
              </a:solidFill>
            </a:endParaRPr>
          </a:p>
          <a:p>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57"/>
          <p:cNvSpPr txBox="1"/>
          <p:nvPr/>
        </p:nvSpPr>
        <p:spPr>
          <a:xfrm>
            <a:off x="248600" y="956514"/>
            <a:ext cx="11694800" cy="5712293"/>
          </a:xfrm>
          <a:prstGeom prst="rect">
            <a:avLst/>
          </a:prstGeom>
          <a:noFill/>
          <a:ln>
            <a:noFill/>
          </a:ln>
        </p:spPr>
        <p:txBody>
          <a:bodyPr spcFirstLastPara="1" wrap="square" lIns="121900" tIns="121900" rIns="121900" bIns="121900" anchor="t" anchorCtr="0">
            <a:spAutoFit/>
          </a:bodyPr>
          <a:lstStyle/>
          <a:p>
            <a:pPr algn="ctr">
              <a:lnSpc>
                <a:spcPct val="115000"/>
              </a:lnSpc>
            </a:pPr>
            <a:r>
              <a:rPr lang="en" sz="4800" dirty="0">
                <a:solidFill>
                  <a:schemeClr val="dk1"/>
                </a:solidFill>
              </a:rPr>
              <a:t>Who is right?</a:t>
            </a:r>
            <a:endParaRPr sz="4800" dirty="0">
              <a:solidFill>
                <a:schemeClr val="dk1"/>
              </a:solidFill>
            </a:endParaRPr>
          </a:p>
          <a:p>
            <a:pPr algn="ctr">
              <a:lnSpc>
                <a:spcPct val="115000"/>
              </a:lnSpc>
              <a:buClr>
                <a:schemeClr val="dk1"/>
              </a:buClr>
              <a:buSzPts val="1100"/>
            </a:pPr>
            <a:endParaRPr sz="4800" dirty="0">
              <a:solidFill>
                <a:schemeClr val="dk1"/>
              </a:solidFill>
            </a:endParaRPr>
          </a:p>
          <a:p>
            <a:pPr algn="ctr">
              <a:lnSpc>
                <a:spcPct val="115000"/>
              </a:lnSpc>
            </a:pPr>
            <a:r>
              <a:rPr lang="en" sz="4800" dirty="0">
                <a:solidFill>
                  <a:schemeClr val="dk1"/>
                </a:solidFill>
              </a:rPr>
              <a:t>Is the COMPAS algorithm biased?</a:t>
            </a:r>
            <a:endParaRPr sz="4800" dirty="0">
              <a:solidFill>
                <a:schemeClr val="dk1"/>
              </a:solidFill>
            </a:endParaRPr>
          </a:p>
          <a:p>
            <a:pPr algn="ctr">
              <a:lnSpc>
                <a:spcPct val="115000"/>
              </a:lnSpc>
              <a:buClr>
                <a:schemeClr val="dk1"/>
              </a:buClr>
              <a:buSzPts val="1100"/>
            </a:pPr>
            <a:endParaRPr sz="4800" dirty="0">
              <a:solidFill>
                <a:schemeClr val="dk1"/>
              </a:solidFill>
            </a:endParaRPr>
          </a:p>
          <a:p>
            <a:pPr algn="ctr">
              <a:lnSpc>
                <a:spcPct val="115000"/>
              </a:lnSpc>
              <a:buClr>
                <a:schemeClr val="dk1"/>
              </a:buClr>
              <a:buSzPts val="1100"/>
            </a:pPr>
            <a:r>
              <a:rPr lang="en" sz="4800" dirty="0">
                <a:solidFill>
                  <a:schemeClr val="dk1"/>
                </a:solidFill>
              </a:rPr>
              <a:t>Can’t the algorithm achieve both</a:t>
            </a:r>
            <a:br>
              <a:rPr lang="en" sz="4800" dirty="0">
                <a:solidFill>
                  <a:schemeClr val="dk1"/>
                </a:solidFill>
              </a:rPr>
            </a:br>
            <a:r>
              <a:rPr lang="en" sz="4800" dirty="0">
                <a:solidFill>
                  <a:schemeClr val="dk1"/>
                </a:solidFill>
              </a:rPr>
              <a:t> measures of fairness at the same time?</a:t>
            </a:r>
            <a:endParaRPr sz="4800" dirty="0">
              <a:solidFill>
                <a:schemeClr val="dk1"/>
              </a:solidFill>
            </a:endParaRPr>
          </a:p>
          <a:p>
            <a:endParaRPr sz="2400" dirty="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pic>
        <p:nvPicPr>
          <p:cNvPr id="422" name="Google Shape;422;p58"/>
          <p:cNvPicPr preferRelativeResize="0"/>
          <p:nvPr/>
        </p:nvPicPr>
        <p:blipFill>
          <a:blip r:embed="rId3">
            <a:alphaModFix/>
          </a:blip>
          <a:stretch>
            <a:fillRect/>
          </a:stretch>
        </p:blipFill>
        <p:spPr>
          <a:xfrm>
            <a:off x="975734" y="1286482"/>
            <a:ext cx="10240533" cy="428503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59"/>
          <p:cNvSpPr txBox="1">
            <a:spLocks noGrp="1"/>
          </p:cNvSpPr>
          <p:nvPr>
            <p:ph type="title"/>
          </p:nvPr>
        </p:nvSpPr>
        <p:spPr>
          <a:xfrm>
            <a:off x="235663" y="122494"/>
            <a:ext cx="10549600" cy="572800"/>
          </a:xfrm>
          <a:prstGeom prst="rect">
            <a:avLst/>
          </a:prstGeom>
          <a:noFill/>
          <a:ln>
            <a:noFill/>
          </a:ln>
        </p:spPr>
        <p:txBody>
          <a:bodyPr spcFirstLastPara="1" vert="horz" wrap="square" lIns="121900" tIns="121900" rIns="121900" bIns="121900" rtlCol="0" anchor="t" anchorCtr="0">
            <a:noAutofit/>
          </a:bodyPr>
          <a:lstStyle/>
          <a:p>
            <a:pPr>
              <a:buSzPts val="2800"/>
            </a:pPr>
            <a:r>
              <a:rPr lang="en" sz="3733" dirty="0"/>
              <a:t>Incompatibility Between Fairness Metrics</a:t>
            </a:r>
            <a:endParaRPr dirty="0"/>
          </a:p>
        </p:txBody>
      </p:sp>
      <p:pic>
        <p:nvPicPr>
          <p:cNvPr id="428" name="Google Shape;428;p59"/>
          <p:cNvPicPr preferRelativeResize="0"/>
          <p:nvPr/>
        </p:nvPicPr>
        <p:blipFill rotWithShape="1">
          <a:blip r:embed="rId3">
            <a:alphaModFix/>
          </a:blip>
          <a:srcRect/>
          <a:stretch/>
        </p:blipFill>
        <p:spPr>
          <a:xfrm>
            <a:off x="2571751" y="1293530"/>
            <a:ext cx="6096000" cy="2327977"/>
          </a:xfrm>
          <a:prstGeom prst="rect">
            <a:avLst/>
          </a:prstGeom>
          <a:noFill/>
          <a:ln>
            <a:noFill/>
          </a:ln>
        </p:spPr>
      </p:pic>
      <p:pic>
        <p:nvPicPr>
          <p:cNvPr id="429" name="Google Shape;429;p59"/>
          <p:cNvPicPr preferRelativeResize="0"/>
          <p:nvPr/>
        </p:nvPicPr>
        <p:blipFill rotWithShape="1">
          <a:blip r:embed="rId4">
            <a:alphaModFix/>
          </a:blip>
          <a:srcRect/>
          <a:stretch/>
        </p:blipFill>
        <p:spPr>
          <a:xfrm>
            <a:off x="2241501" y="4817979"/>
            <a:ext cx="7708900" cy="1168400"/>
          </a:xfrm>
          <a:prstGeom prst="rect">
            <a:avLst/>
          </a:prstGeom>
          <a:noFill/>
          <a:ln>
            <a:noFill/>
          </a:ln>
        </p:spPr>
      </p:pic>
      <p:sp>
        <p:nvSpPr>
          <p:cNvPr id="430" name="Google Shape;430;p59"/>
          <p:cNvSpPr/>
          <p:nvPr/>
        </p:nvSpPr>
        <p:spPr>
          <a:xfrm>
            <a:off x="5510463" y="3741821"/>
            <a:ext cx="866400" cy="890400"/>
          </a:xfrm>
          <a:prstGeom prst="downArrow">
            <a:avLst>
              <a:gd name="adj1" fmla="val 50000"/>
              <a:gd name="adj2" fmla="val 50000"/>
            </a:avLst>
          </a:prstGeom>
          <a:gradFill>
            <a:gsLst>
              <a:gs pos="0">
                <a:srgbClr val="BBBBBB"/>
              </a:gs>
              <a:gs pos="35000">
                <a:srgbClr val="CFCFCF"/>
              </a:gs>
              <a:gs pos="100000">
                <a:srgbClr val="EDEDED"/>
              </a:gs>
            </a:gsLst>
            <a:lin ang="16200038" scaled="0"/>
          </a:gradFill>
          <a:ln w="9525" cap="flat" cmpd="sng">
            <a:solidFill>
              <a:srgbClr val="202020"/>
            </a:solidFill>
            <a:prstDash val="solid"/>
            <a:round/>
            <a:headEnd type="none" w="sm" len="sm"/>
            <a:tailEnd type="none" w="sm" len="sm"/>
          </a:ln>
          <a:effectLst>
            <a:outerShdw blurRad="40000" dist="20000" dir="5400000" rotWithShape="0">
              <a:srgbClr val="000000">
                <a:alpha val="37650"/>
              </a:srgbClr>
            </a:outerShdw>
          </a:effectLst>
        </p:spPr>
        <p:txBody>
          <a:bodyPr spcFirstLastPara="1" wrap="square" lIns="91433" tIns="45700" rIns="91433" bIns="45700" anchor="ctr" anchorCtr="0">
            <a:noAutofit/>
          </a:bodyPr>
          <a:lstStyle/>
          <a:p>
            <a:pPr algn="ctr"/>
            <a:endParaRPr sz="1467">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60"/>
          <p:cNvSpPr txBox="1">
            <a:spLocks noGrp="1"/>
          </p:cNvSpPr>
          <p:nvPr>
            <p:ph type="title"/>
          </p:nvPr>
        </p:nvSpPr>
        <p:spPr>
          <a:xfrm>
            <a:off x="219795" y="169757"/>
            <a:ext cx="9384000" cy="572800"/>
          </a:xfrm>
          <a:prstGeom prst="rect">
            <a:avLst/>
          </a:prstGeom>
          <a:noFill/>
          <a:ln>
            <a:noFill/>
          </a:ln>
        </p:spPr>
        <p:txBody>
          <a:bodyPr spcFirstLastPara="1" vert="horz" wrap="square" lIns="121900" tIns="121900" rIns="121900" bIns="121900" rtlCol="0" anchor="t" anchorCtr="0">
            <a:noAutofit/>
          </a:bodyPr>
          <a:lstStyle/>
          <a:p>
            <a:pPr>
              <a:buSzPts val="2800"/>
            </a:pPr>
            <a:r>
              <a:rPr lang="en" sz="3733" dirty="0"/>
              <a:t>Incompatibility Between Fairness Metrics</a:t>
            </a:r>
            <a:endParaRPr dirty="0"/>
          </a:p>
        </p:txBody>
      </p:sp>
      <p:pic>
        <p:nvPicPr>
          <p:cNvPr id="436" name="Google Shape;436;p60"/>
          <p:cNvPicPr preferRelativeResize="0"/>
          <p:nvPr/>
        </p:nvPicPr>
        <p:blipFill rotWithShape="1">
          <a:blip r:embed="rId3">
            <a:alphaModFix/>
          </a:blip>
          <a:srcRect/>
          <a:stretch/>
        </p:blipFill>
        <p:spPr>
          <a:xfrm>
            <a:off x="2241501" y="1533357"/>
            <a:ext cx="7708900" cy="1168400"/>
          </a:xfrm>
          <a:prstGeom prst="rect">
            <a:avLst/>
          </a:prstGeom>
          <a:noFill/>
          <a:ln>
            <a:noFill/>
          </a:ln>
        </p:spPr>
      </p:pic>
      <p:cxnSp>
        <p:nvCxnSpPr>
          <p:cNvPr id="437" name="Google Shape;437;p60"/>
          <p:cNvCxnSpPr/>
          <p:nvPr/>
        </p:nvCxnSpPr>
        <p:spPr>
          <a:xfrm rot="10800000" flipH="1">
            <a:off x="4295273" y="2701800"/>
            <a:ext cx="505200" cy="727200"/>
          </a:xfrm>
          <a:prstGeom prst="straightConnector1">
            <a:avLst/>
          </a:prstGeom>
          <a:noFill/>
          <a:ln w="57150" cap="flat" cmpd="sng">
            <a:solidFill>
              <a:srgbClr val="FF0000"/>
            </a:solidFill>
            <a:prstDash val="solid"/>
            <a:round/>
            <a:headEnd type="none" w="sm" len="sm"/>
            <a:tailEnd type="triangle" w="med" len="med"/>
          </a:ln>
        </p:spPr>
      </p:cxnSp>
      <p:sp>
        <p:nvSpPr>
          <p:cNvPr id="438" name="Google Shape;438;p60"/>
          <p:cNvSpPr txBox="1"/>
          <p:nvPr/>
        </p:nvSpPr>
        <p:spPr>
          <a:xfrm>
            <a:off x="3431896" y="3429000"/>
            <a:ext cx="1726800" cy="1385200"/>
          </a:xfrm>
          <a:prstGeom prst="rect">
            <a:avLst/>
          </a:prstGeom>
          <a:noFill/>
          <a:ln>
            <a:noFill/>
          </a:ln>
        </p:spPr>
        <p:txBody>
          <a:bodyPr spcFirstLastPara="1" wrap="square" lIns="91433" tIns="45700" rIns="91433" bIns="45700" anchor="t" anchorCtr="0">
            <a:noAutofit/>
          </a:bodyPr>
          <a:lstStyle/>
          <a:p>
            <a:r>
              <a:rPr lang="en" sz="2400" u="sng">
                <a:solidFill>
                  <a:srgbClr val="000000"/>
                </a:solidFill>
                <a:latin typeface="Arial"/>
                <a:ea typeface="Arial"/>
                <a:cs typeface="Arial"/>
                <a:sym typeface="Arial"/>
              </a:rPr>
              <a:t>Prevalence</a:t>
            </a:r>
            <a:endParaRPr sz="1467"/>
          </a:p>
          <a:p>
            <a:r>
              <a:rPr lang="en" sz="2000">
                <a:solidFill>
                  <a:srgbClr val="000000"/>
                </a:solidFill>
                <a:latin typeface="Arial"/>
                <a:ea typeface="Arial"/>
                <a:cs typeface="Arial"/>
                <a:sym typeface="Arial"/>
              </a:rPr>
              <a:t>Fraction of</a:t>
            </a:r>
            <a:endParaRPr sz="1467"/>
          </a:p>
          <a:p>
            <a:r>
              <a:rPr lang="en" sz="2000">
                <a:solidFill>
                  <a:srgbClr val="000000"/>
                </a:solidFill>
                <a:latin typeface="Arial"/>
                <a:ea typeface="Arial"/>
                <a:cs typeface="Arial"/>
                <a:sym typeface="Arial"/>
              </a:rPr>
              <a:t>actual 1’s in</a:t>
            </a:r>
            <a:endParaRPr sz="1467"/>
          </a:p>
          <a:p>
            <a:r>
              <a:rPr lang="en" sz="2000">
                <a:solidFill>
                  <a:srgbClr val="000000"/>
                </a:solidFill>
                <a:latin typeface="Arial"/>
                <a:ea typeface="Arial"/>
                <a:cs typeface="Arial"/>
                <a:sym typeface="Arial"/>
              </a:rPr>
              <a:t>population</a:t>
            </a:r>
            <a:endParaRPr sz="1467"/>
          </a:p>
        </p:txBody>
      </p:sp>
      <p:cxnSp>
        <p:nvCxnSpPr>
          <p:cNvPr id="439" name="Google Shape;439;p60"/>
          <p:cNvCxnSpPr/>
          <p:nvPr/>
        </p:nvCxnSpPr>
        <p:spPr>
          <a:xfrm rot="10800000">
            <a:off x="9541221" y="2322168"/>
            <a:ext cx="982400" cy="876000"/>
          </a:xfrm>
          <a:prstGeom prst="straightConnector1">
            <a:avLst/>
          </a:prstGeom>
          <a:noFill/>
          <a:ln w="57150" cap="flat" cmpd="sng">
            <a:solidFill>
              <a:srgbClr val="FF0000"/>
            </a:solidFill>
            <a:prstDash val="solid"/>
            <a:round/>
            <a:headEnd type="none" w="sm" len="sm"/>
            <a:tailEnd type="triangle" w="med" len="med"/>
          </a:ln>
        </p:spPr>
      </p:cxnSp>
      <p:sp>
        <p:nvSpPr>
          <p:cNvPr id="440" name="Google Shape;440;p60"/>
          <p:cNvSpPr txBox="1"/>
          <p:nvPr/>
        </p:nvSpPr>
        <p:spPr>
          <a:xfrm>
            <a:off x="8993393" y="3198168"/>
            <a:ext cx="2975600" cy="1077200"/>
          </a:xfrm>
          <a:prstGeom prst="rect">
            <a:avLst/>
          </a:prstGeom>
          <a:noFill/>
          <a:ln>
            <a:noFill/>
          </a:ln>
        </p:spPr>
        <p:txBody>
          <a:bodyPr spcFirstLastPara="1" wrap="square" lIns="91433" tIns="45700" rIns="91433" bIns="45700" anchor="t" anchorCtr="0">
            <a:noAutofit/>
          </a:bodyPr>
          <a:lstStyle/>
          <a:p>
            <a:r>
              <a:rPr lang="en" sz="2400" u="sng">
                <a:solidFill>
                  <a:srgbClr val="000000"/>
                </a:solidFill>
                <a:latin typeface="Arial"/>
                <a:ea typeface="Arial"/>
                <a:cs typeface="Arial"/>
                <a:sym typeface="Arial"/>
              </a:rPr>
              <a:t>False Negative Rate</a:t>
            </a:r>
            <a:endParaRPr sz="1467"/>
          </a:p>
          <a:p>
            <a:r>
              <a:rPr lang="en" sz="2000">
                <a:solidFill>
                  <a:srgbClr val="000000"/>
                </a:solidFill>
                <a:latin typeface="Arial"/>
                <a:ea typeface="Arial"/>
                <a:cs typeface="Arial"/>
                <a:sym typeface="Arial"/>
              </a:rPr>
              <a:t>Among all actual 1’s,</a:t>
            </a:r>
            <a:endParaRPr sz="1467"/>
          </a:p>
          <a:p>
            <a:r>
              <a:rPr lang="en" sz="2000">
                <a:solidFill>
                  <a:srgbClr val="000000"/>
                </a:solidFill>
                <a:latin typeface="Arial"/>
                <a:ea typeface="Arial"/>
                <a:cs typeface="Arial"/>
                <a:sym typeface="Arial"/>
              </a:rPr>
              <a:t>fraction predicted to be 0</a:t>
            </a:r>
            <a:endParaRPr sz="1467"/>
          </a:p>
        </p:txBody>
      </p:sp>
      <p:cxnSp>
        <p:nvCxnSpPr>
          <p:cNvPr id="441" name="Google Shape;441;p60"/>
          <p:cNvCxnSpPr/>
          <p:nvPr/>
        </p:nvCxnSpPr>
        <p:spPr>
          <a:xfrm rot="10800000" flipH="1">
            <a:off x="1668279" y="2322139"/>
            <a:ext cx="505200" cy="727200"/>
          </a:xfrm>
          <a:prstGeom prst="straightConnector1">
            <a:avLst/>
          </a:prstGeom>
          <a:noFill/>
          <a:ln w="57150" cap="flat" cmpd="sng">
            <a:solidFill>
              <a:srgbClr val="FF0000"/>
            </a:solidFill>
            <a:prstDash val="solid"/>
            <a:round/>
            <a:headEnd type="none" w="sm" len="sm"/>
            <a:tailEnd type="triangle" w="med" len="med"/>
          </a:ln>
        </p:spPr>
      </p:cxnSp>
      <p:sp>
        <p:nvSpPr>
          <p:cNvPr id="442" name="Google Shape;442;p60"/>
          <p:cNvSpPr txBox="1"/>
          <p:nvPr/>
        </p:nvSpPr>
        <p:spPr>
          <a:xfrm>
            <a:off x="219795" y="3065377"/>
            <a:ext cx="3002800" cy="1077200"/>
          </a:xfrm>
          <a:prstGeom prst="rect">
            <a:avLst/>
          </a:prstGeom>
          <a:noFill/>
          <a:ln>
            <a:noFill/>
          </a:ln>
        </p:spPr>
        <p:txBody>
          <a:bodyPr spcFirstLastPara="1" wrap="square" lIns="91433" tIns="45700" rIns="91433" bIns="45700" anchor="t" anchorCtr="0">
            <a:noAutofit/>
          </a:bodyPr>
          <a:lstStyle/>
          <a:p>
            <a:r>
              <a:rPr lang="en" sz="2400" u="sng">
                <a:solidFill>
                  <a:srgbClr val="000000"/>
                </a:solidFill>
                <a:latin typeface="Arial"/>
                <a:ea typeface="Arial"/>
                <a:cs typeface="Arial"/>
                <a:sym typeface="Arial"/>
              </a:rPr>
              <a:t>False Positive Rate</a:t>
            </a:r>
            <a:endParaRPr sz="1467"/>
          </a:p>
          <a:p>
            <a:r>
              <a:rPr lang="en" sz="2000">
                <a:solidFill>
                  <a:srgbClr val="000000"/>
                </a:solidFill>
                <a:latin typeface="Arial"/>
                <a:ea typeface="Arial"/>
                <a:cs typeface="Arial"/>
                <a:sym typeface="Arial"/>
              </a:rPr>
              <a:t>Among all actual 0’s,</a:t>
            </a:r>
            <a:endParaRPr sz="1467"/>
          </a:p>
          <a:p>
            <a:r>
              <a:rPr lang="en" sz="2000">
                <a:solidFill>
                  <a:srgbClr val="000000"/>
                </a:solidFill>
                <a:latin typeface="Arial"/>
                <a:ea typeface="Arial"/>
                <a:cs typeface="Arial"/>
                <a:sym typeface="Arial"/>
              </a:rPr>
              <a:t>fraction predicted to be 1</a:t>
            </a:r>
            <a:endParaRPr sz="1467"/>
          </a:p>
        </p:txBody>
      </p:sp>
      <p:cxnSp>
        <p:nvCxnSpPr>
          <p:cNvPr id="443" name="Google Shape;443;p60"/>
          <p:cNvCxnSpPr/>
          <p:nvPr/>
        </p:nvCxnSpPr>
        <p:spPr>
          <a:xfrm rot="10800000">
            <a:off x="6823369" y="2586397"/>
            <a:ext cx="299600" cy="1210400"/>
          </a:xfrm>
          <a:prstGeom prst="straightConnector1">
            <a:avLst/>
          </a:prstGeom>
          <a:noFill/>
          <a:ln w="57150" cap="flat" cmpd="sng">
            <a:solidFill>
              <a:srgbClr val="FF0000"/>
            </a:solidFill>
            <a:prstDash val="solid"/>
            <a:round/>
            <a:headEnd type="none" w="sm" len="sm"/>
            <a:tailEnd type="triangle" w="med" len="med"/>
          </a:ln>
        </p:spPr>
      </p:cxnSp>
      <p:sp>
        <p:nvSpPr>
          <p:cNvPr id="444" name="Google Shape;444;p60"/>
          <p:cNvSpPr txBox="1"/>
          <p:nvPr/>
        </p:nvSpPr>
        <p:spPr>
          <a:xfrm>
            <a:off x="5578229" y="3812836"/>
            <a:ext cx="3116800" cy="1385200"/>
          </a:xfrm>
          <a:prstGeom prst="rect">
            <a:avLst/>
          </a:prstGeom>
          <a:noFill/>
          <a:ln>
            <a:noFill/>
          </a:ln>
        </p:spPr>
        <p:txBody>
          <a:bodyPr spcFirstLastPara="1" wrap="square" lIns="91433" tIns="45700" rIns="91433" bIns="45700" anchor="t" anchorCtr="0">
            <a:noAutofit/>
          </a:bodyPr>
          <a:lstStyle/>
          <a:p>
            <a:r>
              <a:rPr lang="en" sz="2400" u="sng">
                <a:solidFill>
                  <a:srgbClr val="000000"/>
                </a:solidFill>
                <a:latin typeface="Arial"/>
                <a:ea typeface="Arial"/>
                <a:cs typeface="Arial"/>
                <a:sym typeface="Arial"/>
              </a:rPr>
              <a:t>False Discovery Rate</a:t>
            </a:r>
            <a:endParaRPr sz="1467"/>
          </a:p>
          <a:p>
            <a:r>
              <a:rPr lang="en" sz="2000">
                <a:solidFill>
                  <a:srgbClr val="000000"/>
                </a:solidFill>
                <a:latin typeface="Arial"/>
                <a:ea typeface="Arial"/>
                <a:cs typeface="Arial"/>
                <a:sym typeface="Arial"/>
              </a:rPr>
              <a:t>Among all predicted 1’s,</a:t>
            </a:r>
            <a:endParaRPr sz="1467"/>
          </a:p>
          <a:p>
            <a:r>
              <a:rPr lang="en" sz="2000">
                <a:solidFill>
                  <a:srgbClr val="000000"/>
                </a:solidFill>
                <a:latin typeface="Arial"/>
                <a:ea typeface="Arial"/>
                <a:cs typeface="Arial"/>
                <a:sym typeface="Arial"/>
              </a:rPr>
              <a:t>fraction that are actual 0’s</a:t>
            </a:r>
            <a:endParaRPr sz="1467"/>
          </a:p>
          <a:p>
            <a:r>
              <a:rPr lang="en" sz="2000">
                <a:solidFill>
                  <a:srgbClr val="000000"/>
                </a:solidFill>
                <a:latin typeface="Arial"/>
                <a:ea typeface="Arial"/>
                <a:cs typeface="Arial"/>
                <a:sym typeface="Arial"/>
              </a:rPr>
              <a:t>=(1 – precision)</a:t>
            </a:r>
            <a:endParaRPr sz="1467"/>
          </a:p>
        </p:txBody>
      </p:sp>
      <p:sp>
        <p:nvSpPr>
          <p:cNvPr id="445" name="Google Shape;445;p60"/>
          <p:cNvSpPr txBox="1"/>
          <p:nvPr/>
        </p:nvSpPr>
        <p:spPr>
          <a:xfrm>
            <a:off x="759967" y="5926500"/>
            <a:ext cx="10984400" cy="655600"/>
          </a:xfrm>
          <a:prstGeom prst="rect">
            <a:avLst/>
          </a:prstGeom>
          <a:noFill/>
          <a:ln>
            <a:noFill/>
          </a:ln>
        </p:spPr>
        <p:txBody>
          <a:bodyPr spcFirstLastPara="1" wrap="square" lIns="121900" tIns="121900" rIns="121900" bIns="121900" anchor="t" anchorCtr="0">
            <a:noAutofit/>
          </a:bodyPr>
          <a:lstStyle/>
          <a:p>
            <a:r>
              <a:rPr lang="en" sz="1333">
                <a:solidFill>
                  <a:srgbClr val="222222"/>
                </a:solidFill>
                <a:highlight>
                  <a:srgbClr val="FFFFFF"/>
                </a:highlight>
              </a:rPr>
              <a:t>Chouldechova, A. (2017). Fair prediction with disparate impact: A study of bias in recidivism prediction instruments. </a:t>
            </a:r>
            <a:r>
              <a:rPr lang="en" sz="1333" i="1">
                <a:solidFill>
                  <a:srgbClr val="222222"/>
                </a:solidFill>
                <a:highlight>
                  <a:srgbClr val="FFFFFF"/>
                </a:highlight>
              </a:rPr>
              <a:t>Big data</a:t>
            </a:r>
            <a:r>
              <a:rPr lang="en" sz="1333">
                <a:solidFill>
                  <a:srgbClr val="222222"/>
                </a:solidFill>
                <a:highlight>
                  <a:srgbClr val="FFFFFF"/>
                </a:highlight>
              </a:rPr>
              <a:t>, </a:t>
            </a:r>
            <a:r>
              <a:rPr lang="en" sz="1333" i="1">
                <a:solidFill>
                  <a:srgbClr val="222222"/>
                </a:solidFill>
                <a:highlight>
                  <a:srgbClr val="FFFFFF"/>
                </a:highlight>
              </a:rPr>
              <a:t>5</a:t>
            </a:r>
            <a:r>
              <a:rPr lang="en" sz="1333">
                <a:solidFill>
                  <a:srgbClr val="222222"/>
                </a:solidFill>
                <a:highlight>
                  <a:srgbClr val="FFFFFF"/>
                </a:highlight>
              </a:rPr>
              <a:t>(2), 153-163.</a:t>
            </a:r>
            <a:endParaRPr sz="2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61"/>
          <p:cNvSpPr txBox="1">
            <a:spLocks noGrp="1"/>
          </p:cNvSpPr>
          <p:nvPr>
            <p:ph type="title"/>
          </p:nvPr>
        </p:nvSpPr>
        <p:spPr>
          <a:xfrm>
            <a:off x="298448" y="233314"/>
            <a:ext cx="9384000" cy="572800"/>
          </a:xfrm>
          <a:prstGeom prst="rect">
            <a:avLst/>
          </a:prstGeom>
          <a:noFill/>
          <a:ln>
            <a:noFill/>
          </a:ln>
        </p:spPr>
        <p:txBody>
          <a:bodyPr spcFirstLastPara="1" vert="horz" wrap="square" lIns="121900" tIns="121900" rIns="121900" bIns="121900" rtlCol="0" anchor="t" anchorCtr="0">
            <a:noAutofit/>
          </a:bodyPr>
          <a:lstStyle/>
          <a:p>
            <a:pPr>
              <a:buSzPts val="2800"/>
            </a:pPr>
            <a:r>
              <a:rPr lang="en" sz="3733" dirty="0"/>
              <a:t>Incompatibility Between Fairness Metrics</a:t>
            </a:r>
            <a:endParaRPr dirty="0"/>
          </a:p>
        </p:txBody>
      </p:sp>
      <p:pic>
        <p:nvPicPr>
          <p:cNvPr id="451" name="Google Shape;451;p61"/>
          <p:cNvPicPr preferRelativeResize="0"/>
          <p:nvPr/>
        </p:nvPicPr>
        <p:blipFill rotWithShape="1">
          <a:blip r:embed="rId3">
            <a:alphaModFix/>
          </a:blip>
          <a:srcRect/>
          <a:stretch/>
        </p:blipFill>
        <p:spPr>
          <a:xfrm>
            <a:off x="2241501" y="1533357"/>
            <a:ext cx="7708900" cy="1168400"/>
          </a:xfrm>
          <a:prstGeom prst="rect">
            <a:avLst/>
          </a:prstGeom>
          <a:noFill/>
          <a:ln>
            <a:noFill/>
          </a:ln>
        </p:spPr>
      </p:pic>
      <p:cxnSp>
        <p:nvCxnSpPr>
          <p:cNvPr id="452" name="Google Shape;452;p61"/>
          <p:cNvCxnSpPr/>
          <p:nvPr/>
        </p:nvCxnSpPr>
        <p:spPr>
          <a:xfrm rot="10800000" flipH="1">
            <a:off x="4295273" y="2701800"/>
            <a:ext cx="505200" cy="727200"/>
          </a:xfrm>
          <a:prstGeom prst="straightConnector1">
            <a:avLst/>
          </a:prstGeom>
          <a:noFill/>
          <a:ln w="57150" cap="flat" cmpd="sng">
            <a:solidFill>
              <a:srgbClr val="FF0000"/>
            </a:solidFill>
            <a:prstDash val="solid"/>
            <a:round/>
            <a:headEnd type="none" w="sm" len="sm"/>
            <a:tailEnd type="triangle" w="med" len="med"/>
          </a:ln>
        </p:spPr>
      </p:cxnSp>
      <p:sp>
        <p:nvSpPr>
          <p:cNvPr id="453" name="Google Shape;453;p61"/>
          <p:cNvSpPr txBox="1"/>
          <p:nvPr/>
        </p:nvSpPr>
        <p:spPr>
          <a:xfrm>
            <a:off x="2473700" y="3429000"/>
            <a:ext cx="3156800" cy="1385200"/>
          </a:xfrm>
          <a:prstGeom prst="rect">
            <a:avLst/>
          </a:prstGeom>
          <a:noFill/>
          <a:ln>
            <a:noFill/>
          </a:ln>
        </p:spPr>
        <p:txBody>
          <a:bodyPr spcFirstLastPara="1" wrap="square" lIns="91433" tIns="45700" rIns="91433" bIns="45700" anchor="t" anchorCtr="0">
            <a:noAutofit/>
          </a:bodyPr>
          <a:lstStyle/>
          <a:p>
            <a:pPr>
              <a:buSzPts val="1100"/>
            </a:pPr>
            <a:r>
              <a:rPr lang="en" sz="2667"/>
              <a:t>If prevalence is unequal across groups...</a:t>
            </a:r>
            <a:endParaRPr sz="2667"/>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62"/>
          <p:cNvSpPr txBox="1">
            <a:spLocks noGrp="1"/>
          </p:cNvSpPr>
          <p:nvPr>
            <p:ph type="title"/>
          </p:nvPr>
        </p:nvSpPr>
        <p:spPr>
          <a:xfrm>
            <a:off x="311833" y="233314"/>
            <a:ext cx="9384000" cy="572800"/>
          </a:xfrm>
          <a:prstGeom prst="rect">
            <a:avLst/>
          </a:prstGeom>
          <a:noFill/>
          <a:ln>
            <a:noFill/>
          </a:ln>
        </p:spPr>
        <p:txBody>
          <a:bodyPr spcFirstLastPara="1" vert="horz" wrap="square" lIns="121900" tIns="121900" rIns="121900" bIns="121900" rtlCol="0" anchor="t" anchorCtr="0">
            <a:noAutofit/>
          </a:bodyPr>
          <a:lstStyle/>
          <a:p>
            <a:pPr>
              <a:buSzPts val="2800"/>
            </a:pPr>
            <a:r>
              <a:rPr lang="en" sz="3733" dirty="0"/>
              <a:t>Incompatibility Between Fairness Metrics</a:t>
            </a:r>
            <a:endParaRPr dirty="0"/>
          </a:p>
        </p:txBody>
      </p:sp>
      <p:pic>
        <p:nvPicPr>
          <p:cNvPr id="459" name="Google Shape;459;p62"/>
          <p:cNvPicPr preferRelativeResize="0"/>
          <p:nvPr/>
        </p:nvPicPr>
        <p:blipFill rotWithShape="1">
          <a:blip r:embed="rId3">
            <a:alphaModFix/>
          </a:blip>
          <a:srcRect/>
          <a:stretch/>
        </p:blipFill>
        <p:spPr>
          <a:xfrm>
            <a:off x="2241501" y="1533357"/>
            <a:ext cx="7708900" cy="1168400"/>
          </a:xfrm>
          <a:prstGeom prst="rect">
            <a:avLst/>
          </a:prstGeom>
          <a:noFill/>
          <a:ln>
            <a:noFill/>
          </a:ln>
        </p:spPr>
      </p:pic>
      <p:cxnSp>
        <p:nvCxnSpPr>
          <p:cNvPr id="460" name="Google Shape;460;p62"/>
          <p:cNvCxnSpPr/>
          <p:nvPr/>
        </p:nvCxnSpPr>
        <p:spPr>
          <a:xfrm rot="10800000" flipH="1">
            <a:off x="4295273" y="2701800"/>
            <a:ext cx="505200" cy="727200"/>
          </a:xfrm>
          <a:prstGeom prst="straightConnector1">
            <a:avLst/>
          </a:prstGeom>
          <a:noFill/>
          <a:ln w="57150" cap="flat" cmpd="sng">
            <a:solidFill>
              <a:srgbClr val="FF0000"/>
            </a:solidFill>
            <a:prstDash val="solid"/>
            <a:round/>
            <a:headEnd type="none" w="sm" len="sm"/>
            <a:tailEnd type="triangle" w="med" len="med"/>
          </a:ln>
        </p:spPr>
      </p:cxnSp>
      <p:sp>
        <p:nvSpPr>
          <p:cNvPr id="461" name="Google Shape;461;p62"/>
          <p:cNvSpPr txBox="1"/>
          <p:nvPr/>
        </p:nvSpPr>
        <p:spPr>
          <a:xfrm>
            <a:off x="2473700" y="3429000"/>
            <a:ext cx="3156800" cy="1385200"/>
          </a:xfrm>
          <a:prstGeom prst="rect">
            <a:avLst/>
          </a:prstGeom>
          <a:noFill/>
          <a:ln>
            <a:noFill/>
          </a:ln>
        </p:spPr>
        <p:txBody>
          <a:bodyPr spcFirstLastPara="1" wrap="square" lIns="91433" tIns="45700" rIns="91433" bIns="45700" anchor="t" anchorCtr="0">
            <a:noAutofit/>
          </a:bodyPr>
          <a:lstStyle/>
          <a:p>
            <a:pPr>
              <a:buSzPts val="1100"/>
            </a:pPr>
            <a:r>
              <a:rPr lang="en" sz="2667"/>
              <a:t>If prevalence is unequal across groups...</a:t>
            </a:r>
            <a:endParaRPr sz="2667"/>
          </a:p>
        </p:txBody>
      </p:sp>
      <p:cxnSp>
        <p:nvCxnSpPr>
          <p:cNvPr id="462" name="Google Shape;462;p62"/>
          <p:cNvCxnSpPr/>
          <p:nvPr/>
        </p:nvCxnSpPr>
        <p:spPr>
          <a:xfrm rot="10800000">
            <a:off x="6823369" y="2586397"/>
            <a:ext cx="299600" cy="1210400"/>
          </a:xfrm>
          <a:prstGeom prst="straightConnector1">
            <a:avLst/>
          </a:prstGeom>
          <a:noFill/>
          <a:ln w="57150" cap="flat" cmpd="sng">
            <a:solidFill>
              <a:srgbClr val="FF0000"/>
            </a:solidFill>
            <a:prstDash val="solid"/>
            <a:round/>
            <a:headEnd type="none" w="sm" len="sm"/>
            <a:tailEnd type="triangle" w="med" len="med"/>
          </a:ln>
        </p:spPr>
      </p:cxnSp>
      <p:sp>
        <p:nvSpPr>
          <p:cNvPr id="463" name="Google Shape;463;p62"/>
          <p:cNvSpPr txBox="1"/>
          <p:nvPr/>
        </p:nvSpPr>
        <p:spPr>
          <a:xfrm>
            <a:off x="5578233" y="3812833"/>
            <a:ext cx="4117600" cy="1001200"/>
          </a:xfrm>
          <a:prstGeom prst="rect">
            <a:avLst/>
          </a:prstGeom>
          <a:noFill/>
          <a:ln>
            <a:noFill/>
          </a:ln>
        </p:spPr>
        <p:txBody>
          <a:bodyPr spcFirstLastPara="1" wrap="square" lIns="91433" tIns="45700" rIns="91433" bIns="45700" anchor="t" anchorCtr="0">
            <a:noAutofit/>
          </a:bodyPr>
          <a:lstStyle/>
          <a:p>
            <a:pPr>
              <a:buSzPts val="1100"/>
            </a:pPr>
            <a:r>
              <a:rPr lang="en" sz="2667"/>
              <a:t>…and FDR (or precision) </a:t>
            </a:r>
            <a:endParaRPr sz="2667"/>
          </a:p>
          <a:p>
            <a:pPr>
              <a:buSzPts val="1100"/>
            </a:pPr>
            <a:r>
              <a:rPr lang="en" sz="2667"/>
              <a:t>is equal across groups...</a:t>
            </a:r>
            <a:endParaRPr sz="2667"/>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63"/>
          <p:cNvSpPr txBox="1">
            <a:spLocks noGrp="1"/>
          </p:cNvSpPr>
          <p:nvPr>
            <p:ph type="title"/>
          </p:nvPr>
        </p:nvSpPr>
        <p:spPr>
          <a:xfrm>
            <a:off x="311833" y="233314"/>
            <a:ext cx="9384000" cy="572800"/>
          </a:xfrm>
          <a:prstGeom prst="rect">
            <a:avLst/>
          </a:prstGeom>
          <a:noFill/>
          <a:ln>
            <a:noFill/>
          </a:ln>
        </p:spPr>
        <p:txBody>
          <a:bodyPr spcFirstLastPara="1" vert="horz" wrap="square" lIns="121900" tIns="121900" rIns="121900" bIns="121900" rtlCol="0" anchor="t" anchorCtr="0">
            <a:noAutofit/>
          </a:bodyPr>
          <a:lstStyle/>
          <a:p>
            <a:pPr>
              <a:buSzPts val="2800"/>
            </a:pPr>
            <a:r>
              <a:rPr lang="en" sz="3733" dirty="0"/>
              <a:t>Incompatibility Between Fairness Metrics</a:t>
            </a:r>
            <a:endParaRPr dirty="0"/>
          </a:p>
        </p:txBody>
      </p:sp>
      <p:pic>
        <p:nvPicPr>
          <p:cNvPr id="469" name="Google Shape;469;p63"/>
          <p:cNvPicPr preferRelativeResize="0"/>
          <p:nvPr/>
        </p:nvPicPr>
        <p:blipFill rotWithShape="1">
          <a:blip r:embed="rId3">
            <a:alphaModFix/>
          </a:blip>
          <a:srcRect/>
          <a:stretch/>
        </p:blipFill>
        <p:spPr>
          <a:xfrm>
            <a:off x="2241501" y="1533357"/>
            <a:ext cx="7708900" cy="1168400"/>
          </a:xfrm>
          <a:prstGeom prst="rect">
            <a:avLst/>
          </a:prstGeom>
          <a:noFill/>
          <a:ln>
            <a:noFill/>
          </a:ln>
        </p:spPr>
      </p:pic>
      <p:cxnSp>
        <p:nvCxnSpPr>
          <p:cNvPr id="470" name="Google Shape;470;p63"/>
          <p:cNvCxnSpPr/>
          <p:nvPr/>
        </p:nvCxnSpPr>
        <p:spPr>
          <a:xfrm rot="10800000" flipH="1">
            <a:off x="4295273" y="2701800"/>
            <a:ext cx="505200" cy="727200"/>
          </a:xfrm>
          <a:prstGeom prst="straightConnector1">
            <a:avLst/>
          </a:prstGeom>
          <a:noFill/>
          <a:ln w="57150" cap="flat" cmpd="sng">
            <a:solidFill>
              <a:srgbClr val="FF0000"/>
            </a:solidFill>
            <a:prstDash val="solid"/>
            <a:round/>
            <a:headEnd type="none" w="sm" len="sm"/>
            <a:tailEnd type="triangle" w="med" len="med"/>
          </a:ln>
        </p:spPr>
      </p:cxnSp>
      <p:sp>
        <p:nvSpPr>
          <p:cNvPr id="471" name="Google Shape;471;p63"/>
          <p:cNvSpPr txBox="1"/>
          <p:nvPr/>
        </p:nvSpPr>
        <p:spPr>
          <a:xfrm>
            <a:off x="2473700" y="3429000"/>
            <a:ext cx="3156800" cy="1385200"/>
          </a:xfrm>
          <a:prstGeom prst="rect">
            <a:avLst/>
          </a:prstGeom>
          <a:noFill/>
          <a:ln>
            <a:noFill/>
          </a:ln>
        </p:spPr>
        <p:txBody>
          <a:bodyPr spcFirstLastPara="1" wrap="square" lIns="91433" tIns="45700" rIns="91433" bIns="45700" anchor="t" anchorCtr="0">
            <a:noAutofit/>
          </a:bodyPr>
          <a:lstStyle/>
          <a:p>
            <a:pPr>
              <a:buSzPts val="1100"/>
            </a:pPr>
            <a:r>
              <a:rPr lang="en" sz="2667"/>
              <a:t>If prevalence is unequal across groups...</a:t>
            </a:r>
            <a:endParaRPr sz="2667"/>
          </a:p>
        </p:txBody>
      </p:sp>
      <p:cxnSp>
        <p:nvCxnSpPr>
          <p:cNvPr id="472" name="Google Shape;472;p63"/>
          <p:cNvCxnSpPr/>
          <p:nvPr/>
        </p:nvCxnSpPr>
        <p:spPr>
          <a:xfrm rot="10800000">
            <a:off x="6823369" y="2586397"/>
            <a:ext cx="299600" cy="1210400"/>
          </a:xfrm>
          <a:prstGeom prst="straightConnector1">
            <a:avLst/>
          </a:prstGeom>
          <a:noFill/>
          <a:ln w="57150" cap="flat" cmpd="sng">
            <a:solidFill>
              <a:srgbClr val="FF0000"/>
            </a:solidFill>
            <a:prstDash val="solid"/>
            <a:round/>
            <a:headEnd type="none" w="sm" len="sm"/>
            <a:tailEnd type="triangle" w="med" len="med"/>
          </a:ln>
        </p:spPr>
      </p:cxnSp>
      <p:sp>
        <p:nvSpPr>
          <p:cNvPr id="473" name="Google Shape;473;p63"/>
          <p:cNvSpPr txBox="1"/>
          <p:nvPr/>
        </p:nvSpPr>
        <p:spPr>
          <a:xfrm>
            <a:off x="5578233" y="3812833"/>
            <a:ext cx="4117600" cy="1001200"/>
          </a:xfrm>
          <a:prstGeom prst="rect">
            <a:avLst/>
          </a:prstGeom>
          <a:noFill/>
          <a:ln>
            <a:noFill/>
          </a:ln>
        </p:spPr>
        <p:txBody>
          <a:bodyPr spcFirstLastPara="1" wrap="square" lIns="91433" tIns="45700" rIns="91433" bIns="45700" anchor="t" anchorCtr="0">
            <a:noAutofit/>
          </a:bodyPr>
          <a:lstStyle/>
          <a:p>
            <a:pPr>
              <a:buSzPts val="1100"/>
            </a:pPr>
            <a:r>
              <a:rPr lang="en" sz="2667"/>
              <a:t>…and FDR (or precision) </a:t>
            </a:r>
            <a:endParaRPr sz="2667"/>
          </a:p>
          <a:p>
            <a:pPr>
              <a:buSzPts val="1100"/>
            </a:pPr>
            <a:r>
              <a:rPr lang="en" sz="2667"/>
              <a:t>is equal across groups...</a:t>
            </a:r>
            <a:endParaRPr sz="2667"/>
          </a:p>
        </p:txBody>
      </p:sp>
      <p:sp>
        <p:nvSpPr>
          <p:cNvPr id="474" name="Google Shape;474;p63"/>
          <p:cNvSpPr txBox="1"/>
          <p:nvPr/>
        </p:nvSpPr>
        <p:spPr>
          <a:xfrm>
            <a:off x="648000" y="5484867"/>
            <a:ext cx="10896000" cy="727200"/>
          </a:xfrm>
          <a:prstGeom prst="rect">
            <a:avLst/>
          </a:prstGeom>
          <a:noFill/>
          <a:ln>
            <a:noFill/>
          </a:ln>
        </p:spPr>
        <p:txBody>
          <a:bodyPr spcFirstLastPara="1" wrap="square" lIns="91433" tIns="45700" rIns="91433" bIns="45700" anchor="t" anchorCtr="0">
            <a:noAutofit/>
          </a:bodyPr>
          <a:lstStyle/>
          <a:p>
            <a:pPr>
              <a:buSzPts val="1100"/>
            </a:pPr>
            <a:r>
              <a:rPr lang="en" sz="2667"/>
              <a:t>…then either FPR or FNR can be equal across groups, </a:t>
            </a:r>
            <a:r>
              <a:rPr lang="en" sz="2667" b="1" u="sng"/>
              <a:t>but not both</a:t>
            </a:r>
            <a:endParaRPr sz="2667" b="1" u="sng"/>
          </a:p>
          <a:p>
            <a:pPr>
              <a:buSzPts val="1100"/>
            </a:pPr>
            <a:endParaRPr sz="2667"/>
          </a:p>
          <a:p>
            <a:pPr>
              <a:buSzPts val="1100"/>
            </a:pPr>
            <a:endParaRPr sz="2667"/>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E038B8-9DA1-054F-B953-838194CAC13F}"/>
              </a:ext>
            </a:extLst>
          </p:cNvPr>
          <p:cNvSpPr>
            <a:spLocks noGrp="1"/>
          </p:cNvSpPr>
          <p:nvPr>
            <p:ph type="title"/>
          </p:nvPr>
        </p:nvSpPr>
        <p:spPr/>
        <p:txBody>
          <a:bodyPr/>
          <a:lstStyle/>
          <a:p>
            <a:r>
              <a:rPr lang="en" sz="4000" dirty="0"/>
              <a:t>Does that mean we cannot achieve fairness in ML? models?</a:t>
            </a:r>
            <a:endParaRPr lang="en-US" sz="3733" dirty="0"/>
          </a:p>
        </p:txBody>
      </p:sp>
      <p:sp>
        <p:nvSpPr>
          <p:cNvPr id="5" name="TextBox 4">
            <a:extLst>
              <a:ext uri="{FF2B5EF4-FFF2-40B4-BE49-F238E27FC236}">
                <a16:creationId xmlns:a16="http://schemas.microsoft.com/office/drawing/2014/main" id="{0687553F-2101-9C44-9C8A-C6082AB6FAFD}"/>
              </a:ext>
            </a:extLst>
          </p:cNvPr>
          <p:cNvSpPr txBox="1"/>
          <p:nvPr/>
        </p:nvSpPr>
        <p:spPr>
          <a:xfrm>
            <a:off x="415600" y="1504282"/>
            <a:ext cx="11360699" cy="3970318"/>
          </a:xfrm>
          <a:prstGeom prst="rect">
            <a:avLst/>
          </a:prstGeom>
          <a:noFill/>
        </p:spPr>
        <p:txBody>
          <a:bodyPr wrap="square" rtlCol="0">
            <a:spAutoFit/>
          </a:bodyPr>
          <a:lstStyle/>
          <a:p>
            <a:r>
              <a:rPr lang="en-US" sz="3600" dirty="0"/>
              <a:t>Sadly, no… we </a:t>
            </a:r>
            <a:r>
              <a:rPr lang="en-US" sz="3600" u="sng" dirty="0"/>
              <a:t>can’t</a:t>
            </a:r>
            <a:r>
              <a:rPr lang="en-US" sz="3600" b="1" dirty="0"/>
              <a:t> </a:t>
            </a:r>
            <a:r>
              <a:rPr lang="en-US" sz="3600" dirty="0"/>
              <a:t>have it all!</a:t>
            </a:r>
          </a:p>
          <a:p>
            <a:endParaRPr lang="en-US" sz="3600" dirty="0"/>
          </a:p>
          <a:p>
            <a:r>
              <a:rPr lang="en-US" sz="3600" dirty="0"/>
              <a:t>But this also </a:t>
            </a:r>
            <a:r>
              <a:rPr lang="en-US" sz="3600" u="sng" dirty="0"/>
              <a:t>doesn’t</a:t>
            </a:r>
            <a:r>
              <a:rPr lang="en-US" sz="3600" dirty="0"/>
              <a:t> mean fairness is unachievable or we shouldn’t bother.</a:t>
            </a:r>
          </a:p>
          <a:p>
            <a:endParaRPr lang="en-US" sz="3600" dirty="0"/>
          </a:p>
          <a:p>
            <a:r>
              <a:rPr lang="en-US" sz="3600" dirty="0"/>
              <a:t>Instead, it means we have to </a:t>
            </a:r>
            <a:r>
              <a:rPr lang="en-US" sz="3600" b="1" dirty="0"/>
              <a:t>carefully consider</a:t>
            </a:r>
            <a:r>
              <a:rPr lang="en-US" sz="3600" dirty="0"/>
              <a:t> </a:t>
            </a:r>
            <a:r>
              <a:rPr lang="en-US" sz="3600" b="1" dirty="0"/>
              <a:t>and</a:t>
            </a:r>
            <a:r>
              <a:rPr lang="en-US" sz="3600" dirty="0"/>
              <a:t> </a:t>
            </a:r>
            <a:r>
              <a:rPr lang="en-US" sz="3600" b="1" dirty="0"/>
              <a:t>choose</a:t>
            </a:r>
            <a:r>
              <a:rPr lang="en-US" sz="3600" dirty="0"/>
              <a:t> the appropriate fairness metrics for our context</a:t>
            </a:r>
          </a:p>
        </p:txBody>
      </p:sp>
    </p:spTree>
    <p:extLst>
      <p:ext uri="{BB962C8B-B14F-4D97-AF65-F5344CB8AC3E}">
        <p14:creationId xmlns:p14="http://schemas.microsoft.com/office/powerpoint/2010/main" val="34348157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pic>
        <p:nvPicPr>
          <p:cNvPr id="3" name="Picture 2">
            <a:extLst>
              <a:ext uri="{FF2B5EF4-FFF2-40B4-BE49-F238E27FC236}">
                <a16:creationId xmlns:a16="http://schemas.microsoft.com/office/drawing/2014/main" id="{79C1F695-5969-6448-B838-B87ECE6C2C80}"/>
              </a:ext>
            </a:extLst>
          </p:cNvPr>
          <p:cNvPicPr>
            <a:picLocks noChangeAspect="1"/>
          </p:cNvPicPr>
          <p:nvPr/>
        </p:nvPicPr>
        <p:blipFill>
          <a:blip r:embed="rId3"/>
          <a:stretch>
            <a:fillRect/>
          </a:stretch>
        </p:blipFill>
        <p:spPr>
          <a:xfrm>
            <a:off x="-1" y="0"/>
            <a:ext cx="12191999" cy="6408235"/>
          </a:xfrm>
          <a:prstGeom prst="rect">
            <a:avLst/>
          </a:prstGeom>
        </p:spPr>
      </p:pic>
      <p:pic>
        <p:nvPicPr>
          <p:cNvPr id="2" name="Picture 1">
            <a:extLst>
              <a:ext uri="{FF2B5EF4-FFF2-40B4-BE49-F238E27FC236}">
                <a16:creationId xmlns:a16="http://schemas.microsoft.com/office/drawing/2014/main" id="{64541110-E6E8-B44D-7D8E-5800E5E1FB03}"/>
              </a:ext>
            </a:extLst>
          </p:cNvPr>
          <p:cNvPicPr>
            <a:picLocks noChangeAspect="1"/>
          </p:cNvPicPr>
          <p:nvPr/>
        </p:nvPicPr>
        <p:blipFill>
          <a:blip r:embed="rId4"/>
          <a:stretch>
            <a:fillRect/>
          </a:stretch>
        </p:blipFill>
        <p:spPr>
          <a:xfrm>
            <a:off x="521881" y="21963"/>
            <a:ext cx="11148232" cy="6386272"/>
          </a:xfrm>
          <a:prstGeom prst="rect">
            <a:avLst/>
          </a:prstGeom>
        </p:spPr>
      </p:pic>
    </p:spTree>
    <p:extLst>
      <p:ext uri="{BB962C8B-B14F-4D97-AF65-F5344CB8AC3E}">
        <p14:creationId xmlns:p14="http://schemas.microsoft.com/office/powerpoint/2010/main" val="1584603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A6DC0D54-0B18-6E49-BE26-E4BF7A51BAF3}"/>
              </a:ext>
            </a:extLst>
          </p:cNvPr>
          <p:cNvGraphicFramePr/>
          <p:nvPr/>
        </p:nvGraphicFramePr>
        <p:xfrm>
          <a:off x="0" y="859537"/>
          <a:ext cx="12192000" cy="53023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4">
            <a:extLst>
              <a:ext uri="{FF2B5EF4-FFF2-40B4-BE49-F238E27FC236}">
                <a16:creationId xmlns:a16="http://schemas.microsoft.com/office/drawing/2014/main" id="{F0199F36-82BD-C781-CC20-68279DC263F7}"/>
              </a:ext>
            </a:extLst>
          </p:cNvPr>
          <p:cNvSpPr>
            <a:spLocks noGrp="1"/>
          </p:cNvSpPr>
          <p:nvPr>
            <p:ph type="title"/>
          </p:nvPr>
        </p:nvSpPr>
        <p:spPr/>
        <p:txBody>
          <a:bodyPr/>
          <a:lstStyle/>
          <a:p>
            <a:r>
              <a:rPr lang="en-US" dirty="0">
                <a:solidFill>
                  <a:schemeClr val="bg1"/>
                </a:solidFill>
              </a:rPr>
              <a:t>The focus should not just on making the ML model fair but rather on </a:t>
            </a:r>
            <a:r>
              <a:rPr lang="en-US" b="1" dirty="0">
                <a:solidFill>
                  <a:schemeClr val="bg1"/>
                </a:solidFill>
              </a:rPr>
              <a:t>making the overall system and outcomes fair</a:t>
            </a:r>
            <a:endParaRPr lang="en-US" dirty="0"/>
          </a:p>
        </p:txBody>
      </p:sp>
    </p:spTree>
    <p:extLst>
      <p:ext uri="{BB962C8B-B14F-4D97-AF65-F5344CB8AC3E}">
        <p14:creationId xmlns:p14="http://schemas.microsoft.com/office/powerpoint/2010/main" val="38083493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8878C-33E3-23A9-A1B5-DF697CEFD54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EC3C7C0-CCC6-2EAD-95F6-C31E5C6AF245}"/>
              </a:ext>
            </a:extLst>
          </p:cNvPr>
          <p:cNvSpPr>
            <a:spLocks noGrp="1"/>
          </p:cNvSpPr>
          <p:nvPr>
            <p:ph type="title"/>
          </p:nvPr>
        </p:nvSpPr>
        <p:spPr/>
        <p:txBody>
          <a:bodyPr/>
          <a:lstStyle/>
          <a:p>
            <a:endParaRPr lang="en-US"/>
          </a:p>
        </p:txBody>
      </p:sp>
      <p:pic>
        <p:nvPicPr>
          <p:cNvPr id="1026" name="Picture 2" descr="https://lh6.googleusercontent.com/pkNnU28wfLkoNUWnKRu25Y346Dsame_Jjorg2jyA8r5QBw_hck34YExzFNkQxG6Q4OX0YLszs5yE42tJNgEsfr-4vTAn8ER54v875sMskyrI-W8ixufzfRemPjcDfob5uB_Am2HGyEE">
            <a:extLst>
              <a:ext uri="{FF2B5EF4-FFF2-40B4-BE49-F238E27FC236}">
                <a16:creationId xmlns:a16="http://schemas.microsoft.com/office/drawing/2014/main" id="{1158D33D-904B-626D-D5FD-3001E976CD46}"/>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856344" y="-43542"/>
            <a:ext cx="10083800" cy="645299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507CDD5-967C-6958-1116-D3499F6B5130}"/>
              </a:ext>
            </a:extLst>
          </p:cNvPr>
          <p:cNvSpPr txBox="1"/>
          <p:nvPr/>
        </p:nvSpPr>
        <p:spPr>
          <a:xfrm>
            <a:off x="2850244" y="0"/>
            <a:ext cx="6096000" cy="74879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defTabSz="609585" fontAlgn="base">
              <a:spcBef>
                <a:spcPct val="0"/>
              </a:spcBef>
              <a:spcAft>
                <a:spcPct val="0"/>
              </a:spcAft>
            </a:pPr>
            <a:r>
              <a:rPr lang="en-US" sz="2133" dirty="0">
                <a:solidFill>
                  <a:prstClr val="black"/>
                </a:solidFill>
                <a:latin typeface="Calibri"/>
              </a:rPr>
              <a:t>Aequitas: Bias Audit Tool</a:t>
            </a:r>
          </a:p>
          <a:p>
            <a:pPr algn="ctr" defTabSz="609585" fontAlgn="base">
              <a:spcBef>
                <a:spcPct val="0"/>
              </a:spcBef>
              <a:spcAft>
                <a:spcPct val="0"/>
              </a:spcAft>
            </a:pPr>
            <a:r>
              <a:rPr lang="en-US" sz="2133" dirty="0">
                <a:solidFill>
                  <a:prstClr val="black"/>
                </a:solidFill>
                <a:latin typeface="Calibri"/>
                <a:hlinkClick r:id="rId3"/>
              </a:rPr>
              <a:t>http://datasciencepublicpolicy.org/aequitas</a:t>
            </a:r>
            <a:endParaRPr lang="en-US" sz="2133" dirty="0">
              <a:solidFill>
                <a:prstClr val="black"/>
              </a:solidFill>
              <a:latin typeface="Calibri"/>
            </a:endParaRPr>
          </a:p>
        </p:txBody>
      </p:sp>
      <p:pic>
        <p:nvPicPr>
          <p:cNvPr id="6" name="Picture 5">
            <a:extLst>
              <a:ext uri="{FF2B5EF4-FFF2-40B4-BE49-F238E27FC236}">
                <a16:creationId xmlns:a16="http://schemas.microsoft.com/office/drawing/2014/main" id="{3D6288A6-4363-18FD-6830-C1721EA97FB3}"/>
              </a:ext>
            </a:extLst>
          </p:cNvPr>
          <p:cNvPicPr>
            <a:picLocks noChangeAspect="1"/>
          </p:cNvPicPr>
          <p:nvPr/>
        </p:nvPicPr>
        <p:blipFill>
          <a:blip r:embed="rId4"/>
          <a:stretch>
            <a:fillRect/>
          </a:stretch>
        </p:blipFill>
        <p:spPr>
          <a:xfrm>
            <a:off x="0" y="0"/>
            <a:ext cx="12192000" cy="6476355"/>
          </a:xfrm>
          <a:prstGeom prst="rect">
            <a:avLst/>
          </a:prstGeom>
        </p:spPr>
      </p:pic>
      <p:sp>
        <p:nvSpPr>
          <p:cNvPr id="5" name="TextBox 4">
            <a:extLst>
              <a:ext uri="{FF2B5EF4-FFF2-40B4-BE49-F238E27FC236}">
                <a16:creationId xmlns:a16="http://schemas.microsoft.com/office/drawing/2014/main" id="{A403F96A-1743-0D84-CAAB-35F1E8FF2EE1}"/>
              </a:ext>
            </a:extLst>
          </p:cNvPr>
          <p:cNvSpPr txBox="1"/>
          <p:nvPr/>
        </p:nvSpPr>
        <p:spPr>
          <a:xfrm>
            <a:off x="3048000" y="3728880"/>
            <a:ext cx="6096000" cy="400110"/>
          </a:xfrm>
          <a:prstGeom prst="rect">
            <a:avLst/>
          </a:prstGeom>
          <a:noFill/>
        </p:spPr>
        <p:txBody>
          <a:bodyPr wrap="square">
            <a:spAutoFit/>
          </a:bodyPr>
          <a:lstStyle/>
          <a:p>
            <a:pPr algn="ctr"/>
            <a:r>
              <a:rPr lang="en-US" sz="2000" u="sng" dirty="0">
                <a:solidFill>
                  <a:schemeClr val="bg1"/>
                </a:solidFill>
                <a:latin typeface="Arial"/>
                <a:ea typeface="Arial"/>
                <a:cs typeface="Arial"/>
                <a:sym typeface="Arial"/>
                <a:hlinkClick r:id="rId5">
                  <a:extLst>
                    <a:ext uri="{A12FA001-AC4F-418D-AE19-62706E023703}">
                      <ahyp:hlinkClr xmlns:ahyp="http://schemas.microsoft.com/office/drawing/2018/hyperlinkcolor" val="tx"/>
                    </a:ext>
                  </a:extLst>
                </a:hlinkClick>
              </a:rPr>
              <a:t>http://www.datasciencepublicpolicy.org/aequitas/</a:t>
            </a:r>
            <a:endParaRPr lang="en-US" sz="20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2891128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5" name="Google Shape;585;p81"/>
          <p:cNvSpPr txBox="1">
            <a:spLocks noGrp="1"/>
          </p:cNvSpPr>
          <p:nvPr>
            <p:ph idx="1"/>
          </p:nvPr>
        </p:nvSpPr>
        <p:spPr>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spcBef>
                <a:spcPts val="853"/>
              </a:spcBef>
              <a:spcAft>
                <a:spcPts val="0"/>
              </a:spcAft>
              <a:buNone/>
            </a:pPr>
            <a:r>
              <a:rPr lang="en" b="1"/>
              <a:t>Predictions</a:t>
            </a:r>
            <a:br>
              <a:rPr lang="en"/>
            </a:br>
            <a:r>
              <a:rPr lang="en"/>
              <a:t>(either binary predicted labels or scores along with a desired “top-k” list size)</a:t>
            </a:r>
            <a:endParaRPr/>
          </a:p>
          <a:p>
            <a:pPr marL="0" indent="0">
              <a:spcBef>
                <a:spcPts val="2133"/>
              </a:spcBef>
              <a:spcAft>
                <a:spcPts val="0"/>
              </a:spcAft>
              <a:buNone/>
            </a:pPr>
            <a:endParaRPr/>
          </a:p>
          <a:p>
            <a:pPr marL="0" indent="0">
              <a:spcBef>
                <a:spcPts val="2133"/>
              </a:spcBef>
              <a:spcAft>
                <a:spcPts val="0"/>
              </a:spcAft>
              <a:buNone/>
            </a:pPr>
            <a:r>
              <a:rPr lang="en" b="1"/>
              <a:t>Attributes that define protected groups </a:t>
            </a:r>
            <a:br>
              <a:rPr lang="en"/>
            </a:br>
            <a:r>
              <a:rPr lang="en"/>
              <a:t>(e.g. race, sex, age)</a:t>
            </a:r>
            <a:endParaRPr/>
          </a:p>
          <a:p>
            <a:pPr marL="0" indent="0">
              <a:spcBef>
                <a:spcPts val="2133"/>
              </a:spcBef>
              <a:spcAft>
                <a:spcPts val="0"/>
              </a:spcAft>
              <a:buNone/>
            </a:pPr>
            <a:endParaRPr/>
          </a:p>
          <a:p>
            <a:pPr marL="0" indent="0">
              <a:spcBef>
                <a:spcPts val="2133"/>
              </a:spcBef>
              <a:spcAft>
                <a:spcPts val="2133"/>
              </a:spcAft>
              <a:buNone/>
            </a:pPr>
            <a:r>
              <a:rPr lang="en" b="1">
                <a:solidFill>
                  <a:srgbClr val="FF0000"/>
                </a:solidFill>
              </a:rPr>
              <a:t>Labels</a:t>
            </a:r>
            <a:r>
              <a:rPr lang="en" b="1" baseline="30000"/>
              <a:t>*</a:t>
            </a:r>
            <a:br>
              <a:rPr lang="en"/>
            </a:br>
            <a:r>
              <a:rPr lang="en"/>
              <a:t>(if interested in disparate errors)</a:t>
            </a:r>
            <a:endParaRPr/>
          </a:p>
        </p:txBody>
      </p:sp>
      <p:sp>
        <p:nvSpPr>
          <p:cNvPr id="584" name="Google Shape;584;p81"/>
          <p:cNvSpPr txBox="1">
            <a:spLocks noGrp="1"/>
          </p:cNvSpPr>
          <p:nvPr>
            <p:ph type="title"/>
          </p:nvPr>
        </p:nvSpPr>
        <p:spPr>
          <a:prstGeom prst="rect">
            <a:avLst/>
          </a:prstGeom>
        </p:spPr>
        <p:txBody>
          <a:bodyPr spcFirstLastPara="1" vert="horz" wrap="square" lIns="121900" tIns="121900" rIns="121900" bIns="121900" numCol="1" anchor="ctr" anchorCtr="0" compatLnSpc="1">
            <a:prstTxWarp prst="textNoShape">
              <a:avLst/>
            </a:prstTxWarp>
            <a:noAutofit/>
          </a:bodyPr>
          <a:lstStyle/>
          <a:p>
            <a:pPr algn="l">
              <a:spcBef>
                <a:spcPts val="0"/>
              </a:spcBef>
              <a:spcAft>
                <a:spcPts val="0"/>
              </a:spcAft>
            </a:pPr>
            <a:r>
              <a:rPr lang="en"/>
              <a:t>What do you need to audit predictions of a model?</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82"/>
          <p:cNvSpPr txBox="1">
            <a:spLocks noGrp="1"/>
          </p:cNvSpPr>
          <p:nvPr>
            <p:ph type="title"/>
          </p:nvPr>
        </p:nvSpPr>
        <p:spPr>
          <a:xfrm>
            <a:off x="311700" y="445025"/>
            <a:ext cx="8520400" cy="572800"/>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algn="l">
              <a:buClr>
                <a:srgbClr val="FFFFFF"/>
              </a:buClr>
            </a:pPr>
            <a:r>
              <a:rPr lang="en"/>
              <a:t>Bias Audit flow</a:t>
            </a:r>
            <a:endParaRPr sz="2667"/>
          </a:p>
        </p:txBody>
      </p:sp>
      <p:sp>
        <p:nvSpPr>
          <p:cNvPr id="591" name="Google Shape;591;p82"/>
          <p:cNvSpPr txBox="1">
            <a:spLocks noGrp="1"/>
          </p:cNvSpPr>
          <p:nvPr>
            <p:ph type="body" idx="1"/>
          </p:nvPr>
        </p:nvSpPr>
        <p:spPr>
          <a:xfrm>
            <a:off x="311700" y="1152475"/>
            <a:ext cx="8520400" cy="3416400"/>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lgn="ctr">
              <a:lnSpc>
                <a:spcPct val="115000"/>
              </a:lnSpc>
              <a:spcBef>
                <a:spcPts val="800"/>
              </a:spcBef>
              <a:buNone/>
            </a:pPr>
            <a:r>
              <a:rPr lang="en" b="1">
                <a:solidFill>
                  <a:srgbClr val="34495E"/>
                </a:solidFill>
                <a:latin typeface="Lato"/>
                <a:ea typeface="Lato"/>
                <a:cs typeface="Lato"/>
                <a:sym typeface="Lato"/>
              </a:rPr>
              <a:t>Race</a:t>
            </a:r>
            <a:endParaRPr b="1">
              <a:solidFill>
                <a:srgbClr val="34495E"/>
              </a:solidFill>
              <a:latin typeface="Lato"/>
              <a:ea typeface="Lato"/>
              <a:cs typeface="Lato"/>
              <a:sym typeface="Lato"/>
            </a:endParaRPr>
          </a:p>
          <a:p>
            <a:pPr marL="0" indent="0" algn="ctr">
              <a:lnSpc>
                <a:spcPct val="115000"/>
              </a:lnSpc>
              <a:spcBef>
                <a:spcPts val="800"/>
              </a:spcBef>
              <a:buNone/>
            </a:pPr>
            <a:r>
              <a:rPr lang="en" b="1">
                <a:solidFill>
                  <a:srgbClr val="34495E"/>
                </a:solidFill>
                <a:latin typeface="Lato"/>
                <a:ea typeface="Lato"/>
                <a:cs typeface="Lato"/>
                <a:sym typeface="Lato"/>
              </a:rPr>
              <a:t>Sex</a:t>
            </a:r>
            <a:endParaRPr b="1">
              <a:solidFill>
                <a:srgbClr val="34495E"/>
              </a:solidFill>
              <a:latin typeface="Lato"/>
              <a:ea typeface="Lato"/>
              <a:cs typeface="Lato"/>
              <a:sym typeface="Lato"/>
            </a:endParaRPr>
          </a:p>
          <a:p>
            <a:pPr marL="0" indent="0" algn="ctr">
              <a:lnSpc>
                <a:spcPct val="115000"/>
              </a:lnSpc>
              <a:spcBef>
                <a:spcPts val="800"/>
              </a:spcBef>
              <a:buNone/>
            </a:pPr>
            <a:r>
              <a:rPr lang="en" b="1">
                <a:solidFill>
                  <a:srgbClr val="34495E"/>
                </a:solidFill>
                <a:latin typeface="Lato"/>
                <a:ea typeface="Lato"/>
                <a:cs typeface="Lato"/>
                <a:sym typeface="Lato"/>
              </a:rPr>
              <a:t>Age</a:t>
            </a:r>
            <a:endParaRPr b="1">
              <a:solidFill>
                <a:srgbClr val="34495E"/>
              </a:solidFill>
              <a:latin typeface="Lato"/>
              <a:ea typeface="Lato"/>
              <a:cs typeface="Lato"/>
              <a:sym typeface="Lato"/>
            </a:endParaRPr>
          </a:p>
        </p:txBody>
      </p:sp>
      <p:sp>
        <p:nvSpPr>
          <p:cNvPr id="592" name="Google Shape;592;p82"/>
          <p:cNvSpPr txBox="1">
            <a:spLocks noGrp="1"/>
          </p:cNvSpPr>
          <p:nvPr>
            <p:ph type="body" idx="4294967295"/>
          </p:nvPr>
        </p:nvSpPr>
        <p:spPr>
          <a:xfrm>
            <a:off x="5783300" y="2398300"/>
            <a:ext cx="3692400" cy="1562000"/>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lgn="ctr">
              <a:lnSpc>
                <a:spcPct val="115000"/>
              </a:lnSpc>
              <a:spcBef>
                <a:spcPts val="800"/>
              </a:spcBef>
              <a:spcAft>
                <a:spcPts val="0"/>
              </a:spcAft>
              <a:buSzPts val="1800"/>
              <a:buNone/>
            </a:pPr>
            <a:r>
              <a:rPr lang="en" b="1">
                <a:solidFill>
                  <a:srgbClr val="34495E"/>
                </a:solidFill>
                <a:latin typeface="Lato"/>
                <a:ea typeface="Lato"/>
                <a:cs typeface="Lato"/>
                <a:sym typeface="Lato"/>
              </a:rPr>
              <a:t>Equal True Positive Rate</a:t>
            </a:r>
            <a:endParaRPr b="1">
              <a:solidFill>
                <a:srgbClr val="34495E"/>
              </a:solidFill>
              <a:latin typeface="Lato"/>
              <a:ea typeface="Lato"/>
              <a:cs typeface="Lato"/>
              <a:sym typeface="Lato"/>
            </a:endParaRPr>
          </a:p>
        </p:txBody>
      </p:sp>
      <p:pic>
        <p:nvPicPr>
          <p:cNvPr id="593" name="Google Shape;593;p82"/>
          <p:cNvPicPr preferRelativeResize="0"/>
          <p:nvPr/>
        </p:nvPicPr>
        <p:blipFill rotWithShape="1">
          <a:blip r:embed="rId3">
            <a:alphaModFix/>
          </a:blip>
          <a:srcRect/>
          <a:stretch/>
        </p:blipFill>
        <p:spPr>
          <a:xfrm>
            <a:off x="10460995" y="714192"/>
            <a:ext cx="1037099" cy="1037099"/>
          </a:xfrm>
          <a:prstGeom prst="rect">
            <a:avLst/>
          </a:prstGeom>
          <a:noFill/>
          <a:ln>
            <a:noFill/>
          </a:ln>
        </p:spPr>
      </p:pic>
      <p:pic>
        <p:nvPicPr>
          <p:cNvPr id="594" name="Google Shape;594;p82"/>
          <p:cNvPicPr preferRelativeResize="0"/>
          <p:nvPr/>
        </p:nvPicPr>
        <p:blipFill rotWithShape="1">
          <a:blip r:embed="rId4">
            <a:alphaModFix/>
          </a:blip>
          <a:srcRect/>
          <a:stretch/>
        </p:blipFill>
        <p:spPr>
          <a:xfrm>
            <a:off x="203202" y="3198033"/>
            <a:ext cx="11785599" cy="1608691"/>
          </a:xfrm>
          <a:prstGeom prst="rect">
            <a:avLst/>
          </a:prstGeom>
          <a:noFill/>
          <a:ln>
            <a:noFill/>
          </a:ln>
        </p:spPr>
      </p:pic>
      <p:sp>
        <p:nvSpPr>
          <p:cNvPr id="595" name="Google Shape;595;p82"/>
          <p:cNvSpPr txBox="1"/>
          <p:nvPr/>
        </p:nvSpPr>
        <p:spPr>
          <a:xfrm>
            <a:off x="-203200" y="2108717"/>
            <a:ext cx="3440800" cy="1562400"/>
          </a:xfrm>
          <a:prstGeom prst="rect">
            <a:avLst/>
          </a:prstGeom>
          <a:noFill/>
          <a:ln>
            <a:noFill/>
          </a:ln>
        </p:spPr>
        <p:txBody>
          <a:bodyPr spcFirstLastPara="1" wrap="square" lIns="121900" tIns="121900" rIns="121900" bIns="121900" anchor="t" anchorCtr="0">
            <a:noAutofit/>
          </a:bodyPr>
          <a:lstStyle/>
          <a:p>
            <a:pPr algn="ctr">
              <a:spcBef>
                <a:spcPts val="800"/>
              </a:spcBef>
              <a:buClr>
                <a:srgbClr val="000000"/>
              </a:buClr>
              <a:buSzPts val="1800"/>
            </a:pPr>
            <a:r>
              <a:rPr lang="en" sz="2400" b="1">
                <a:solidFill>
                  <a:srgbClr val="34495E"/>
                </a:solidFill>
                <a:latin typeface="Lato"/>
                <a:ea typeface="Lato"/>
                <a:cs typeface="Lato"/>
                <a:sym typeface="Lato"/>
              </a:rPr>
              <a:t>Predicted Scores and Labels</a:t>
            </a:r>
            <a:endParaRPr sz="1467"/>
          </a:p>
        </p:txBody>
      </p:sp>
      <p:pic>
        <p:nvPicPr>
          <p:cNvPr id="596" name="Google Shape;596;p82"/>
          <p:cNvPicPr preferRelativeResize="0"/>
          <p:nvPr/>
        </p:nvPicPr>
        <p:blipFill rotWithShape="1">
          <a:blip r:embed="rId3">
            <a:alphaModFix/>
          </a:blip>
          <a:srcRect/>
          <a:stretch/>
        </p:blipFill>
        <p:spPr>
          <a:xfrm rot="10800000">
            <a:off x="10571261" y="2066859"/>
            <a:ext cx="1037099" cy="103709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pic>
        <p:nvPicPr>
          <p:cNvPr id="601" name="Google Shape;601;p83"/>
          <p:cNvPicPr preferRelativeResize="0"/>
          <p:nvPr/>
        </p:nvPicPr>
        <p:blipFill>
          <a:blip r:embed="rId3">
            <a:alphaModFix/>
          </a:blip>
          <a:srcRect b="42036"/>
          <a:stretch>
            <a:fillRect/>
          </a:stretch>
        </p:blipFill>
        <p:spPr>
          <a:xfrm>
            <a:off x="4485565" y="3629268"/>
            <a:ext cx="2254736" cy="1416866"/>
          </a:xfrm>
          <a:prstGeom prst="rect">
            <a:avLst/>
          </a:prstGeom>
          <a:noFill/>
          <a:ln>
            <a:noFill/>
          </a:ln>
        </p:spPr>
      </p:pic>
      <p:pic>
        <p:nvPicPr>
          <p:cNvPr id="602" name="Google Shape;602;p83"/>
          <p:cNvPicPr preferRelativeResize="0"/>
          <p:nvPr/>
        </p:nvPicPr>
        <p:blipFill>
          <a:blip r:embed="rId4">
            <a:alphaModFix/>
          </a:blip>
          <a:srcRect b="42036"/>
          <a:stretch>
            <a:fillRect/>
          </a:stretch>
        </p:blipFill>
        <p:spPr>
          <a:xfrm>
            <a:off x="7321401" y="3629267"/>
            <a:ext cx="1910633" cy="1416867"/>
          </a:xfrm>
          <a:prstGeom prst="rect">
            <a:avLst/>
          </a:prstGeom>
          <a:noFill/>
          <a:ln>
            <a:noFill/>
          </a:ln>
        </p:spPr>
      </p:pic>
      <p:sp>
        <p:nvSpPr>
          <p:cNvPr id="603" name="Google Shape;603;p83"/>
          <p:cNvSpPr/>
          <p:nvPr/>
        </p:nvSpPr>
        <p:spPr>
          <a:xfrm>
            <a:off x="601533" y="747567"/>
            <a:ext cx="1600000" cy="928000"/>
          </a:xfrm>
          <a:prstGeom prst="roundRect">
            <a:avLst>
              <a:gd name="adj" fmla="val 10000"/>
            </a:avLst>
          </a:prstGeom>
          <a:solidFill>
            <a:srgbClr val="999999"/>
          </a:solidFill>
          <a:ln>
            <a:noFill/>
          </a:ln>
          <a:effectLst>
            <a:outerShdw blurRad="40000" dist="23000" dir="5400000" rotWithShape="0">
              <a:srgbClr val="000000">
                <a:alpha val="34900"/>
              </a:srgbClr>
            </a:outerShdw>
          </a:effectLst>
        </p:spPr>
        <p:txBody>
          <a:bodyPr spcFirstLastPara="1" wrap="square" lIns="121900" tIns="121900" rIns="121900" bIns="121900" anchor="ctr" anchorCtr="0">
            <a:noAutofit/>
          </a:bodyPr>
          <a:lstStyle/>
          <a:p>
            <a:endParaRPr sz="2400"/>
          </a:p>
        </p:txBody>
      </p:sp>
      <p:sp>
        <p:nvSpPr>
          <p:cNvPr id="604" name="Google Shape;604;p83"/>
          <p:cNvSpPr txBox="1"/>
          <p:nvPr/>
        </p:nvSpPr>
        <p:spPr>
          <a:xfrm>
            <a:off x="629651" y="774743"/>
            <a:ext cx="1544000" cy="873200"/>
          </a:xfrm>
          <a:prstGeom prst="rect">
            <a:avLst/>
          </a:prstGeom>
          <a:solidFill>
            <a:srgbClr val="999999"/>
          </a:solidFill>
          <a:ln>
            <a:noFill/>
          </a:ln>
        </p:spPr>
        <p:txBody>
          <a:bodyPr spcFirstLastPara="1" wrap="square" lIns="81267" tIns="81267" rIns="81267" bIns="81267" anchor="ctr" anchorCtr="0">
            <a:noAutofit/>
          </a:bodyPr>
          <a:lstStyle/>
          <a:p>
            <a:pPr algn="ctr">
              <a:lnSpc>
                <a:spcPct val="90000"/>
              </a:lnSpc>
              <a:buClr>
                <a:srgbClr val="000000"/>
              </a:buClr>
              <a:buSzPts val="1600"/>
            </a:pPr>
            <a:r>
              <a:rPr lang="en" sz="2133" b="1">
                <a:solidFill>
                  <a:srgbClr val="000000"/>
                </a:solidFill>
                <a:latin typeface="Calibri"/>
                <a:ea typeface="Calibri"/>
                <a:cs typeface="Calibri"/>
                <a:sym typeface="Calibri"/>
              </a:rPr>
              <a:t>Get Data</a:t>
            </a:r>
            <a:endParaRPr sz="2400"/>
          </a:p>
        </p:txBody>
      </p:sp>
      <p:sp>
        <p:nvSpPr>
          <p:cNvPr id="605" name="Google Shape;605;p83"/>
          <p:cNvSpPr/>
          <p:nvPr/>
        </p:nvSpPr>
        <p:spPr>
          <a:xfrm>
            <a:off x="2342300" y="1019659"/>
            <a:ext cx="339200" cy="383600"/>
          </a:xfrm>
          <a:prstGeom prst="rightArrow">
            <a:avLst>
              <a:gd name="adj1" fmla="val 60000"/>
              <a:gd name="adj2" fmla="val 50000"/>
            </a:avLst>
          </a:prstGeom>
          <a:solidFill>
            <a:srgbClr val="999999"/>
          </a:solidFill>
          <a:ln>
            <a:noFill/>
          </a:ln>
          <a:effectLst>
            <a:outerShdw blurRad="40000" dist="23000" dir="5400000" rotWithShape="0">
              <a:srgbClr val="000000">
                <a:alpha val="34900"/>
              </a:srgbClr>
            </a:outerShdw>
          </a:effectLst>
        </p:spPr>
        <p:txBody>
          <a:bodyPr spcFirstLastPara="1" wrap="square" lIns="121900" tIns="121900" rIns="121900" bIns="121900" anchor="ctr" anchorCtr="0">
            <a:noAutofit/>
          </a:bodyPr>
          <a:lstStyle/>
          <a:p>
            <a:endParaRPr sz="2400"/>
          </a:p>
        </p:txBody>
      </p:sp>
      <p:sp>
        <p:nvSpPr>
          <p:cNvPr id="606" name="Google Shape;606;p83"/>
          <p:cNvSpPr txBox="1"/>
          <p:nvPr/>
        </p:nvSpPr>
        <p:spPr>
          <a:xfrm>
            <a:off x="2342300" y="1096339"/>
            <a:ext cx="237600" cy="230000"/>
          </a:xfrm>
          <a:prstGeom prst="rect">
            <a:avLst/>
          </a:prstGeom>
          <a:solidFill>
            <a:srgbClr val="999999"/>
          </a:solidFill>
          <a:ln>
            <a:noFill/>
          </a:ln>
        </p:spPr>
        <p:txBody>
          <a:bodyPr spcFirstLastPara="1" wrap="square" lIns="0" tIns="0" rIns="0" bIns="0" anchor="ctr" anchorCtr="0">
            <a:noAutofit/>
          </a:bodyPr>
          <a:lstStyle/>
          <a:p>
            <a:pPr algn="ctr">
              <a:lnSpc>
                <a:spcPct val="90000"/>
              </a:lnSpc>
              <a:buClr>
                <a:srgbClr val="000000"/>
              </a:buClr>
              <a:buSzPts val="1050"/>
            </a:pPr>
            <a:endParaRPr sz="1400" b="1">
              <a:solidFill>
                <a:srgbClr val="000000"/>
              </a:solidFill>
              <a:latin typeface="Calibri"/>
              <a:ea typeface="Calibri"/>
              <a:cs typeface="Calibri"/>
              <a:sym typeface="Calibri"/>
            </a:endParaRPr>
          </a:p>
        </p:txBody>
      </p:sp>
      <p:sp>
        <p:nvSpPr>
          <p:cNvPr id="607" name="Google Shape;607;p83"/>
          <p:cNvSpPr/>
          <p:nvPr/>
        </p:nvSpPr>
        <p:spPr>
          <a:xfrm>
            <a:off x="2841491" y="747567"/>
            <a:ext cx="1600000" cy="928000"/>
          </a:xfrm>
          <a:prstGeom prst="roundRect">
            <a:avLst>
              <a:gd name="adj" fmla="val 10000"/>
            </a:avLst>
          </a:prstGeom>
          <a:solidFill>
            <a:srgbClr val="999999"/>
          </a:solidFill>
          <a:ln>
            <a:noFill/>
          </a:ln>
          <a:effectLst>
            <a:outerShdw blurRad="40000" dist="23000" dir="5400000" rotWithShape="0">
              <a:srgbClr val="000000">
                <a:alpha val="34900"/>
              </a:srgbClr>
            </a:outerShdw>
          </a:effectLst>
        </p:spPr>
        <p:txBody>
          <a:bodyPr spcFirstLastPara="1" wrap="square" lIns="121900" tIns="121900" rIns="121900" bIns="121900" anchor="ctr" anchorCtr="0">
            <a:noAutofit/>
          </a:bodyPr>
          <a:lstStyle/>
          <a:p>
            <a:endParaRPr sz="2400"/>
          </a:p>
        </p:txBody>
      </p:sp>
      <p:sp>
        <p:nvSpPr>
          <p:cNvPr id="608" name="Google Shape;608;p83"/>
          <p:cNvSpPr txBox="1"/>
          <p:nvPr/>
        </p:nvSpPr>
        <p:spPr>
          <a:xfrm>
            <a:off x="2869601" y="774741"/>
            <a:ext cx="1544000" cy="805200"/>
          </a:xfrm>
          <a:prstGeom prst="rect">
            <a:avLst/>
          </a:prstGeom>
          <a:solidFill>
            <a:srgbClr val="999999"/>
          </a:solidFill>
          <a:ln>
            <a:noFill/>
          </a:ln>
        </p:spPr>
        <p:txBody>
          <a:bodyPr spcFirstLastPara="1" wrap="square" lIns="81267" tIns="81267" rIns="81267" bIns="81267" anchor="ctr" anchorCtr="0">
            <a:noAutofit/>
          </a:bodyPr>
          <a:lstStyle/>
          <a:p>
            <a:pPr algn="ctr">
              <a:lnSpc>
                <a:spcPct val="90000"/>
              </a:lnSpc>
              <a:buClr>
                <a:srgbClr val="000000"/>
              </a:buClr>
              <a:buSzPts val="1600"/>
            </a:pPr>
            <a:r>
              <a:rPr lang="en" sz="2133" b="1">
                <a:solidFill>
                  <a:srgbClr val="000000"/>
                </a:solidFill>
                <a:latin typeface="Calibri"/>
                <a:ea typeface="Calibri"/>
                <a:cs typeface="Calibri"/>
                <a:sym typeface="Calibri"/>
              </a:rPr>
              <a:t>Store and Link Data</a:t>
            </a:r>
            <a:endParaRPr sz="2133" b="1">
              <a:solidFill>
                <a:srgbClr val="000000"/>
              </a:solidFill>
              <a:latin typeface="Calibri"/>
              <a:ea typeface="Calibri"/>
              <a:cs typeface="Calibri"/>
              <a:sym typeface="Calibri"/>
            </a:endParaRPr>
          </a:p>
        </p:txBody>
      </p:sp>
      <p:sp>
        <p:nvSpPr>
          <p:cNvPr id="609" name="Google Shape;609;p83"/>
          <p:cNvSpPr/>
          <p:nvPr/>
        </p:nvSpPr>
        <p:spPr>
          <a:xfrm>
            <a:off x="4582256" y="1019659"/>
            <a:ext cx="339200" cy="383600"/>
          </a:xfrm>
          <a:prstGeom prst="rightArrow">
            <a:avLst>
              <a:gd name="adj1" fmla="val 60000"/>
              <a:gd name="adj2" fmla="val 50000"/>
            </a:avLst>
          </a:prstGeom>
          <a:solidFill>
            <a:srgbClr val="999999"/>
          </a:solidFill>
          <a:ln>
            <a:noFill/>
          </a:ln>
          <a:effectLst>
            <a:outerShdw blurRad="40000" dist="23000" dir="5400000" rotWithShape="0">
              <a:srgbClr val="000000">
                <a:alpha val="34900"/>
              </a:srgbClr>
            </a:outerShdw>
          </a:effectLst>
        </p:spPr>
        <p:txBody>
          <a:bodyPr spcFirstLastPara="1" wrap="square" lIns="121900" tIns="121900" rIns="121900" bIns="121900" anchor="ctr" anchorCtr="0">
            <a:noAutofit/>
          </a:bodyPr>
          <a:lstStyle/>
          <a:p>
            <a:endParaRPr sz="2400"/>
          </a:p>
        </p:txBody>
      </p:sp>
      <p:sp>
        <p:nvSpPr>
          <p:cNvPr id="610" name="Google Shape;610;p83"/>
          <p:cNvSpPr txBox="1"/>
          <p:nvPr/>
        </p:nvSpPr>
        <p:spPr>
          <a:xfrm>
            <a:off x="4582256" y="1096339"/>
            <a:ext cx="237600" cy="230000"/>
          </a:xfrm>
          <a:prstGeom prst="rect">
            <a:avLst/>
          </a:prstGeom>
          <a:solidFill>
            <a:srgbClr val="999999"/>
          </a:solidFill>
          <a:ln>
            <a:noFill/>
          </a:ln>
        </p:spPr>
        <p:txBody>
          <a:bodyPr spcFirstLastPara="1" wrap="square" lIns="0" tIns="0" rIns="0" bIns="0" anchor="ctr" anchorCtr="0">
            <a:noAutofit/>
          </a:bodyPr>
          <a:lstStyle/>
          <a:p>
            <a:pPr algn="ctr">
              <a:lnSpc>
                <a:spcPct val="90000"/>
              </a:lnSpc>
              <a:buClr>
                <a:srgbClr val="000000"/>
              </a:buClr>
              <a:buSzPts val="1050"/>
            </a:pPr>
            <a:endParaRPr sz="1400" b="1">
              <a:solidFill>
                <a:srgbClr val="000000"/>
              </a:solidFill>
              <a:latin typeface="Calibri"/>
              <a:ea typeface="Calibri"/>
              <a:cs typeface="Calibri"/>
              <a:sym typeface="Calibri"/>
            </a:endParaRPr>
          </a:p>
        </p:txBody>
      </p:sp>
      <p:sp>
        <p:nvSpPr>
          <p:cNvPr id="611" name="Google Shape;611;p83"/>
          <p:cNvSpPr/>
          <p:nvPr/>
        </p:nvSpPr>
        <p:spPr>
          <a:xfrm>
            <a:off x="5081447" y="747567"/>
            <a:ext cx="1600000" cy="928000"/>
          </a:xfrm>
          <a:prstGeom prst="roundRect">
            <a:avLst>
              <a:gd name="adj" fmla="val 10000"/>
            </a:avLst>
          </a:prstGeom>
          <a:solidFill>
            <a:srgbClr val="999999"/>
          </a:solidFill>
          <a:ln>
            <a:noFill/>
          </a:ln>
          <a:effectLst>
            <a:outerShdw blurRad="40000" dist="23000" dir="5400000" rotWithShape="0">
              <a:srgbClr val="000000">
                <a:alpha val="34900"/>
              </a:srgbClr>
            </a:outerShdw>
          </a:effectLst>
        </p:spPr>
        <p:txBody>
          <a:bodyPr spcFirstLastPara="1" wrap="square" lIns="121900" tIns="121900" rIns="121900" bIns="121900" anchor="ctr" anchorCtr="0">
            <a:noAutofit/>
          </a:bodyPr>
          <a:lstStyle/>
          <a:p>
            <a:endParaRPr sz="2400"/>
          </a:p>
        </p:txBody>
      </p:sp>
      <p:sp>
        <p:nvSpPr>
          <p:cNvPr id="612" name="Google Shape;612;p83"/>
          <p:cNvSpPr txBox="1"/>
          <p:nvPr/>
        </p:nvSpPr>
        <p:spPr>
          <a:xfrm>
            <a:off x="5109552" y="774743"/>
            <a:ext cx="1544000" cy="928000"/>
          </a:xfrm>
          <a:prstGeom prst="rect">
            <a:avLst/>
          </a:prstGeom>
          <a:solidFill>
            <a:srgbClr val="999999"/>
          </a:solidFill>
          <a:ln>
            <a:noFill/>
          </a:ln>
        </p:spPr>
        <p:txBody>
          <a:bodyPr spcFirstLastPara="1" wrap="square" lIns="81267" tIns="81267" rIns="81267" bIns="81267" anchor="ctr" anchorCtr="0">
            <a:noAutofit/>
          </a:bodyPr>
          <a:lstStyle/>
          <a:p>
            <a:pPr algn="ctr">
              <a:lnSpc>
                <a:spcPct val="90000"/>
              </a:lnSpc>
              <a:buClr>
                <a:srgbClr val="000000"/>
              </a:buClr>
              <a:buSzPts val="1600"/>
            </a:pPr>
            <a:r>
              <a:rPr lang="en" sz="2133" b="1">
                <a:solidFill>
                  <a:srgbClr val="000000"/>
                </a:solidFill>
                <a:latin typeface="Calibri"/>
                <a:ea typeface="Calibri"/>
                <a:cs typeface="Calibri"/>
                <a:sym typeface="Calibri"/>
              </a:rPr>
              <a:t>Process Data</a:t>
            </a:r>
            <a:endParaRPr sz="2400"/>
          </a:p>
        </p:txBody>
      </p:sp>
      <p:sp>
        <p:nvSpPr>
          <p:cNvPr id="613" name="Google Shape;613;p83"/>
          <p:cNvSpPr/>
          <p:nvPr/>
        </p:nvSpPr>
        <p:spPr>
          <a:xfrm>
            <a:off x="6822212" y="1019659"/>
            <a:ext cx="339200" cy="383600"/>
          </a:xfrm>
          <a:prstGeom prst="rightArrow">
            <a:avLst>
              <a:gd name="adj1" fmla="val 60000"/>
              <a:gd name="adj2" fmla="val 50000"/>
            </a:avLst>
          </a:prstGeom>
          <a:solidFill>
            <a:srgbClr val="999999"/>
          </a:solidFill>
          <a:ln>
            <a:noFill/>
          </a:ln>
          <a:effectLst>
            <a:outerShdw blurRad="40000" dist="23000" dir="5400000" rotWithShape="0">
              <a:srgbClr val="000000">
                <a:alpha val="34900"/>
              </a:srgbClr>
            </a:outerShdw>
          </a:effectLst>
        </p:spPr>
        <p:txBody>
          <a:bodyPr spcFirstLastPara="1" wrap="square" lIns="121900" tIns="121900" rIns="121900" bIns="121900" anchor="ctr" anchorCtr="0">
            <a:noAutofit/>
          </a:bodyPr>
          <a:lstStyle/>
          <a:p>
            <a:endParaRPr sz="2400"/>
          </a:p>
        </p:txBody>
      </p:sp>
      <p:sp>
        <p:nvSpPr>
          <p:cNvPr id="614" name="Google Shape;614;p83"/>
          <p:cNvSpPr txBox="1"/>
          <p:nvPr/>
        </p:nvSpPr>
        <p:spPr>
          <a:xfrm>
            <a:off x="6822212" y="1096339"/>
            <a:ext cx="237600" cy="230000"/>
          </a:xfrm>
          <a:prstGeom prst="rect">
            <a:avLst/>
          </a:prstGeom>
          <a:solidFill>
            <a:srgbClr val="999999"/>
          </a:solidFill>
          <a:ln>
            <a:noFill/>
          </a:ln>
        </p:spPr>
        <p:txBody>
          <a:bodyPr spcFirstLastPara="1" wrap="square" lIns="0" tIns="0" rIns="0" bIns="0" anchor="ctr" anchorCtr="0">
            <a:noAutofit/>
          </a:bodyPr>
          <a:lstStyle/>
          <a:p>
            <a:pPr algn="ctr">
              <a:lnSpc>
                <a:spcPct val="90000"/>
              </a:lnSpc>
              <a:buClr>
                <a:srgbClr val="000000"/>
              </a:buClr>
              <a:buSzPts val="1050"/>
            </a:pPr>
            <a:endParaRPr sz="1400" b="1">
              <a:solidFill>
                <a:srgbClr val="000000"/>
              </a:solidFill>
              <a:latin typeface="Calibri"/>
              <a:ea typeface="Calibri"/>
              <a:cs typeface="Calibri"/>
              <a:sym typeface="Calibri"/>
            </a:endParaRPr>
          </a:p>
        </p:txBody>
      </p:sp>
      <p:sp>
        <p:nvSpPr>
          <p:cNvPr id="615" name="Google Shape;615;p83"/>
          <p:cNvSpPr/>
          <p:nvPr/>
        </p:nvSpPr>
        <p:spPr>
          <a:xfrm>
            <a:off x="7321403" y="747567"/>
            <a:ext cx="1600000" cy="928000"/>
          </a:xfrm>
          <a:prstGeom prst="roundRect">
            <a:avLst>
              <a:gd name="adj" fmla="val 10000"/>
            </a:avLst>
          </a:prstGeom>
          <a:solidFill>
            <a:srgbClr val="999999"/>
          </a:solidFill>
          <a:ln>
            <a:noFill/>
          </a:ln>
          <a:effectLst>
            <a:outerShdw blurRad="40000" dist="23000" dir="5400000" rotWithShape="0">
              <a:srgbClr val="000000">
                <a:alpha val="34900"/>
              </a:srgbClr>
            </a:outerShdw>
          </a:effectLst>
        </p:spPr>
        <p:txBody>
          <a:bodyPr spcFirstLastPara="1" wrap="square" lIns="121900" tIns="121900" rIns="121900" bIns="121900" anchor="ctr" anchorCtr="0">
            <a:noAutofit/>
          </a:bodyPr>
          <a:lstStyle/>
          <a:p>
            <a:endParaRPr sz="2400"/>
          </a:p>
        </p:txBody>
      </p:sp>
      <p:sp>
        <p:nvSpPr>
          <p:cNvPr id="616" name="Google Shape;616;p83"/>
          <p:cNvSpPr txBox="1"/>
          <p:nvPr/>
        </p:nvSpPr>
        <p:spPr>
          <a:xfrm>
            <a:off x="7349519" y="774735"/>
            <a:ext cx="1544000" cy="873200"/>
          </a:xfrm>
          <a:prstGeom prst="rect">
            <a:avLst/>
          </a:prstGeom>
          <a:solidFill>
            <a:srgbClr val="999999"/>
          </a:solidFill>
          <a:ln>
            <a:noFill/>
          </a:ln>
        </p:spPr>
        <p:txBody>
          <a:bodyPr spcFirstLastPara="1" wrap="square" lIns="81267" tIns="81267" rIns="81267" bIns="81267" anchor="ctr" anchorCtr="0">
            <a:noAutofit/>
          </a:bodyPr>
          <a:lstStyle/>
          <a:p>
            <a:pPr algn="ctr">
              <a:lnSpc>
                <a:spcPct val="90000"/>
              </a:lnSpc>
              <a:buClr>
                <a:srgbClr val="000000"/>
              </a:buClr>
              <a:buSzPts val="1600"/>
            </a:pPr>
            <a:r>
              <a:rPr lang="en" sz="2133" b="1">
                <a:solidFill>
                  <a:srgbClr val="000000"/>
                </a:solidFill>
                <a:latin typeface="Calibri"/>
                <a:ea typeface="Calibri"/>
                <a:cs typeface="Calibri"/>
                <a:sym typeface="Calibri"/>
              </a:rPr>
              <a:t>Explore Data</a:t>
            </a:r>
            <a:endParaRPr sz="2400"/>
          </a:p>
        </p:txBody>
      </p:sp>
      <p:sp>
        <p:nvSpPr>
          <p:cNvPr id="617" name="Google Shape;617;p83"/>
          <p:cNvSpPr/>
          <p:nvPr/>
        </p:nvSpPr>
        <p:spPr>
          <a:xfrm>
            <a:off x="9062168" y="1019659"/>
            <a:ext cx="339200" cy="383600"/>
          </a:xfrm>
          <a:prstGeom prst="rightArrow">
            <a:avLst>
              <a:gd name="adj1" fmla="val 60000"/>
              <a:gd name="adj2" fmla="val 50000"/>
            </a:avLst>
          </a:prstGeom>
          <a:solidFill>
            <a:srgbClr val="999999"/>
          </a:solidFill>
          <a:ln>
            <a:noFill/>
          </a:ln>
          <a:effectLst>
            <a:outerShdw blurRad="40000" dist="23000" dir="5400000" rotWithShape="0">
              <a:srgbClr val="000000">
                <a:alpha val="34900"/>
              </a:srgbClr>
            </a:outerShdw>
          </a:effectLst>
        </p:spPr>
        <p:txBody>
          <a:bodyPr spcFirstLastPara="1" wrap="square" lIns="121900" tIns="121900" rIns="121900" bIns="121900" anchor="ctr" anchorCtr="0">
            <a:noAutofit/>
          </a:bodyPr>
          <a:lstStyle/>
          <a:p>
            <a:endParaRPr sz="2400"/>
          </a:p>
        </p:txBody>
      </p:sp>
      <p:sp>
        <p:nvSpPr>
          <p:cNvPr id="618" name="Google Shape;618;p83"/>
          <p:cNvSpPr txBox="1"/>
          <p:nvPr/>
        </p:nvSpPr>
        <p:spPr>
          <a:xfrm>
            <a:off x="9062168" y="1096339"/>
            <a:ext cx="237600" cy="230000"/>
          </a:xfrm>
          <a:prstGeom prst="rect">
            <a:avLst/>
          </a:prstGeom>
          <a:solidFill>
            <a:srgbClr val="999999"/>
          </a:solidFill>
          <a:ln>
            <a:noFill/>
          </a:ln>
        </p:spPr>
        <p:txBody>
          <a:bodyPr spcFirstLastPara="1" wrap="square" lIns="0" tIns="0" rIns="0" bIns="0" anchor="ctr" anchorCtr="0">
            <a:noAutofit/>
          </a:bodyPr>
          <a:lstStyle/>
          <a:p>
            <a:pPr algn="ctr">
              <a:lnSpc>
                <a:spcPct val="90000"/>
              </a:lnSpc>
              <a:buClr>
                <a:srgbClr val="000000"/>
              </a:buClr>
              <a:buSzPts val="1050"/>
            </a:pPr>
            <a:endParaRPr sz="1400" b="1">
              <a:solidFill>
                <a:srgbClr val="000000"/>
              </a:solidFill>
              <a:latin typeface="Calibri"/>
              <a:ea typeface="Calibri"/>
              <a:cs typeface="Calibri"/>
              <a:sym typeface="Calibri"/>
            </a:endParaRPr>
          </a:p>
        </p:txBody>
      </p:sp>
      <p:sp>
        <p:nvSpPr>
          <p:cNvPr id="619" name="Google Shape;619;p83"/>
          <p:cNvSpPr/>
          <p:nvPr/>
        </p:nvSpPr>
        <p:spPr>
          <a:xfrm>
            <a:off x="9561359" y="747567"/>
            <a:ext cx="1600000" cy="928000"/>
          </a:xfrm>
          <a:prstGeom prst="roundRect">
            <a:avLst>
              <a:gd name="adj" fmla="val 10000"/>
            </a:avLst>
          </a:prstGeom>
          <a:solidFill>
            <a:srgbClr val="999999"/>
          </a:solidFill>
          <a:ln>
            <a:noFill/>
          </a:ln>
          <a:effectLst>
            <a:outerShdw blurRad="40000" dist="23000" dir="5400000" rotWithShape="0">
              <a:srgbClr val="000000">
                <a:alpha val="34900"/>
              </a:srgbClr>
            </a:outerShdw>
          </a:effectLst>
        </p:spPr>
        <p:txBody>
          <a:bodyPr spcFirstLastPara="1" wrap="square" lIns="121900" tIns="121900" rIns="121900" bIns="121900" anchor="ctr" anchorCtr="0">
            <a:noAutofit/>
          </a:bodyPr>
          <a:lstStyle/>
          <a:p>
            <a:endParaRPr sz="2400"/>
          </a:p>
        </p:txBody>
      </p:sp>
      <p:sp>
        <p:nvSpPr>
          <p:cNvPr id="620" name="Google Shape;620;p83"/>
          <p:cNvSpPr txBox="1"/>
          <p:nvPr/>
        </p:nvSpPr>
        <p:spPr>
          <a:xfrm>
            <a:off x="9589475" y="774735"/>
            <a:ext cx="1544000" cy="873200"/>
          </a:xfrm>
          <a:prstGeom prst="rect">
            <a:avLst/>
          </a:prstGeom>
          <a:solidFill>
            <a:srgbClr val="999999"/>
          </a:solidFill>
          <a:ln>
            <a:noFill/>
          </a:ln>
        </p:spPr>
        <p:txBody>
          <a:bodyPr spcFirstLastPara="1" wrap="square" lIns="81267" tIns="81267" rIns="81267" bIns="81267" anchor="ctr" anchorCtr="0">
            <a:noAutofit/>
          </a:bodyPr>
          <a:lstStyle/>
          <a:p>
            <a:pPr algn="ctr">
              <a:lnSpc>
                <a:spcPct val="90000"/>
              </a:lnSpc>
              <a:buClr>
                <a:srgbClr val="000000"/>
              </a:buClr>
              <a:buSzPts val="1600"/>
            </a:pPr>
            <a:r>
              <a:rPr lang="en" sz="2133" b="1">
                <a:solidFill>
                  <a:srgbClr val="000000"/>
                </a:solidFill>
                <a:latin typeface="Calibri"/>
                <a:ea typeface="Calibri"/>
                <a:cs typeface="Calibri"/>
                <a:sym typeface="Calibri"/>
              </a:rPr>
              <a:t>Modeling</a:t>
            </a:r>
            <a:endParaRPr sz="2400"/>
          </a:p>
        </p:txBody>
      </p:sp>
      <p:sp>
        <p:nvSpPr>
          <p:cNvPr id="621" name="Google Shape;621;p83"/>
          <p:cNvSpPr/>
          <p:nvPr/>
        </p:nvSpPr>
        <p:spPr>
          <a:xfrm rot="5400000">
            <a:off x="10197739" y="1776800"/>
            <a:ext cx="327600" cy="396400"/>
          </a:xfrm>
          <a:prstGeom prst="rightArrow">
            <a:avLst>
              <a:gd name="adj1" fmla="val 60000"/>
              <a:gd name="adj2" fmla="val 50000"/>
            </a:avLst>
          </a:prstGeom>
          <a:solidFill>
            <a:srgbClr val="999999"/>
          </a:solidFill>
          <a:ln>
            <a:noFill/>
          </a:ln>
          <a:effectLst>
            <a:outerShdw blurRad="40000" dist="23000" dir="5400000" rotWithShape="0">
              <a:srgbClr val="000000">
                <a:alpha val="34900"/>
              </a:srgbClr>
            </a:outerShdw>
          </a:effectLst>
        </p:spPr>
        <p:txBody>
          <a:bodyPr spcFirstLastPara="1" wrap="square" lIns="121900" tIns="121900" rIns="121900" bIns="121900" anchor="ctr" anchorCtr="0">
            <a:noAutofit/>
          </a:bodyPr>
          <a:lstStyle/>
          <a:p>
            <a:endParaRPr sz="2400"/>
          </a:p>
        </p:txBody>
      </p:sp>
      <p:sp>
        <p:nvSpPr>
          <p:cNvPr id="622" name="Google Shape;622;p83"/>
          <p:cNvSpPr txBox="1"/>
          <p:nvPr/>
        </p:nvSpPr>
        <p:spPr>
          <a:xfrm>
            <a:off x="10242305" y="1811200"/>
            <a:ext cx="238000" cy="229600"/>
          </a:xfrm>
          <a:prstGeom prst="rect">
            <a:avLst/>
          </a:prstGeom>
          <a:solidFill>
            <a:srgbClr val="999999"/>
          </a:solidFill>
          <a:ln>
            <a:noFill/>
          </a:ln>
        </p:spPr>
        <p:txBody>
          <a:bodyPr spcFirstLastPara="1" wrap="square" lIns="0" tIns="0" rIns="0" bIns="0" anchor="ctr" anchorCtr="0">
            <a:noAutofit/>
          </a:bodyPr>
          <a:lstStyle/>
          <a:p>
            <a:pPr algn="ctr">
              <a:lnSpc>
                <a:spcPct val="90000"/>
              </a:lnSpc>
              <a:buClr>
                <a:srgbClr val="000000"/>
              </a:buClr>
              <a:buSzPts val="1050"/>
            </a:pPr>
            <a:endParaRPr sz="1400" b="1">
              <a:solidFill>
                <a:srgbClr val="000000"/>
              </a:solidFill>
              <a:latin typeface="Calibri"/>
              <a:ea typeface="Calibri"/>
              <a:cs typeface="Calibri"/>
              <a:sym typeface="Calibri"/>
            </a:endParaRPr>
          </a:p>
        </p:txBody>
      </p:sp>
      <p:sp>
        <p:nvSpPr>
          <p:cNvPr id="623" name="Google Shape;623;p83"/>
          <p:cNvSpPr/>
          <p:nvPr/>
        </p:nvSpPr>
        <p:spPr>
          <a:xfrm>
            <a:off x="9561359" y="2293545"/>
            <a:ext cx="1600000" cy="928000"/>
          </a:xfrm>
          <a:prstGeom prst="roundRect">
            <a:avLst>
              <a:gd name="adj" fmla="val 10000"/>
            </a:avLst>
          </a:prstGeom>
          <a:solidFill>
            <a:srgbClr val="999999"/>
          </a:solidFill>
          <a:ln>
            <a:noFill/>
          </a:ln>
          <a:effectLst>
            <a:outerShdw blurRad="40000" dist="23000" dir="5400000" rotWithShape="0">
              <a:srgbClr val="000000">
                <a:alpha val="34900"/>
              </a:srgbClr>
            </a:outerShdw>
          </a:effectLst>
        </p:spPr>
        <p:txBody>
          <a:bodyPr spcFirstLastPara="1" wrap="square" lIns="121900" tIns="121900" rIns="121900" bIns="121900" anchor="ctr" anchorCtr="0">
            <a:noAutofit/>
          </a:bodyPr>
          <a:lstStyle/>
          <a:p>
            <a:endParaRPr sz="2400"/>
          </a:p>
        </p:txBody>
      </p:sp>
      <p:sp>
        <p:nvSpPr>
          <p:cNvPr id="624" name="Google Shape;624;p83"/>
          <p:cNvSpPr txBox="1"/>
          <p:nvPr/>
        </p:nvSpPr>
        <p:spPr>
          <a:xfrm>
            <a:off x="9589475" y="2320713"/>
            <a:ext cx="1544000" cy="873200"/>
          </a:xfrm>
          <a:prstGeom prst="rect">
            <a:avLst/>
          </a:prstGeom>
          <a:solidFill>
            <a:srgbClr val="999999"/>
          </a:solidFill>
          <a:ln>
            <a:noFill/>
          </a:ln>
        </p:spPr>
        <p:txBody>
          <a:bodyPr spcFirstLastPara="1" wrap="square" lIns="81267" tIns="81267" rIns="81267" bIns="81267" anchor="ctr" anchorCtr="0">
            <a:noAutofit/>
          </a:bodyPr>
          <a:lstStyle/>
          <a:p>
            <a:pPr algn="ctr">
              <a:lnSpc>
                <a:spcPct val="90000"/>
              </a:lnSpc>
              <a:buClr>
                <a:srgbClr val="000000"/>
              </a:buClr>
              <a:buSzPts val="1600"/>
            </a:pPr>
            <a:r>
              <a:rPr lang="en" sz="2133" b="1">
                <a:solidFill>
                  <a:srgbClr val="000000"/>
                </a:solidFill>
                <a:latin typeface="Calibri"/>
                <a:ea typeface="Calibri"/>
                <a:cs typeface="Calibri"/>
                <a:sym typeface="Calibri"/>
              </a:rPr>
              <a:t>Test</a:t>
            </a:r>
            <a:endParaRPr sz="2400"/>
          </a:p>
        </p:txBody>
      </p:sp>
      <p:sp>
        <p:nvSpPr>
          <p:cNvPr id="625" name="Google Shape;625;p83"/>
          <p:cNvSpPr/>
          <p:nvPr/>
        </p:nvSpPr>
        <p:spPr>
          <a:xfrm rot="10800000">
            <a:off x="9081361" y="2565440"/>
            <a:ext cx="339200" cy="383600"/>
          </a:xfrm>
          <a:prstGeom prst="rightArrow">
            <a:avLst>
              <a:gd name="adj1" fmla="val 60000"/>
              <a:gd name="adj2" fmla="val 50000"/>
            </a:avLst>
          </a:prstGeom>
          <a:solidFill>
            <a:srgbClr val="999999"/>
          </a:solidFill>
          <a:ln>
            <a:noFill/>
          </a:ln>
          <a:effectLst>
            <a:outerShdw blurRad="40000" dist="23000" dir="5400000" rotWithShape="0">
              <a:srgbClr val="000000">
                <a:alpha val="34900"/>
              </a:srgbClr>
            </a:outerShdw>
          </a:effectLst>
        </p:spPr>
        <p:txBody>
          <a:bodyPr spcFirstLastPara="1" wrap="square" lIns="121900" tIns="121900" rIns="121900" bIns="121900" anchor="ctr" anchorCtr="0">
            <a:noAutofit/>
          </a:bodyPr>
          <a:lstStyle/>
          <a:p>
            <a:endParaRPr sz="2400"/>
          </a:p>
        </p:txBody>
      </p:sp>
      <p:sp>
        <p:nvSpPr>
          <p:cNvPr id="626" name="Google Shape;626;p83"/>
          <p:cNvSpPr txBox="1"/>
          <p:nvPr/>
        </p:nvSpPr>
        <p:spPr>
          <a:xfrm>
            <a:off x="9183127" y="2642317"/>
            <a:ext cx="237600" cy="230000"/>
          </a:xfrm>
          <a:prstGeom prst="rect">
            <a:avLst/>
          </a:prstGeom>
          <a:solidFill>
            <a:srgbClr val="999999"/>
          </a:solidFill>
          <a:ln>
            <a:noFill/>
          </a:ln>
        </p:spPr>
        <p:txBody>
          <a:bodyPr spcFirstLastPara="1" wrap="square" lIns="0" tIns="0" rIns="0" bIns="0" anchor="ctr" anchorCtr="0">
            <a:noAutofit/>
          </a:bodyPr>
          <a:lstStyle/>
          <a:p>
            <a:pPr algn="ctr">
              <a:lnSpc>
                <a:spcPct val="90000"/>
              </a:lnSpc>
              <a:buClr>
                <a:srgbClr val="000000"/>
              </a:buClr>
              <a:buSzPts val="1050"/>
            </a:pPr>
            <a:endParaRPr sz="1400" b="1">
              <a:solidFill>
                <a:srgbClr val="000000"/>
              </a:solidFill>
              <a:latin typeface="Calibri"/>
              <a:ea typeface="Calibri"/>
              <a:cs typeface="Calibri"/>
              <a:sym typeface="Calibri"/>
            </a:endParaRPr>
          </a:p>
        </p:txBody>
      </p:sp>
      <p:sp>
        <p:nvSpPr>
          <p:cNvPr id="627" name="Google Shape;627;p83"/>
          <p:cNvSpPr/>
          <p:nvPr/>
        </p:nvSpPr>
        <p:spPr>
          <a:xfrm>
            <a:off x="7321403" y="2293545"/>
            <a:ext cx="1600000" cy="928000"/>
          </a:xfrm>
          <a:prstGeom prst="roundRect">
            <a:avLst>
              <a:gd name="adj" fmla="val 10000"/>
            </a:avLst>
          </a:prstGeom>
          <a:solidFill>
            <a:srgbClr val="999999"/>
          </a:solidFill>
          <a:ln>
            <a:noFill/>
          </a:ln>
          <a:effectLst>
            <a:outerShdw blurRad="40000" dist="23000" dir="5400000" rotWithShape="0">
              <a:srgbClr val="000000">
                <a:alpha val="34900"/>
              </a:srgbClr>
            </a:outerShdw>
          </a:effectLst>
        </p:spPr>
        <p:txBody>
          <a:bodyPr spcFirstLastPara="1" wrap="square" lIns="121900" tIns="121900" rIns="121900" bIns="121900" anchor="ctr" anchorCtr="0">
            <a:noAutofit/>
          </a:bodyPr>
          <a:lstStyle/>
          <a:p>
            <a:endParaRPr sz="2400"/>
          </a:p>
        </p:txBody>
      </p:sp>
      <p:sp>
        <p:nvSpPr>
          <p:cNvPr id="628" name="Google Shape;628;p83"/>
          <p:cNvSpPr txBox="1"/>
          <p:nvPr/>
        </p:nvSpPr>
        <p:spPr>
          <a:xfrm>
            <a:off x="7349519" y="2320713"/>
            <a:ext cx="1544000" cy="873200"/>
          </a:xfrm>
          <a:prstGeom prst="rect">
            <a:avLst/>
          </a:prstGeom>
          <a:solidFill>
            <a:srgbClr val="999999"/>
          </a:solidFill>
          <a:ln>
            <a:noFill/>
          </a:ln>
        </p:spPr>
        <p:txBody>
          <a:bodyPr spcFirstLastPara="1" wrap="square" lIns="81267" tIns="81267" rIns="81267" bIns="81267" anchor="ctr" anchorCtr="0">
            <a:noAutofit/>
          </a:bodyPr>
          <a:lstStyle/>
          <a:p>
            <a:pPr algn="ctr">
              <a:lnSpc>
                <a:spcPct val="90000"/>
              </a:lnSpc>
              <a:buClr>
                <a:srgbClr val="000000"/>
              </a:buClr>
              <a:buSzPts val="1600"/>
            </a:pPr>
            <a:r>
              <a:rPr lang="en" sz="2133" b="1">
                <a:solidFill>
                  <a:srgbClr val="000000"/>
                </a:solidFill>
                <a:latin typeface="Calibri"/>
                <a:ea typeface="Calibri"/>
                <a:cs typeface="Calibri"/>
                <a:sym typeface="Calibri"/>
              </a:rPr>
              <a:t>Evaluate &amp; Select</a:t>
            </a:r>
            <a:endParaRPr sz="2400"/>
          </a:p>
        </p:txBody>
      </p:sp>
      <p:sp>
        <p:nvSpPr>
          <p:cNvPr id="629" name="Google Shape;629;p83"/>
          <p:cNvSpPr/>
          <p:nvPr/>
        </p:nvSpPr>
        <p:spPr>
          <a:xfrm rot="10800000">
            <a:off x="6841404" y="2565440"/>
            <a:ext cx="339200" cy="383600"/>
          </a:xfrm>
          <a:prstGeom prst="rightArrow">
            <a:avLst>
              <a:gd name="adj1" fmla="val 60000"/>
              <a:gd name="adj2" fmla="val 50000"/>
            </a:avLst>
          </a:prstGeom>
          <a:solidFill>
            <a:srgbClr val="999999"/>
          </a:solidFill>
          <a:ln>
            <a:noFill/>
          </a:ln>
          <a:effectLst>
            <a:outerShdw blurRad="40000" dist="23000" dir="5400000" rotWithShape="0">
              <a:srgbClr val="000000">
                <a:alpha val="34900"/>
              </a:srgbClr>
            </a:outerShdw>
          </a:effectLst>
        </p:spPr>
        <p:txBody>
          <a:bodyPr spcFirstLastPara="1" wrap="square" lIns="121900" tIns="121900" rIns="121900" bIns="121900" anchor="ctr" anchorCtr="0">
            <a:noAutofit/>
          </a:bodyPr>
          <a:lstStyle/>
          <a:p>
            <a:endParaRPr sz="2400"/>
          </a:p>
        </p:txBody>
      </p:sp>
      <p:sp>
        <p:nvSpPr>
          <p:cNvPr id="630" name="Google Shape;630;p83"/>
          <p:cNvSpPr txBox="1"/>
          <p:nvPr/>
        </p:nvSpPr>
        <p:spPr>
          <a:xfrm>
            <a:off x="6943169" y="2642317"/>
            <a:ext cx="237600" cy="230000"/>
          </a:xfrm>
          <a:prstGeom prst="rect">
            <a:avLst/>
          </a:prstGeom>
          <a:solidFill>
            <a:srgbClr val="999999"/>
          </a:solidFill>
          <a:ln>
            <a:noFill/>
          </a:ln>
        </p:spPr>
        <p:txBody>
          <a:bodyPr spcFirstLastPara="1" wrap="square" lIns="0" tIns="0" rIns="0" bIns="0" anchor="ctr" anchorCtr="0">
            <a:noAutofit/>
          </a:bodyPr>
          <a:lstStyle/>
          <a:p>
            <a:pPr algn="ctr">
              <a:lnSpc>
                <a:spcPct val="90000"/>
              </a:lnSpc>
              <a:buClr>
                <a:srgbClr val="000000"/>
              </a:buClr>
              <a:buSzPts val="700"/>
            </a:pPr>
            <a:endParaRPr sz="933" b="1">
              <a:solidFill>
                <a:srgbClr val="000000"/>
              </a:solidFill>
              <a:latin typeface="Calibri"/>
              <a:ea typeface="Calibri"/>
              <a:cs typeface="Calibri"/>
              <a:sym typeface="Calibri"/>
            </a:endParaRPr>
          </a:p>
        </p:txBody>
      </p:sp>
      <p:sp>
        <p:nvSpPr>
          <p:cNvPr id="631" name="Google Shape;631;p83"/>
          <p:cNvSpPr/>
          <p:nvPr/>
        </p:nvSpPr>
        <p:spPr>
          <a:xfrm>
            <a:off x="5081447" y="2293545"/>
            <a:ext cx="1600000" cy="928000"/>
          </a:xfrm>
          <a:prstGeom prst="roundRect">
            <a:avLst>
              <a:gd name="adj" fmla="val 10000"/>
            </a:avLst>
          </a:prstGeom>
          <a:solidFill>
            <a:srgbClr val="999999"/>
          </a:solidFill>
          <a:ln>
            <a:noFill/>
          </a:ln>
          <a:effectLst>
            <a:outerShdw blurRad="40000" dist="23000" dir="5400000" rotWithShape="0">
              <a:srgbClr val="000000">
                <a:alpha val="34900"/>
              </a:srgbClr>
            </a:outerShdw>
          </a:effectLst>
        </p:spPr>
        <p:txBody>
          <a:bodyPr spcFirstLastPara="1" wrap="square" lIns="121900" tIns="121900" rIns="121900" bIns="121900" anchor="ctr" anchorCtr="0">
            <a:noAutofit/>
          </a:bodyPr>
          <a:lstStyle/>
          <a:p>
            <a:endParaRPr sz="2400"/>
          </a:p>
        </p:txBody>
      </p:sp>
      <p:sp>
        <p:nvSpPr>
          <p:cNvPr id="632" name="Google Shape;632;p83"/>
          <p:cNvSpPr txBox="1"/>
          <p:nvPr/>
        </p:nvSpPr>
        <p:spPr>
          <a:xfrm>
            <a:off x="5109563" y="2320713"/>
            <a:ext cx="1544000" cy="873200"/>
          </a:xfrm>
          <a:prstGeom prst="rect">
            <a:avLst/>
          </a:prstGeom>
          <a:solidFill>
            <a:srgbClr val="999999"/>
          </a:solidFill>
          <a:ln>
            <a:noFill/>
          </a:ln>
        </p:spPr>
        <p:txBody>
          <a:bodyPr spcFirstLastPara="1" wrap="square" lIns="81267" tIns="81267" rIns="81267" bIns="81267" anchor="ctr" anchorCtr="0">
            <a:noAutofit/>
          </a:bodyPr>
          <a:lstStyle/>
          <a:p>
            <a:pPr algn="ctr">
              <a:lnSpc>
                <a:spcPct val="90000"/>
              </a:lnSpc>
              <a:buClr>
                <a:srgbClr val="000000"/>
              </a:buClr>
              <a:buSzPts val="1600"/>
            </a:pPr>
            <a:r>
              <a:rPr lang="en" sz="2133" b="1">
                <a:solidFill>
                  <a:srgbClr val="000000"/>
                </a:solidFill>
                <a:latin typeface="Calibri"/>
                <a:ea typeface="Calibri"/>
                <a:cs typeface="Calibri"/>
                <a:sym typeface="Calibri"/>
              </a:rPr>
              <a:t>Deploy</a:t>
            </a:r>
            <a:endParaRPr sz="2400"/>
          </a:p>
        </p:txBody>
      </p:sp>
      <p:sp>
        <p:nvSpPr>
          <p:cNvPr id="633" name="Google Shape;633;p83"/>
          <p:cNvSpPr/>
          <p:nvPr/>
        </p:nvSpPr>
        <p:spPr>
          <a:xfrm rot="10800000">
            <a:off x="4601448" y="2565440"/>
            <a:ext cx="339200" cy="383600"/>
          </a:xfrm>
          <a:prstGeom prst="rightArrow">
            <a:avLst>
              <a:gd name="adj1" fmla="val 60000"/>
              <a:gd name="adj2" fmla="val 50000"/>
            </a:avLst>
          </a:prstGeom>
          <a:solidFill>
            <a:srgbClr val="999999"/>
          </a:solidFill>
          <a:ln>
            <a:noFill/>
          </a:ln>
          <a:effectLst>
            <a:outerShdw blurRad="40000" dist="23000" dir="5400000" rotWithShape="0">
              <a:srgbClr val="000000">
                <a:alpha val="34900"/>
              </a:srgbClr>
            </a:outerShdw>
          </a:effectLst>
        </p:spPr>
        <p:txBody>
          <a:bodyPr spcFirstLastPara="1" wrap="square" lIns="121900" tIns="121900" rIns="121900" bIns="121900" anchor="ctr" anchorCtr="0">
            <a:noAutofit/>
          </a:bodyPr>
          <a:lstStyle/>
          <a:p>
            <a:endParaRPr sz="2400"/>
          </a:p>
        </p:txBody>
      </p:sp>
      <p:sp>
        <p:nvSpPr>
          <p:cNvPr id="634" name="Google Shape;634;p83"/>
          <p:cNvSpPr txBox="1"/>
          <p:nvPr/>
        </p:nvSpPr>
        <p:spPr>
          <a:xfrm>
            <a:off x="4703213" y="2642317"/>
            <a:ext cx="237600" cy="230000"/>
          </a:xfrm>
          <a:prstGeom prst="rect">
            <a:avLst/>
          </a:prstGeom>
          <a:solidFill>
            <a:srgbClr val="999999"/>
          </a:solidFill>
          <a:ln>
            <a:noFill/>
          </a:ln>
        </p:spPr>
        <p:txBody>
          <a:bodyPr spcFirstLastPara="1" wrap="square" lIns="0" tIns="0" rIns="0" bIns="0" anchor="ctr" anchorCtr="0">
            <a:noAutofit/>
          </a:bodyPr>
          <a:lstStyle/>
          <a:p>
            <a:pPr algn="ctr">
              <a:lnSpc>
                <a:spcPct val="90000"/>
              </a:lnSpc>
              <a:buClr>
                <a:srgbClr val="000000"/>
              </a:buClr>
              <a:buSzPts val="700"/>
            </a:pPr>
            <a:endParaRPr sz="933" b="1">
              <a:solidFill>
                <a:srgbClr val="000000"/>
              </a:solidFill>
              <a:latin typeface="Calibri"/>
              <a:ea typeface="Calibri"/>
              <a:cs typeface="Calibri"/>
              <a:sym typeface="Calibri"/>
            </a:endParaRPr>
          </a:p>
        </p:txBody>
      </p:sp>
      <p:sp>
        <p:nvSpPr>
          <p:cNvPr id="635" name="Google Shape;635;p83"/>
          <p:cNvSpPr/>
          <p:nvPr/>
        </p:nvSpPr>
        <p:spPr>
          <a:xfrm>
            <a:off x="2841491" y="2293545"/>
            <a:ext cx="1600000" cy="928000"/>
          </a:xfrm>
          <a:prstGeom prst="roundRect">
            <a:avLst>
              <a:gd name="adj" fmla="val 10000"/>
            </a:avLst>
          </a:prstGeom>
          <a:solidFill>
            <a:srgbClr val="999999"/>
          </a:solidFill>
          <a:ln>
            <a:noFill/>
          </a:ln>
          <a:effectLst>
            <a:outerShdw blurRad="40000" dist="23000" dir="5400000" rotWithShape="0">
              <a:srgbClr val="000000">
                <a:alpha val="34900"/>
              </a:srgbClr>
            </a:outerShdw>
          </a:effectLst>
        </p:spPr>
        <p:txBody>
          <a:bodyPr spcFirstLastPara="1" wrap="square" lIns="121900" tIns="121900" rIns="121900" bIns="121900" anchor="ctr" anchorCtr="0">
            <a:noAutofit/>
          </a:bodyPr>
          <a:lstStyle/>
          <a:p>
            <a:endParaRPr sz="2400"/>
          </a:p>
        </p:txBody>
      </p:sp>
      <p:sp>
        <p:nvSpPr>
          <p:cNvPr id="636" name="Google Shape;636;p83"/>
          <p:cNvSpPr txBox="1"/>
          <p:nvPr/>
        </p:nvSpPr>
        <p:spPr>
          <a:xfrm>
            <a:off x="2869607" y="2320713"/>
            <a:ext cx="1544000" cy="873200"/>
          </a:xfrm>
          <a:prstGeom prst="rect">
            <a:avLst/>
          </a:prstGeom>
          <a:solidFill>
            <a:srgbClr val="999999"/>
          </a:solidFill>
          <a:ln>
            <a:noFill/>
          </a:ln>
        </p:spPr>
        <p:txBody>
          <a:bodyPr spcFirstLastPara="1" wrap="square" lIns="81267" tIns="81267" rIns="81267" bIns="81267" anchor="ctr" anchorCtr="0">
            <a:noAutofit/>
          </a:bodyPr>
          <a:lstStyle/>
          <a:p>
            <a:pPr algn="ctr">
              <a:lnSpc>
                <a:spcPct val="90000"/>
              </a:lnSpc>
              <a:buClr>
                <a:srgbClr val="000000"/>
              </a:buClr>
              <a:buSzPts val="1600"/>
            </a:pPr>
            <a:r>
              <a:rPr lang="en" sz="2133" b="1">
                <a:solidFill>
                  <a:srgbClr val="000000"/>
                </a:solidFill>
                <a:latin typeface="Calibri"/>
                <a:ea typeface="Calibri"/>
                <a:cs typeface="Calibri"/>
                <a:sym typeface="Calibri"/>
              </a:rPr>
              <a:t>Maintain</a:t>
            </a:r>
            <a:endParaRPr sz="2400"/>
          </a:p>
        </p:txBody>
      </p:sp>
      <p:sp>
        <p:nvSpPr>
          <p:cNvPr id="637" name="Google Shape;637;p83"/>
          <p:cNvSpPr/>
          <p:nvPr/>
        </p:nvSpPr>
        <p:spPr>
          <a:xfrm rot="10800000">
            <a:off x="2361492" y="2565440"/>
            <a:ext cx="339200" cy="383600"/>
          </a:xfrm>
          <a:prstGeom prst="rightArrow">
            <a:avLst>
              <a:gd name="adj1" fmla="val 60000"/>
              <a:gd name="adj2" fmla="val 50000"/>
            </a:avLst>
          </a:prstGeom>
          <a:solidFill>
            <a:srgbClr val="999999"/>
          </a:solidFill>
          <a:ln>
            <a:noFill/>
          </a:ln>
          <a:effectLst>
            <a:outerShdw blurRad="40000" dist="23000" dir="5400000" rotWithShape="0">
              <a:srgbClr val="000000">
                <a:alpha val="34900"/>
              </a:srgbClr>
            </a:outerShdw>
          </a:effectLst>
        </p:spPr>
        <p:txBody>
          <a:bodyPr spcFirstLastPara="1" wrap="square" lIns="121900" tIns="121900" rIns="121900" bIns="121900" anchor="ctr" anchorCtr="0">
            <a:noAutofit/>
          </a:bodyPr>
          <a:lstStyle/>
          <a:p>
            <a:endParaRPr sz="2400"/>
          </a:p>
        </p:txBody>
      </p:sp>
      <p:sp>
        <p:nvSpPr>
          <p:cNvPr id="638" name="Google Shape;638;p83"/>
          <p:cNvSpPr txBox="1"/>
          <p:nvPr/>
        </p:nvSpPr>
        <p:spPr>
          <a:xfrm>
            <a:off x="2463257" y="2642317"/>
            <a:ext cx="237600" cy="230000"/>
          </a:xfrm>
          <a:prstGeom prst="rect">
            <a:avLst/>
          </a:prstGeom>
          <a:solidFill>
            <a:srgbClr val="999999"/>
          </a:solidFill>
          <a:ln>
            <a:noFill/>
          </a:ln>
        </p:spPr>
        <p:txBody>
          <a:bodyPr spcFirstLastPara="1" wrap="square" lIns="0" tIns="0" rIns="0" bIns="0" anchor="ctr" anchorCtr="0">
            <a:noAutofit/>
          </a:bodyPr>
          <a:lstStyle/>
          <a:p>
            <a:pPr algn="ctr">
              <a:lnSpc>
                <a:spcPct val="90000"/>
              </a:lnSpc>
              <a:buClr>
                <a:srgbClr val="000000"/>
              </a:buClr>
              <a:buSzPts val="700"/>
            </a:pPr>
            <a:endParaRPr sz="933" b="1">
              <a:solidFill>
                <a:srgbClr val="000000"/>
              </a:solidFill>
              <a:latin typeface="Calibri"/>
              <a:ea typeface="Calibri"/>
              <a:cs typeface="Calibri"/>
              <a:sym typeface="Calibri"/>
            </a:endParaRPr>
          </a:p>
        </p:txBody>
      </p:sp>
      <p:sp>
        <p:nvSpPr>
          <p:cNvPr id="639" name="Google Shape;639;p83"/>
          <p:cNvSpPr/>
          <p:nvPr/>
        </p:nvSpPr>
        <p:spPr>
          <a:xfrm>
            <a:off x="601533" y="2293545"/>
            <a:ext cx="1600000" cy="928000"/>
          </a:xfrm>
          <a:prstGeom prst="roundRect">
            <a:avLst>
              <a:gd name="adj" fmla="val 10000"/>
            </a:avLst>
          </a:prstGeom>
          <a:solidFill>
            <a:srgbClr val="999999"/>
          </a:solidFill>
          <a:ln>
            <a:noFill/>
          </a:ln>
          <a:effectLst>
            <a:outerShdw blurRad="40000" dist="23000" dir="5400000" rotWithShape="0">
              <a:srgbClr val="000000">
                <a:alpha val="34900"/>
              </a:srgbClr>
            </a:outerShdw>
          </a:effectLst>
        </p:spPr>
        <p:txBody>
          <a:bodyPr spcFirstLastPara="1" wrap="square" lIns="121900" tIns="121900" rIns="121900" bIns="121900" anchor="ctr" anchorCtr="0">
            <a:noAutofit/>
          </a:bodyPr>
          <a:lstStyle/>
          <a:p>
            <a:endParaRPr sz="2400"/>
          </a:p>
        </p:txBody>
      </p:sp>
      <p:sp>
        <p:nvSpPr>
          <p:cNvPr id="640" name="Google Shape;640;p83"/>
          <p:cNvSpPr txBox="1"/>
          <p:nvPr/>
        </p:nvSpPr>
        <p:spPr>
          <a:xfrm>
            <a:off x="629649" y="2320713"/>
            <a:ext cx="1544000" cy="873200"/>
          </a:xfrm>
          <a:prstGeom prst="rect">
            <a:avLst/>
          </a:prstGeom>
          <a:solidFill>
            <a:srgbClr val="999999"/>
          </a:solidFill>
          <a:ln>
            <a:noFill/>
          </a:ln>
        </p:spPr>
        <p:txBody>
          <a:bodyPr spcFirstLastPara="1" wrap="square" lIns="71100" tIns="71100" rIns="71100" bIns="71100" anchor="ctr" anchorCtr="0">
            <a:noAutofit/>
          </a:bodyPr>
          <a:lstStyle/>
          <a:p>
            <a:pPr algn="ctr">
              <a:lnSpc>
                <a:spcPct val="90000"/>
              </a:lnSpc>
              <a:buClr>
                <a:srgbClr val="000000"/>
              </a:buClr>
              <a:buSzPts val="1400"/>
            </a:pPr>
            <a:r>
              <a:rPr lang="en" sz="1867" b="1">
                <a:solidFill>
                  <a:srgbClr val="000000"/>
                </a:solidFill>
                <a:latin typeface="Calibri"/>
                <a:ea typeface="Calibri"/>
                <a:cs typeface="Calibri"/>
                <a:sym typeface="Calibri"/>
              </a:rPr>
              <a:t>Communicate</a:t>
            </a:r>
            <a:endParaRPr sz="2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85"/>
          <p:cNvSpPr txBox="1">
            <a:spLocks noGrp="1"/>
          </p:cNvSpPr>
          <p:nvPr>
            <p:ph type="title"/>
          </p:nvPr>
        </p:nvSpPr>
        <p:spPr>
          <a:xfrm>
            <a:off x="415600" y="1876500"/>
            <a:ext cx="11360800" cy="1122400"/>
          </a:xfrm>
          <a:prstGeom prst="rect">
            <a:avLst/>
          </a:prstGeom>
        </p:spPr>
        <p:txBody>
          <a:bodyPr spcFirstLastPara="1" vert="horz" wrap="square" lIns="121900" tIns="121900" rIns="121900" bIns="121900" numCol="1" anchor="ctr" anchorCtr="0" compatLnSpc="1">
            <a:prstTxWarp prst="textNoShape">
              <a:avLst/>
            </a:prstTxWarp>
            <a:noAutofit/>
          </a:bodyPr>
          <a:lstStyle/>
          <a:p>
            <a:r>
              <a:rPr lang="en"/>
              <a:t>Audit COMPAS using Aequitas</a:t>
            </a:r>
            <a:endParaRPr/>
          </a:p>
        </p:txBody>
      </p:sp>
      <p:sp>
        <p:nvSpPr>
          <p:cNvPr id="652" name="Google Shape;652;p85"/>
          <p:cNvSpPr txBox="1"/>
          <p:nvPr/>
        </p:nvSpPr>
        <p:spPr>
          <a:xfrm>
            <a:off x="806833" y="3037467"/>
            <a:ext cx="10862400" cy="819600"/>
          </a:xfrm>
          <a:prstGeom prst="rect">
            <a:avLst/>
          </a:prstGeom>
          <a:noFill/>
          <a:ln>
            <a:noFill/>
          </a:ln>
        </p:spPr>
        <p:txBody>
          <a:bodyPr spcFirstLastPara="1" wrap="square" lIns="121900" tIns="121900" rIns="121900" bIns="121900" anchor="t" anchorCtr="0">
            <a:noAutofit/>
          </a:bodyPr>
          <a:lstStyle/>
          <a:p>
            <a:pPr algn="ctr"/>
            <a:r>
              <a:rPr lang="en" sz="2533" dirty="0"/>
              <a:t>You can acquainted with the tool by running the COMPAS demo notebook.</a:t>
            </a:r>
            <a:endParaRPr sz="2533" dirty="0"/>
          </a:p>
          <a:p>
            <a:pPr algn="ctr">
              <a:buClr>
                <a:schemeClr val="dk1"/>
              </a:buClr>
              <a:buSzPts val="1100"/>
            </a:pPr>
            <a:r>
              <a:rPr lang="en" sz="2133" u="sng" dirty="0">
                <a:solidFill>
                  <a:schemeClr val="accent5"/>
                </a:solidFill>
                <a:hlinkClick r:id="rId3">
                  <a:extLst>
                    <a:ext uri="{A12FA001-AC4F-418D-AE19-62706E023703}">
                      <ahyp:hlinkClr xmlns:ahyp="http://schemas.microsoft.com/office/drawing/2018/hyperlinkcolor" val="tx"/>
                    </a:ext>
                  </a:extLst>
                </a:hlinkClick>
              </a:rPr>
              <a:t>https://github.com/dssg/aequitas</a:t>
            </a:r>
            <a:endParaRPr sz="5467" dirty="0">
              <a:solidFill>
                <a:schemeClr val="dk1"/>
              </a:solidFill>
            </a:endParaRPr>
          </a:p>
          <a:p>
            <a:pPr algn="ctr"/>
            <a:endParaRPr sz="2400" dirty="0"/>
          </a:p>
        </p:txBody>
      </p:sp>
      <p:sp>
        <p:nvSpPr>
          <p:cNvPr id="653" name="Google Shape;653;p85"/>
          <p:cNvSpPr/>
          <p:nvPr/>
        </p:nvSpPr>
        <p:spPr>
          <a:xfrm>
            <a:off x="10862233" y="238433"/>
            <a:ext cx="1150400" cy="986000"/>
          </a:xfrm>
          <a:prstGeom prst="star5">
            <a:avLst>
              <a:gd name="adj" fmla="val 19098"/>
              <a:gd name="hf" fmla="val 105146"/>
              <a:gd name="vf" fmla="val 110557"/>
            </a:avLst>
          </a:prstGeom>
          <a:solidFill>
            <a:srgbClr val="F1C23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pic>
        <p:nvPicPr>
          <p:cNvPr id="669" name="Google Shape;669;p87"/>
          <p:cNvPicPr preferRelativeResize="0"/>
          <p:nvPr/>
        </p:nvPicPr>
        <p:blipFill>
          <a:blip r:embed="rId3">
            <a:alphaModFix/>
          </a:blip>
          <a:stretch>
            <a:fillRect/>
          </a:stretch>
        </p:blipFill>
        <p:spPr>
          <a:xfrm>
            <a:off x="477534" y="1735033"/>
            <a:ext cx="11324519" cy="2419235"/>
          </a:xfrm>
          <a:prstGeom prst="rect">
            <a:avLst/>
          </a:prstGeom>
          <a:noFill/>
          <a:ln>
            <a:noFill/>
          </a:ln>
        </p:spPr>
      </p:pic>
      <p:sp>
        <p:nvSpPr>
          <p:cNvPr id="670" name="Google Shape;670;p87"/>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Autofit/>
          </a:bodyPr>
          <a:lstStyle/>
          <a:p>
            <a:pPr algn="ctr"/>
            <a:r>
              <a:rPr lang="en"/>
              <a:t>Aequitas Summary for COMPAS</a:t>
            </a:r>
            <a:endParaRPr/>
          </a:p>
        </p:txBody>
      </p:sp>
      <p:sp>
        <p:nvSpPr>
          <p:cNvPr id="671" name="Google Shape;671;p87"/>
          <p:cNvSpPr/>
          <p:nvPr/>
        </p:nvSpPr>
        <p:spPr>
          <a:xfrm>
            <a:off x="10862233" y="238433"/>
            <a:ext cx="1150400" cy="986000"/>
          </a:xfrm>
          <a:prstGeom prst="star5">
            <a:avLst>
              <a:gd name="adj" fmla="val 19098"/>
              <a:gd name="hf" fmla="val 105146"/>
              <a:gd name="vf" fmla="val 110557"/>
            </a:avLst>
          </a:prstGeom>
          <a:solidFill>
            <a:srgbClr val="F1C23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pic>
        <p:nvPicPr>
          <p:cNvPr id="676" name="Google Shape;676;p88"/>
          <p:cNvPicPr preferRelativeResize="0"/>
          <p:nvPr/>
        </p:nvPicPr>
        <p:blipFill>
          <a:blip r:embed="rId3">
            <a:alphaModFix/>
          </a:blip>
          <a:stretch>
            <a:fillRect/>
          </a:stretch>
        </p:blipFill>
        <p:spPr>
          <a:xfrm>
            <a:off x="1635733" y="1967034"/>
            <a:ext cx="9755400" cy="3288333"/>
          </a:xfrm>
          <a:prstGeom prst="rect">
            <a:avLst/>
          </a:prstGeom>
          <a:noFill/>
          <a:ln>
            <a:noFill/>
          </a:ln>
        </p:spPr>
      </p:pic>
      <p:sp>
        <p:nvSpPr>
          <p:cNvPr id="677" name="Google Shape;677;p88"/>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Autofit/>
          </a:bodyPr>
          <a:lstStyle/>
          <a:p>
            <a:pPr algn="ctr"/>
            <a:r>
              <a:rPr lang="en"/>
              <a:t>Disparity Chart</a:t>
            </a:r>
            <a:endParaRPr/>
          </a:p>
        </p:txBody>
      </p:sp>
      <p:sp>
        <p:nvSpPr>
          <p:cNvPr id="678" name="Google Shape;678;p88"/>
          <p:cNvSpPr/>
          <p:nvPr/>
        </p:nvSpPr>
        <p:spPr>
          <a:xfrm>
            <a:off x="10862233" y="238433"/>
            <a:ext cx="1150400" cy="986000"/>
          </a:xfrm>
          <a:prstGeom prst="star5">
            <a:avLst>
              <a:gd name="adj" fmla="val 19098"/>
              <a:gd name="hf" fmla="val 105146"/>
              <a:gd name="vf" fmla="val 110557"/>
            </a:avLst>
          </a:prstGeom>
          <a:solidFill>
            <a:srgbClr val="F1C23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660000"/>
        </a:solidFill>
        <a:effectLst/>
      </p:bgPr>
    </p:bg>
    <p:spTree>
      <p:nvGrpSpPr>
        <p:cNvPr id="1" name="Shape 700"/>
        <p:cNvGrpSpPr/>
        <p:nvPr/>
      </p:nvGrpSpPr>
      <p:grpSpPr>
        <a:xfrm>
          <a:off x="0" y="0"/>
          <a:ext cx="0" cy="0"/>
          <a:chOff x="0" y="0"/>
          <a:chExt cx="0" cy="0"/>
        </a:xfrm>
      </p:grpSpPr>
      <p:sp>
        <p:nvSpPr>
          <p:cNvPr id="701" name="Google Shape;701;p92"/>
          <p:cNvSpPr txBox="1">
            <a:spLocks noGrp="1"/>
          </p:cNvSpPr>
          <p:nvPr>
            <p:ph type="title"/>
          </p:nvPr>
        </p:nvSpPr>
        <p:spPr>
          <a:xfrm>
            <a:off x="415600" y="2122767"/>
            <a:ext cx="11360800" cy="763600"/>
          </a:xfrm>
          <a:prstGeom prst="rect">
            <a:avLst/>
          </a:prstGeom>
        </p:spPr>
        <p:txBody>
          <a:bodyPr spcFirstLastPara="1" wrap="square" lIns="121900" tIns="121900" rIns="121900" bIns="121900" anchor="t" anchorCtr="0">
            <a:noAutofit/>
          </a:bodyPr>
          <a:lstStyle/>
          <a:p>
            <a:pPr algn="ctr"/>
            <a:endParaRPr sz="4667" dirty="0">
              <a:solidFill>
                <a:schemeClr val="lt1"/>
              </a:solidFill>
              <a:latin typeface="Century Gothic"/>
              <a:ea typeface="Century Gothic"/>
              <a:cs typeface="Century Gothic"/>
              <a:sym typeface="Century Gothic"/>
            </a:endParaRPr>
          </a:p>
          <a:p>
            <a:pPr algn="ctr"/>
            <a:r>
              <a:rPr lang="en" sz="4667" u="sng" dirty="0">
                <a:solidFill>
                  <a:srgbClr val="F3F3F3"/>
                </a:solidFill>
                <a:latin typeface="Century Gothic"/>
                <a:ea typeface="Century Gothic"/>
                <a:cs typeface="Century Gothic"/>
                <a:sym typeface="Century Gothic"/>
                <a:hlinkClick r:id="rId3">
                  <a:extLst>
                    <a:ext uri="{A12FA001-AC4F-418D-AE19-62706E023703}">
                      <ahyp:hlinkClr xmlns:ahyp="http://schemas.microsoft.com/office/drawing/2018/hyperlinkcolor" val="tx"/>
                    </a:ext>
                  </a:extLst>
                </a:hlinkClick>
              </a:rPr>
              <a:t>Auditing a Model for Bias</a:t>
            </a:r>
            <a:endParaRPr sz="4667" dirty="0">
              <a:solidFill>
                <a:srgbClr val="F3F3F3"/>
              </a:solidFill>
              <a:latin typeface="Century Gothic"/>
              <a:ea typeface="Century Gothic"/>
              <a:cs typeface="Century Gothic"/>
              <a:sym typeface="Century Gothic"/>
            </a:endParaRPr>
          </a:p>
          <a:p>
            <a:pPr algn="ctr"/>
            <a:endParaRPr sz="4667" dirty="0">
              <a:solidFill>
                <a:srgbClr val="F3F3F3"/>
              </a:solidFill>
              <a:latin typeface="Century Gothic"/>
              <a:ea typeface="Century Gothic"/>
              <a:cs typeface="Century Gothic"/>
              <a:sym typeface="Century Gothic"/>
            </a:endParaRPr>
          </a:p>
          <a:p>
            <a:pPr algn="ctr"/>
            <a:r>
              <a:rPr lang="en" sz="3333" dirty="0">
                <a:solidFill>
                  <a:srgbClr val="F3F3F3"/>
                </a:solidFill>
                <a:latin typeface="Century Gothic"/>
                <a:ea typeface="Century Gothic"/>
                <a:cs typeface="Century Gothic"/>
                <a:sym typeface="Century Gothic"/>
              </a:rPr>
              <a:t>(click on link to load </a:t>
            </a:r>
            <a:endParaRPr sz="3333" dirty="0">
              <a:solidFill>
                <a:srgbClr val="F3F3F3"/>
              </a:solidFill>
              <a:latin typeface="Century Gothic"/>
              <a:ea typeface="Century Gothic"/>
              <a:cs typeface="Century Gothic"/>
              <a:sym typeface="Century Gothic"/>
            </a:endParaRPr>
          </a:p>
          <a:p>
            <a:pPr algn="ctr"/>
            <a:r>
              <a:rPr lang="en" sz="3333" dirty="0">
                <a:solidFill>
                  <a:srgbClr val="F3F3F3"/>
                </a:solidFill>
                <a:latin typeface="Century Gothic"/>
                <a:ea typeface="Century Gothic"/>
                <a:cs typeface="Century Gothic"/>
                <a:sym typeface="Century Gothic"/>
              </a:rPr>
              <a:t>notebook and run setup)</a:t>
            </a:r>
            <a:endParaRPr sz="3333" dirty="0">
              <a:solidFill>
                <a:srgbClr val="F3F3F3"/>
              </a:solidFill>
              <a:latin typeface="Century Gothic"/>
              <a:ea typeface="Century Gothic"/>
              <a:cs typeface="Century Gothic"/>
              <a:sym typeface="Century Gothic"/>
            </a:endParaRPr>
          </a:p>
        </p:txBody>
      </p:sp>
      <p:sp>
        <p:nvSpPr>
          <p:cNvPr id="702" name="Google Shape;702;p92"/>
          <p:cNvSpPr txBox="1">
            <a:spLocks noGrp="1"/>
          </p:cNvSpPr>
          <p:nvPr>
            <p:ph type="subTitle" idx="4294967295"/>
          </p:nvPr>
        </p:nvSpPr>
        <p:spPr>
          <a:xfrm>
            <a:off x="5794100" y="158033"/>
            <a:ext cx="4132800" cy="1166000"/>
          </a:xfrm>
          <a:prstGeom prst="rect">
            <a:avLst/>
          </a:prstGeom>
        </p:spPr>
        <p:txBody>
          <a:bodyPr spcFirstLastPara="1" wrap="square" lIns="121900" tIns="121900" rIns="121900" bIns="121900" anchor="t" anchorCtr="0">
            <a:noAutofit/>
          </a:bodyPr>
          <a:lstStyle/>
          <a:p>
            <a:pPr marL="0" indent="0">
              <a:spcAft>
                <a:spcPts val="2133"/>
              </a:spcAft>
              <a:buNone/>
            </a:pPr>
            <a:r>
              <a:rPr lang="en" sz="2800" u="sng" dirty="0">
                <a:solidFill>
                  <a:schemeClr val="lt1"/>
                </a:solidFill>
                <a:hlinkClick r:id="rId4">
                  <a:extLst>
                    <a:ext uri="{A12FA001-AC4F-418D-AE19-62706E023703}">
                      <ahyp:hlinkClr xmlns:ahyp="http://schemas.microsoft.com/office/drawing/2018/hyperlinkcolor" val="tx"/>
                    </a:ext>
                  </a:extLst>
                </a:hlinkClick>
              </a:rPr>
              <a:t>https://bit.ly/kddfairness</a:t>
            </a:r>
            <a:endParaRPr sz="2800" b="1" dirty="0">
              <a:solidFill>
                <a:schemeClr val="lt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A6DC0D54-0B18-6E49-BE26-E4BF7A51BAF3}"/>
              </a:ext>
            </a:extLst>
          </p:cNvPr>
          <p:cNvGraphicFramePr/>
          <p:nvPr/>
        </p:nvGraphicFramePr>
        <p:xfrm>
          <a:off x="0" y="859537"/>
          <a:ext cx="12192000" cy="53023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4">
            <a:extLst>
              <a:ext uri="{FF2B5EF4-FFF2-40B4-BE49-F238E27FC236}">
                <a16:creationId xmlns:a16="http://schemas.microsoft.com/office/drawing/2014/main" id="{F0199F36-82BD-C781-CC20-68279DC263F7}"/>
              </a:ext>
            </a:extLst>
          </p:cNvPr>
          <p:cNvSpPr>
            <a:spLocks noGrp="1"/>
          </p:cNvSpPr>
          <p:nvPr>
            <p:ph type="title"/>
          </p:nvPr>
        </p:nvSpPr>
        <p:spPr/>
        <p:txBody>
          <a:bodyPr/>
          <a:lstStyle/>
          <a:p>
            <a:r>
              <a:rPr lang="en-US" dirty="0">
                <a:solidFill>
                  <a:schemeClr val="bg1"/>
                </a:solidFill>
              </a:rPr>
              <a:t>The focus should not just on making the ML model fair but rather on </a:t>
            </a:r>
            <a:r>
              <a:rPr lang="en-US" b="1" dirty="0">
                <a:solidFill>
                  <a:schemeClr val="bg1"/>
                </a:solidFill>
              </a:rPr>
              <a:t>making the overall system and outcomes fair</a:t>
            </a:r>
            <a:endParaRPr lang="en-US" dirty="0"/>
          </a:p>
        </p:txBody>
      </p:sp>
    </p:spTree>
    <p:extLst>
      <p:ext uri="{BB962C8B-B14F-4D97-AF65-F5344CB8AC3E}">
        <p14:creationId xmlns:p14="http://schemas.microsoft.com/office/powerpoint/2010/main" val="5820182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953D70A-22B9-7946-A4B4-ED3E9790D5F2}"/>
              </a:ext>
            </a:extLst>
          </p:cNvPr>
          <p:cNvGraphicFramePr>
            <a:graphicFrameLocks noGrp="1"/>
          </p:cNvGraphicFramePr>
          <p:nvPr>
            <p:ph idx="1"/>
          </p:nvPr>
        </p:nvGraphicFramePr>
        <p:xfrm>
          <a:off x="87871" y="1069676"/>
          <a:ext cx="11862487"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99F9CBE2-D0EE-5F4A-9ABE-6BB040BACEB0}"/>
              </a:ext>
            </a:extLst>
          </p:cNvPr>
          <p:cNvSpPr>
            <a:spLocks noGrp="1"/>
          </p:cNvSpPr>
          <p:nvPr>
            <p:ph type="title"/>
          </p:nvPr>
        </p:nvSpPr>
        <p:spPr/>
        <p:txBody>
          <a:bodyPr/>
          <a:lstStyle/>
          <a:p>
            <a:pPr>
              <a:lnSpc>
                <a:spcPct val="90000"/>
              </a:lnSpc>
              <a:spcAft>
                <a:spcPts val="800"/>
              </a:spcAft>
            </a:pPr>
            <a:r>
              <a:rPr lang="en-US" dirty="0">
                <a:solidFill>
                  <a:schemeClr val="bg1"/>
                </a:solidFill>
              </a:rPr>
              <a:t>Diagnosing the root causes of bias in AI/ML Systems</a:t>
            </a:r>
            <a:endParaRPr lang="en-US" b="1" dirty="0">
              <a:solidFill>
                <a:schemeClr val="bg1"/>
              </a:solidFill>
            </a:endParaRPr>
          </a:p>
        </p:txBody>
      </p:sp>
      <p:sp>
        <p:nvSpPr>
          <p:cNvPr id="2" name="Rectangle 1">
            <a:extLst>
              <a:ext uri="{FF2B5EF4-FFF2-40B4-BE49-F238E27FC236}">
                <a16:creationId xmlns:a16="http://schemas.microsoft.com/office/drawing/2014/main" id="{89BFAF30-B40E-434C-97D6-D1C2ACF9FC8F}"/>
              </a:ext>
            </a:extLst>
          </p:cNvPr>
          <p:cNvSpPr/>
          <p:nvPr/>
        </p:nvSpPr>
        <p:spPr>
          <a:xfrm>
            <a:off x="5036997" y="4128946"/>
            <a:ext cx="2703219" cy="1077026"/>
          </a:xfrm>
          <a:prstGeom prst="rect">
            <a:avLst/>
          </a:prstGeom>
        </p:spPr>
        <p:txBody>
          <a:bodyPr wrap="square">
            <a:spAutoFit/>
          </a:bodyPr>
          <a:lstStyle/>
          <a:p>
            <a:pPr defTabSz="609585" fontAlgn="base">
              <a:spcBef>
                <a:spcPct val="0"/>
              </a:spcBef>
              <a:spcAft>
                <a:spcPct val="0"/>
              </a:spcAft>
            </a:pPr>
            <a:r>
              <a:rPr lang="en-US" sz="2133" dirty="0">
                <a:solidFill>
                  <a:prstClr val="black"/>
                </a:solidFill>
                <a:latin typeface="Calibri" charset="0"/>
                <a:ea typeface="ＭＳ Ｐゴシック" charset="0"/>
              </a:rPr>
              <a:t>System Developers</a:t>
            </a:r>
          </a:p>
          <a:p>
            <a:pPr defTabSz="609585" fontAlgn="base">
              <a:spcBef>
                <a:spcPct val="0"/>
              </a:spcBef>
              <a:spcAft>
                <a:spcPct val="0"/>
              </a:spcAft>
            </a:pPr>
            <a:r>
              <a:rPr lang="en-US" sz="2133" dirty="0">
                <a:solidFill>
                  <a:prstClr val="black"/>
                </a:solidFill>
                <a:latin typeface="Calibri" charset="0"/>
                <a:ea typeface="ＭＳ Ｐゴシック" charset="0"/>
              </a:rPr>
              <a:t>Complexity or flaws</a:t>
            </a:r>
          </a:p>
          <a:p>
            <a:pPr defTabSz="609585" fontAlgn="base">
              <a:spcBef>
                <a:spcPct val="0"/>
              </a:spcBef>
              <a:spcAft>
                <a:spcPct val="0"/>
              </a:spcAft>
            </a:pPr>
            <a:r>
              <a:rPr lang="en-US" sz="2133" dirty="0">
                <a:solidFill>
                  <a:prstClr val="black"/>
                </a:solidFill>
                <a:latin typeface="Calibri" charset="0"/>
                <a:ea typeface="ＭＳ Ｐゴシック" charset="0"/>
              </a:rPr>
              <a:t>Design Choices </a:t>
            </a:r>
          </a:p>
        </p:txBody>
      </p:sp>
      <p:sp>
        <p:nvSpPr>
          <p:cNvPr id="5" name="Rectangle 4">
            <a:extLst>
              <a:ext uri="{FF2B5EF4-FFF2-40B4-BE49-F238E27FC236}">
                <a16:creationId xmlns:a16="http://schemas.microsoft.com/office/drawing/2014/main" id="{9957355B-1F41-494D-830A-1E65CBE8827C}"/>
              </a:ext>
            </a:extLst>
          </p:cNvPr>
          <p:cNvSpPr/>
          <p:nvPr/>
        </p:nvSpPr>
        <p:spPr>
          <a:xfrm>
            <a:off x="1794059" y="4128945"/>
            <a:ext cx="3440733" cy="1077026"/>
          </a:xfrm>
          <a:prstGeom prst="rect">
            <a:avLst/>
          </a:prstGeom>
        </p:spPr>
        <p:txBody>
          <a:bodyPr wrap="square">
            <a:spAutoFit/>
          </a:bodyPr>
          <a:lstStyle/>
          <a:p>
            <a:pPr marL="609569" lvl="1" defTabSz="457178" fontAlgn="base">
              <a:spcBef>
                <a:spcPct val="0"/>
              </a:spcBef>
              <a:spcAft>
                <a:spcPct val="0"/>
              </a:spcAft>
            </a:pPr>
            <a:r>
              <a:rPr lang="en-US" sz="2133" dirty="0">
                <a:solidFill>
                  <a:prstClr val="black"/>
                </a:solidFill>
                <a:latin typeface="Calibri" charset="0"/>
                <a:ea typeface="ＭＳ Ｐゴシック" charset="0"/>
              </a:rPr>
              <a:t>Sample Bias</a:t>
            </a:r>
          </a:p>
          <a:p>
            <a:pPr marL="609569" lvl="1" defTabSz="457178" fontAlgn="base">
              <a:spcBef>
                <a:spcPct val="0"/>
              </a:spcBef>
              <a:spcAft>
                <a:spcPct val="0"/>
              </a:spcAft>
            </a:pPr>
            <a:r>
              <a:rPr lang="en-US" sz="2133" dirty="0">
                <a:solidFill>
                  <a:prstClr val="black"/>
                </a:solidFill>
                <a:latin typeface="Calibri" charset="0"/>
                <a:ea typeface="ＭＳ Ｐゴシック" charset="0"/>
              </a:rPr>
              <a:t>Measurement Bias</a:t>
            </a:r>
          </a:p>
          <a:p>
            <a:pPr marL="609569" lvl="1" defTabSz="457178" fontAlgn="base">
              <a:spcBef>
                <a:spcPct val="0"/>
              </a:spcBef>
              <a:spcAft>
                <a:spcPct val="0"/>
              </a:spcAft>
            </a:pPr>
            <a:r>
              <a:rPr lang="en-US" sz="2133" dirty="0">
                <a:solidFill>
                  <a:prstClr val="black"/>
                </a:solidFill>
                <a:latin typeface="Calibri" charset="0"/>
                <a:ea typeface="ＭＳ Ｐゴシック" charset="0"/>
              </a:rPr>
              <a:t>Label Bias</a:t>
            </a:r>
          </a:p>
        </p:txBody>
      </p:sp>
      <p:sp>
        <p:nvSpPr>
          <p:cNvPr id="11" name="TextBox 10">
            <a:extLst>
              <a:ext uri="{FF2B5EF4-FFF2-40B4-BE49-F238E27FC236}">
                <a16:creationId xmlns:a16="http://schemas.microsoft.com/office/drawing/2014/main" id="{056EB38C-C5E8-734E-A884-0F228CEE0751}"/>
              </a:ext>
            </a:extLst>
          </p:cNvPr>
          <p:cNvSpPr txBox="1"/>
          <p:nvPr/>
        </p:nvSpPr>
        <p:spPr>
          <a:xfrm>
            <a:off x="516238" y="2018529"/>
            <a:ext cx="11159525" cy="502766"/>
          </a:xfrm>
          <a:prstGeom prst="rect">
            <a:avLst/>
          </a:prstGeom>
          <a:noFill/>
        </p:spPr>
        <p:txBody>
          <a:bodyPr wrap="square">
            <a:spAutoFit/>
          </a:bodyPr>
          <a:lstStyle/>
          <a:p>
            <a:pPr defTabSz="609585" fontAlgn="base">
              <a:spcBef>
                <a:spcPct val="0"/>
              </a:spcBef>
              <a:spcAft>
                <a:spcPct val="0"/>
              </a:spcAft>
            </a:pPr>
            <a:r>
              <a:rPr lang="en-US" sz="2667" dirty="0">
                <a:solidFill>
                  <a:prstClr val="black"/>
                </a:solidFill>
                <a:latin typeface="Calibri" charset="0"/>
                <a:ea typeface="ＭＳ Ｐゴシック" charset="0"/>
              </a:rPr>
              <a:t>Bias and disparity (in outcomes) can come from any of these four components</a:t>
            </a:r>
          </a:p>
        </p:txBody>
      </p:sp>
    </p:spTree>
    <p:extLst>
      <p:ext uri="{BB962C8B-B14F-4D97-AF65-F5344CB8AC3E}">
        <p14:creationId xmlns:p14="http://schemas.microsoft.com/office/powerpoint/2010/main" val="3669241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DB62EF61-F651-3C43-BEED-805480128E21}"/>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graphicEl>
                                              <a:dgm id="{640CB942-B6B0-284F-94EE-DAA36E8740EB}"/>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graphicEl>
                                              <a:dgm id="{25DE5F47-6F09-D644-B951-7ECCCE199BBD}"/>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graphicEl>
                                              <a:dgm id="{A81B3B9C-94DD-7049-8278-CBDCBD9310BC}"/>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graphicEl>
                                              <a:dgm id="{01EF44C5-252B-0A4C-A30C-84CCF917CBC0}"/>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graphicEl>
                                              <a:dgm id="{E1EB2EAF-2685-2145-B9F3-CD0B1D45E34B}"/>
                                            </p:graphic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graphicEl>
                                              <a:dgm id="{6D4D51E8-C9B9-9A4E-8104-8412D5416B4E}"/>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graphicEl>
                                              <a:dgm id="{DDA29801-4FFE-E148-B2C2-F3ED5401E54F}"/>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graphicEl>
                                              <a:dgm id="{3D4D8B31-373B-B045-80B9-309C115BBC99}"/>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P spid="2" grpId="0"/>
      <p:bldP spid="5" grpId="0"/>
      <p:bldP spid="1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0"/>
          <p:cNvSpPr txBox="1">
            <a:spLocks noGrp="1"/>
          </p:cNvSpPr>
          <p:nvPr>
            <p:ph type="title"/>
          </p:nvPr>
        </p:nvSpPr>
        <p:spPr>
          <a:xfrm>
            <a:off x="182667" y="288567"/>
            <a:ext cx="11838400" cy="763600"/>
          </a:xfrm>
          <a:prstGeom prst="rect">
            <a:avLst/>
          </a:prstGeom>
        </p:spPr>
        <p:txBody>
          <a:bodyPr spcFirstLastPara="1" wrap="square" lIns="121900" tIns="121900" rIns="121900" bIns="121900" anchor="t" anchorCtr="0">
            <a:noAutofit/>
          </a:bodyPr>
          <a:lstStyle/>
          <a:p>
            <a:r>
              <a:rPr lang="en" sz="3333">
                <a:solidFill>
                  <a:srgbClr val="000000"/>
                </a:solidFill>
                <a:latin typeface="Calibri"/>
                <a:ea typeface="Calibri"/>
                <a:cs typeface="Calibri"/>
                <a:sym typeface="Calibri"/>
              </a:rPr>
              <a:t>Even within the ML Pipeline, bias can be introduced in every step</a:t>
            </a:r>
            <a:endParaRPr>
              <a:solidFill>
                <a:srgbClr val="000000"/>
              </a:solidFill>
            </a:endParaRPr>
          </a:p>
        </p:txBody>
      </p:sp>
      <p:pic>
        <p:nvPicPr>
          <p:cNvPr id="294" name="Google Shape;294;p40"/>
          <p:cNvPicPr preferRelativeResize="0"/>
          <p:nvPr/>
        </p:nvPicPr>
        <p:blipFill>
          <a:blip r:embed="rId3">
            <a:alphaModFix/>
          </a:blip>
          <a:stretch>
            <a:fillRect/>
          </a:stretch>
        </p:blipFill>
        <p:spPr>
          <a:xfrm>
            <a:off x="203201" y="2584567"/>
            <a:ext cx="11785599" cy="2853912"/>
          </a:xfrm>
          <a:prstGeom prst="rect">
            <a:avLst/>
          </a:prstGeom>
          <a:noFill/>
          <a:ln>
            <a:noFill/>
          </a:ln>
        </p:spPr>
      </p:pic>
      <p:pic>
        <p:nvPicPr>
          <p:cNvPr id="295" name="Google Shape;295;p40"/>
          <p:cNvPicPr preferRelativeResize="0"/>
          <p:nvPr/>
        </p:nvPicPr>
        <p:blipFill>
          <a:blip r:embed="rId4">
            <a:alphaModFix/>
          </a:blip>
          <a:stretch>
            <a:fillRect/>
          </a:stretch>
        </p:blipFill>
        <p:spPr>
          <a:xfrm>
            <a:off x="3176201" y="1196199"/>
            <a:ext cx="5422969" cy="114273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1"/>
          <p:cNvSpPr txBox="1">
            <a:spLocks noGrp="1"/>
          </p:cNvSpPr>
          <p:nvPr>
            <p:ph type="title"/>
          </p:nvPr>
        </p:nvSpPr>
        <p:spPr>
          <a:xfrm>
            <a:off x="457200" y="205979"/>
            <a:ext cx="8229600" cy="857200"/>
          </a:xfrm>
          <a:prstGeom prst="rect">
            <a:avLst/>
          </a:prstGeom>
          <a:noFill/>
          <a:ln>
            <a:noFill/>
          </a:ln>
        </p:spPr>
        <p:txBody>
          <a:bodyPr spcFirstLastPara="1" wrap="square" lIns="91433" tIns="45700" rIns="91433" bIns="45700" anchor="ctr" anchorCtr="0">
            <a:noAutofit/>
          </a:bodyPr>
          <a:lstStyle/>
          <a:p>
            <a:pPr>
              <a:lnSpc>
                <a:spcPct val="90000"/>
              </a:lnSpc>
              <a:buSzPts val="3300"/>
            </a:pPr>
            <a:r>
              <a:rPr lang="en"/>
              <a:t>Action/Intervention Bias</a:t>
            </a:r>
            <a:endParaRPr/>
          </a:p>
        </p:txBody>
      </p:sp>
      <p:sp>
        <p:nvSpPr>
          <p:cNvPr id="301" name="Google Shape;301;p41"/>
          <p:cNvSpPr txBox="1">
            <a:spLocks noGrp="1"/>
          </p:cNvSpPr>
          <p:nvPr>
            <p:ph type="body" idx="1"/>
          </p:nvPr>
        </p:nvSpPr>
        <p:spPr>
          <a:xfrm>
            <a:off x="457200" y="1200167"/>
            <a:ext cx="11036400" cy="3798800"/>
          </a:xfrm>
          <a:prstGeom prst="rect">
            <a:avLst/>
          </a:prstGeom>
          <a:noFill/>
          <a:ln>
            <a:noFill/>
          </a:ln>
        </p:spPr>
        <p:txBody>
          <a:bodyPr spcFirstLastPara="1" wrap="square" lIns="91433" tIns="45700" rIns="91433" bIns="45700" anchor="t" anchorCtr="0">
            <a:noAutofit/>
          </a:bodyPr>
          <a:lstStyle/>
          <a:p>
            <a:pPr marL="0" indent="0">
              <a:lnSpc>
                <a:spcPct val="90000"/>
              </a:lnSpc>
              <a:spcBef>
                <a:spcPts val="1067"/>
              </a:spcBef>
              <a:buSzPts val="2100"/>
              <a:buNone/>
            </a:pPr>
            <a:endParaRPr sz="2400"/>
          </a:p>
          <a:p>
            <a:pPr marL="0" indent="0">
              <a:lnSpc>
                <a:spcPct val="90000"/>
              </a:lnSpc>
              <a:spcBef>
                <a:spcPts val="2133"/>
              </a:spcBef>
              <a:buSzPts val="2100"/>
              <a:buNone/>
            </a:pPr>
            <a:r>
              <a:rPr lang="en" sz="2400">
                <a:solidFill>
                  <a:srgbClr val="000000"/>
                </a:solidFill>
              </a:rPr>
              <a:t>Heterogeneity in the effectiveness of an intervention across groups.</a:t>
            </a:r>
            <a:endParaRPr sz="2400">
              <a:solidFill>
                <a:srgbClr val="000000"/>
              </a:solidFill>
            </a:endParaRPr>
          </a:p>
          <a:p>
            <a:pPr marL="0" indent="0">
              <a:lnSpc>
                <a:spcPct val="90000"/>
              </a:lnSpc>
              <a:spcBef>
                <a:spcPts val="2133"/>
              </a:spcBef>
              <a:buSzPts val="2100"/>
              <a:buNone/>
            </a:pPr>
            <a:endParaRPr sz="2400">
              <a:solidFill>
                <a:srgbClr val="000000"/>
              </a:solidFill>
            </a:endParaRPr>
          </a:p>
          <a:p>
            <a:pPr marL="0" indent="0">
              <a:lnSpc>
                <a:spcPct val="90000"/>
              </a:lnSpc>
              <a:spcBef>
                <a:spcPts val="2133"/>
              </a:spcBef>
              <a:buSzPts val="2100"/>
              <a:buNone/>
            </a:pPr>
            <a:r>
              <a:rPr lang="en" sz="2400">
                <a:solidFill>
                  <a:srgbClr val="000000"/>
                </a:solidFill>
              </a:rPr>
              <a:t>Discriminatory ‘overrides’ by the actors conducting the interventions.</a:t>
            </a:r>
            <a:endParaRPr sz="2400">
              <a:solidFill>
                <a:srgbClr val="000000"/>
              </a:solidFill>
            </a:endParaRPr>
          </a:p>
          <a:p>
            <a:pPr marL="0" indent="0">
              <a:lnSpc>
                <a:spcPct val="90000"/>
              </a:lnSpc>
              <a:spcBef>
                <a:spcPts val="2133"/>
              </a:spcBef>
              <a:buSzPts val="2100"/>
              <a:buNone/>
            </a:pPr>
            <a:endParaRPr sz="2400"/>
          </a:p>
          <a:p>
            <a:pPr marL="0" indent="0">
              <a:lnSpc>
                <a:spcPct val="90000"/>
              </a:lnSpc>
              <a:spcBef>
                <a:spcPts val="2133"/>
              </a:spcBef>
              <a:spcAft>
                <a:spcPts val="2133"/>
              </a:spcAft>
              <a:buSzPts val="2100"/>
              <a:buNone/>
            </a:pPr>
            <a:endParaRPr sz="2400"/>
          </a:p>
        </p:txBody>
      </p:sp>
      <p:sp>
        <p:nvSpPr>
          <p:cNvPr id="302" name="Google Shape;302;p41"/>
          <p:cNvSpPr txBox="1">
            <a:spLocks noGrp="1"/>
          </p:cNvSpPr>
          <p:nvPr>
            <p:ph type="sldNum" idx="4294967295"/>
          </p:nvPr>
        </p:nvSpPr>
        <p:spPr>
          <a:xfrm>
            <a:off x="8610600" y="6356351"/>
            <a:ext cx="2743200" cy="365200"/>
          </a:xfrm>
          <a:prstGeom prst="rect">
            <a:avLst/>
          </a:prstGeom>
          <a:noFill/>
          <a:ln>
            <a:noFill/>
          </a:ln>
        </p:spPr>
        <p:txBody>
          <a:bodyPr spcFirstLastPara="1" wrap="square" lIns="91433" tIns="45700" rIns="91433" bIns="45700" anchor="ctr" anchorCtr="0">
            <a:noAutofit/>
          </a:bodyPr>
          <a:lstStyle/>
          <a:p>
            <a:fld id="{00000000-1234-1234-1234-123412341234}" type="slidenum">
              <a:rPr lang="en"/>
              <a:pPr/>
              <a:t>40</a:t>
            </a:fld>
            <a:endParaRPr/>
          </a:p>
        </p:txBody>
      </p:sp>
      <p:pic>
        <p:nvPicPr>
          <p:cNvPr id="303" name="Google Shape;303;p41"/>
          <p:cNvPicPr preferRelativeResize="0"/>
          <p:nvPr/>
        </p:nvPicPr>
        <p:blipFill>
          <a:blip r:embed="rId3">
            <a:alphaModFix/>
          </a:blip>
          <a:stretch>
            <a:fillRect/>
          </a:stretch>
        </p:blipFill>
        <p:spPr>
          <a:xfrm>
            <a:off x="6392401" y="230100"/>
            <a:ext cx="5269577" cy="8572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A6DC0D54-0B18-6E49-BE26-E4BF7A51BAF3}"/>
              </a:ext>
            </a:extLst>
          </p:cNvPr>
          <p:cNvGraphicFramePr/>
          <p:nvPr/>
        </p:nvGraphicFramePr>
        <p:xfrm>
          <a:off x="0" y="859537"/>
          <a:ext cx="12192000" cy="53023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4">
            <a:extLst>
              <a:ext uri="{FF2B5EF4-FFF2-40B4-BE49-F238E27FC236}">
                <a16:creationId xmlns:a16="http://schemas.microsoft.com/office/drawing/2014/main" id="{F0199F36-82BD-C781-CC20-68279DC263F7}"/>
              </a:ext>
            </a:extLst>
          </p:cNvPr>
          <p:cNvSpPr>
            <a:spLocks noGrp="1"/>
          </p:cNvSpPr>
          <p:nvPr>
            <p:ph type="title"/>
          </p:nvPr>
        </p:nvSpPr>
        <p:spPr/>
        <p:txBody>
          <a:bodyPr/>
          <a:lstStyle/>
          <a:p>
            <a:r>
              <a:rPr lang="en-US" dirty="0">
                <a:solidFill>
                  <a:schemeClr val="bg1"/>
                </a:solidFill>
              </a:rPr>
              <a:t>The focus should not just on making the ML model fair but rather on </a:t>
            </a:r>
            <a:r>
              <a:rPr lang="en-US" b="1" dirty="0">
                <a:solidFill>
                  <a:schemeClr val="bg1"/>
                </a:solidFill>
              </a:rPr>
              <a:t>making the overall system and outcomes fair</a:t>
            </a:r>
            <a:endParaRPr lang="en-US" dirty="0"/>
          </a:p>
        </p:txBody>
      </p:sp>
    </p:spTree>
    <p:extLst>
      <p:ext uri="{BB962C8B-B14F-4D97-AF65-F5344CB8AC3E}">
        <p14:creationId xmlns:p14="http://schemas.microsoft.com/office/powerpoint/2010/main" val="2556232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E038B8-9DA1-054F-B953-838194CAC13F}"/>
              </a:ext>
            </a:extLst>
          </p:cNvPr>
          <p:cNvSpPr>
            <a:spLocks noGrp="1"/>
          </p:cNvSpPr>
          <p:nvPr>
            <p:ph type="title"/>
          </p:nvPr>
        </p:nvSpPr>
        <p:spPr/>
        <p:txBody>
          <a:bodyPr/>
          <a:lstStyle/>
          <a:p>
            <a:r>
              <a:rPr lang="en-US" sz="3733" dirty="0"/>
              <a:t>ML Fairness Workflow</a:t>
            </a:r>
          </a:p>
        </p:txBody>
      </p:sp>
      <p:pic>
        <p:nvPicPr>
          <p:cNvPr id="2" name="Picture 2">
            <a:extLst>
              <a:ext uri="{FF2B5EF4-FFF2-40B4-BE49-F238E27FC236}">
                <a16:creationId xmlns:a16="http://schemas.microsoft.com/office/drawing/2014/main" id="{D5CD6B6D-3942-8B47-AFCC-30F7DAA5EA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93875"/>
            <a:ext cx="12192000" cy="3268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89038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E038B8-9DA1-054F-B953-838194CAC13F}"/>
              </a:ext>
            </a:extLst>
          </p:cNvPr>
          <p:cNvSpPr>
            <a:spLocks noGrp="1"/>
          </p:cNvSpPr>
          <p:nvPr>
            <p:ph type="title"/>
          </p:nvPr>
        </p:nvSpPr>
        <p:spPr/>
        <p:txBody>
          <a:bodyPr/>
          <a:lstStyle/>
          <a:p>
            <a:r>
              <a:rPr lang="en-US" dirty="0"/>
              <a:t>How can we reduce bias in ML models?</a:t>
            </a:r>
            <a:endParaRPr lang="en-US" sz="3733" dirty="0"/>
          </a:p>
        </p:txBody>
      </p:sp>
      <p:sp>
        <p:nvSpPr>
          <p:cNvPr id="5" name="Content Placeholder 1">
            <a:extLst>
              <a:ext uri="{FF2B5EF4-FFF2-40B4-BE49-F238E27FC236}">
                <a16:creationId xmlns:a16="http://schemas.microsoft.com/office/drawing/2014/main" id="{65AEB1E1-9B23-EF48-B549-ED51B522A37F}"/>
              </a:ext>
            </a:extLst>
          </p:cNvPr>
          <p:cNvSpPr>
            <a:spLocks noGrp="1"/>
          </p:cNvSpPr>
          <p:nvPr>
            <p:ph type="body" idx="1"/>
          </p:nvPr>
        </p:nvSpPr>
        <p:spPr>
          <a:xfrm>
            <a:off x="415600" y="1151400"/>
            <a:ext cx="11360700" cy="4555200"/>
          </a:xfrm>
        </p:spPr>
        <p:txBody>
          <a:bodyPr/>
          <a:lstStyle/>
          <a:p>
            <a:pPr fontAlgn="base"/>
            <a:r>
              <a:rPr lang="en-US" dirty="0"/>
              <a:t>Fix the world</a:t>
            </a:r>
            <a:br>
              <a:rPr lang="en-US" dirty="0"/>
            </a:br>
            <a:endParaRPr lang="en-US" sz="2000" dirty="0"/>
          </a:p>
          <a:p>
            <a:pPr fontAlgn="base"/>
            <a:r>
              <a:rPr lang="en-US" dirty="0"/>
              <a:t>Pre-Processing: Fix the input data</a:t>
            </a:r>
            <a:endParaRPr lang="en-US" sz="2000" dirty="0"/>
          </a:p>
          <a:p>
            <a:pPr lvl="1" fontAlgn="base">
              <a:spcBef>
                <a:spcPts val="0"/>
              </a:spcBef>
            </a:pPr>
            <a:r>
              <a:rPr lang="en-US" dirty="0"/>
              <a:t>Remove sensitive attributes (and correlated ones)</a:t>
            </a:r>
          </a:p>
          <a:p>
            <a:pPr lvl="1" fontAlgn="base">
              <a:spcBef>
                <a:spcPts val="0"/>
              </a:spcBef>
            </a:pPr>
            <a:r>
              <a:rPr lang="en-US" dirty="0"/>
              <a:t>Resample and/or reweight protected groups</a:t>
            </a:r>
            <a:br>
              <a:rPr lang="en-US" dirty="0"/>
            </a:br>
            <a:endParaRPr lang="en-US" sz="2000" dirty="0"/>
          </a:p>
          <a:p>
            <a:pPr fontAlgn="base"/>
            <a:r>
              <a:rPr lang="en-US" dirty="0"/>
              <a:t>In-Processing: Optimize for fairness in model training</a:t>
            </a:r>
            <a:br>
              <a:rPr lang="en-US" dirty="0"/>
            </a:br>
            <a:endParaRPr lang="en-US" sz="2000" dirty="0"/>
          </a:p>
          <a:p>
            <a:pPr fontAlgn="base"/>
            <a:r>
              <a:rPr lang="en-US" dirty="0"/>
              <a:t>Post-Processing</a:t>
            </a:r>
          </a:p>
          <a:p>
            <a:pPr lvl="1" fontAlgn="base">
              <a:spcBef>
                <a:spcPts val="0"/>
              </a:spcBef>
            </a:pPr>
            <a:r>
              <a:rPr lang="en-US" dirty="0"/>
              <a:t>Choose fair models during model selection</a:t>
            </a:r>
          </a:p>
          <a:p>
            <a:pPr lvl="1" fontAlgn="base">
              <a:spcBef>
                <a:spcPts val="0"/>
              </a:spcBef>
            </a:pPr>
            <a:r>
              <a:rPr lang="en-US" dirty="0"/>
              <a:t>Post-hoc adjustments to ‘de-</a:t>
            </a:r>
            <a:r>
              <a:rPr lang="en-US" dirty="0" err="1"/>
              <a:t>bias’</a:t>
            </a:r>
            <a:r>
              <a:rPr lang="en-US" dirty="0"/>
              <a:t> model scores</a:t>
            </a:r>
            <a:endParaRPr lang="en-US" sz="1600" dirty="0"/>
          </a:p>
        </p:txBody>
      </p:sp>
    </p:spTree>
    <p:extLst>
      <p:ext uri="{BB962C8B-B14F-4D97-AF65-F5344CB8AC3E}">
        <p14:creationId xmlns:p14="http://schemas.microsoft.com/office/powerpoint/2010/main" val="1435243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E038B8-9DA1-054F-B953-838194CAC13F}"/>
              </a:ext>
            </a:extLst>
          </p:cNvPr>
          <p:cNvSpPr>
            <a:spLocks noGrp="1"/>
          </p:cNvSpPr>
          <p:nvPr>
            <p:ph type="title"/>
          </p:nvPr>
        </p:nvSpPr>
        <p:spPr/>
        <p:txBody>
          <a:bodyPr/>
          <a:lstStyle/>
          <a:p>
            <a:r>
              <a:rPr lang="en-US" dirty="0"/>
              <a:t>Exploring Trade-Offs</a:t>
            </a:r>
            <a:endParaRPr lang="en-US" sz="3733" dirty="0"/>
          </a:p>
        </p:txBody>
      </p:sp>
      <p:pic>
        <p:nvPicPr>
          <p:cNvPr id="4098" name="Picture 2">
            <a:extLst>
              <a:ext uri="{FF2B5EF4-FFF2-40B4-BE49-F238E27FC236}">
                <a16:creationId xmlns:a16="http://schemas.microsoft.com/office/drawing/2014/main" id="{4A9F93EC-4A67-9243-BC36-6D4D22C58C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858"/>
          <a:stretch/>
        </p:blipFill>
        <p:spPr bwMode="auto">
          <a:xfrm>
            <a:off x="415600" y="1223158"/>
            <a:ext cx="7782137" cy="5393899"/>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F09D2A85-69E9-F042-8B42-DD69765B1869}"/>
              </a:ext>
            </a:extLst>
          </p:cNvPr>
          <p:cNvCxnSpPr/>
          <p:nvPr/>
        </p:nvCxnSpPr>
        <p:spPr>
          <a:xfrm flipH="1">
            <a:off x="7255823" y="2327564"/>
            <a:ext cx="1520042" cy="76002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FBB2CFC-CF4C-DB49-944D-E01E9B2FED0C}"/>
              </a:ext>
            </a:extLst>
          </p:cNvPr>
          <p:cNvSpPr txBox="1"/>
          <p:nvPr/>
        </p:nvSpPr>
        <p:spPr>
          <a:xfrm>
            <a:off x="8775865" y="1877158"/>
            <a:ext cx="3122971" cy="830997"/>
          </a:xfrm>
          <a:prstGeom prst="rect">
            <a:avLst/>
          </a:prstGeom>
          <a:noFill/>
        </p:spPr>
        <p:txBody>
          <a:bodyPr wrap="none" rtlCol="0">
            <a:spAutoFit/>
          </a:bodyPr>
          <a:lstStyle/>
          <a:p>
            <a:r>
              <a:rPr lang="en-US" sz="2400" dirty="0"/>
              <a:t>Each point is a different</a:t>
            </a:r>
          </a:p>
          <a:p>
            <a:r>
              <a:rPr lang="en-US" sz="2400" dirty="0"/>
              <a:t>model specification</a:t>
            </a:r>
          </a:p>
        </p:txBody>
      </p:sp>
      <p:sp>
        <p:nvSpPr>
          <p:cNvPr id="10" name="TextBox 9">
            <a:extLst>
              <a:ext uri="{FF2B5EF4-FFF2-40B4-BE49-F238E27FC236}">
                <a16:creationId xmlns:a16="http://schemas.microsoft.com/office/drawing/2014/main" id="{6DBF056F-D9C1-6B49-9373-699DD20844B2}"/>
              </a:ext>
            </a:extLst>
          </p:cNvPr>
          <p:cNvSpPr txBox="1"/>
          <p:nvPr/>
        </p:nvSpPr>
        <p:spPr>
          <a:xfrm>
            <a:off x="3643744" y="6155392"/>
            <a:ext cx="2258291" cy="461665"/>
          </a:xfrm>
          <a:prstGeom prst="rect">
            <a:avLst/>
          </a:prstGeom>
          <a:solidFill>
            <a:schemeClr val="bg1"/>
          </a:solidFill>
        </p:spPr>
        <p:txBody>
          <a:bodyPr wrap="square" rtlCol="0">
            <a:spAutoFit/>
          </a:bodyPr>
          <a:lstStyle/>
          <a:p>
            <a:pPr algn="ctr"/>
            <a:r>
              <a:rPr lang="en-US" sz="2400" dirty="0" err="1"/>
              <a:t>Precision@k</a:t>
            </a:r>
            <a:endParaRPr lang="en-US" sz="2400" dirty="0"/>
          </a:p>
        </p:txBody>
      </p:sp>
      <p:sp>
        <p:nvSpPr>
          <p:cNvPr id="11" name="TextBox 10">
            <a:extLst>
              <a:ext uri="{FF2B5EF4-FFF2-40B4-BE49-F238E27FC236}">
                <a16:creationId xmlns:a16="http://schemas.microsoft.com/office/drawing/2014/main" id="{D3B4FA01-8829-FC43-B8F3-DCA12744BCB6}"/>
              </a:ext>
            </a:extLst>
          </p:cNvPr>
          <p:cNvSpPr txBox="1"/>
          <p:nvPr/>
        </p:nvSpPr>
        <p:spPr>
          <a:xfrm rot="16200000">
            <a:off x="-545774" y="3306034"/>
            <a:ext cx="2258291" cy="461665"/>
          </a:xfrm>
          <a:prstGeom prst="rect">
            <a:avLst/>
          </a:prstGeom>
          <a:solidFill>
            <a:schemeClr val="bg1"/>
          </a:solidFill>
        </p:spPr>
        <p:txBody>
          <a:bodyPr wrap="square" rtlCol="0">
            <a:spAutoFit/>
          </a:bodyPr>
          <a:lstStyle/>
          <a:p>
            <a:pPr algn="ctr"/>
            <a:r>
              <a:rPr lang="en-US" sz="2400" dirty="0"/>
              <a:t>Disparity</a:t>
            </a:r>
          </a:p>
        </p:txBody>
      </p:sp>
    </p:spTree>
    <p:extLst>
      <p:ext uri="{BB962C8B-B14F-4D97-AF65-F5344CB8AC3E}">
        <p14:creationId xmlns:p14="http://schemas.microsoft.com/office/powerpoint/2010/main" val="3027854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E038B8-9DA1-054F-B953-838194CAC13F}"/>
              </a:ext>
            </a:extLst>
          </p:cNvPr>
          <p:cNvSpPr>
            <a:spLocks noGrp="1"/>
          </p:cNvSpPr>
          <p:nvPr>
            <p:ph type="title"/>
          </p:nvPr>
        </p:nvSpPr>
        <p:spPr/>
        <p:txBody>
          <a:bodyPr/>
          <a:lstStyle/>
          <a:p>
            <a:r>
              <a:rPr lang="en-US" dirty="0"/>
              <a:t>Exploring Trade-Offs</a:t>
            </a:r>
            <a:endParaRPr lang="en-US" sz="3733" dirty="0"/>
          </a:p>
        </p:txBody>
      </p:sp>
      <p:pic>
        <p:nvPicPr>
          <p:cNvPr id="4098" name="Picture 2">
            <a:extLst>
              <a:ext uri="{FF2B5EF4-FFF2-40B4-BE49-F238E27FC236}">
                <a16:creationId xmlns:a16="http://schemas.microsoft.com/office/drawing/2014/main" id="{4A9F93EC-4A67-9243-BC36-6D4D22C58C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858"/>
          <a:stretch/>
        </p:blipFill>
        <p:spPr bwMode="auto">
          <a:xfrm>
            <a:off x="415600" y="1223158"/>
            <a:ext cx="7782137" cy="5393899"/>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F09D2A85-69E9-F042-8B42-DD69765B1869}"/>
              </a:ext>
            </a:extLst>
          </p:cNvPr>
          <p:cNvCxnSpPr/>
          <p:nvPr/>
        </p:nvCxnSpPr>
        <p:spPr>
          <a:xfrm flipH="1">
            <a:off x="7255823" y="2327564"/>
            <a:ext cx="1520042" cy="76002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FBB2CFC-CF4C-DB49-944D-E01E9B2FED0C}"/>
              </a:ext>
            </a:extLst>
          </p:cNvPr>
          <p:cNvSpPr txBox="1"/>
          <p:nvPr/>
        </p:nvSpPr>
        <p:spPr>
          <a:xfrm>
            <a:off x="8775865" y="1877158"/>
            <a:ext cx="3380541" cy="1938992"/>
          </a:xfrm>
          <a:prstGeom prst="rect">
            <a:avLst/>
          </a:prstGeom>
          <a:noFill/>
        </p:spPr>
        <p:txBody>
          <a:bodyPr wrap="none" rtlCol="0">
            <a:spAutoFit/>
          </a:bodyPr>
          <a:lstStyle/>
          <a:p>
            <a:r>
              <a:rPr lang="en-US" sz="2400" dirty="0"/>
              <a:t>Each point is a different</a:t>
            </a:r>
          </a:p>
          <a:p>
            <a:r>
              <a:rPr lang="en-US" sz="2400" dirty="0"/>
              <a:t>model specification</a:t>
            </a:r>
          </a:p>
          <a:p>
            <a:endParaRPr lang="en-US" sz="2400" dirty="0"/>
          </a:p>
          <a:p>
            <a:r>
              <a:rPr lang="en-US" sz="2400" dirty="0"/>
              <a:t>Points further to the right</a:t>
            </a:r>
          </a:p>
          <a:p>
            <a:r>
              <a:rPr lang="en-US" sz="2400" dirty="0"/>
              <a:t>are </a:t>
            </a:r>
            <a:r>
              <a:rPr lang="en-US" sz="2400" dirty="0">
                <a:solidFill>
                  <a:srgbClr val="800002"/>
                </a:solidFill>
              </a:rPr>
              <a:t>more accurate</a:t>
            </a:r>
          </a:p>
        </p:txBody>
      </p:sp>
      <p:sp>
        <p:nvSpPr>
          <p:cNvPr id="10" name="TextBox 9">
            <a:extLst>
              <a:ext uri="{FF2B5EF4-FFF2-40B4-BE49-F238E27FC236}">
                <a16:creationId xmlns:a16="http://schemas.microsoft.com/office/drawing/2014/main" id="{6DBF056F-D9C1-6B49-9373-699DD20844B2}"/>
              </a:ext>
            </a:extLst>
          </p:cNvPr>
          <p:cNvSpPr txBox="1"/>
          <p:nvPr/>
        </p:nvSpPr>
        <p:spPr>
          <a:xfrm>
            <a:off x="3643744" y="6155392"/>
            <a:ext cx="2258291" cy="461665"/>
          </a:xfrm>
          <a:prstGeom prst="rect">
            <a:avLst/>
          </a:prstGeom>
          <a:solidFill>
            <a:schemeClr val="bg1"/>
          </a:solidFill>
        </p:spPr>
        <p:txBody>
          <a:bodyPr wrap="square" rtlCol="0">
            <a:spAutoFit/>
          </a:bodyPr>
          <a:lstStyle/>
          <a:p>
            <a:pPr algn="ctr"/>
            <a:r>
              <a:rPr lang="en-US" sz="2400" dirty="0" err="1"/>
              <a:t>Precision@k</a:t>
            </a:r>
            <a:endParaRPr lang="en-US" sz="2400" dirty="0"/>
          </a:p>
        </p:txBody>
      </p:sp>
      <p:sp>
        <p:nvSpPr>
          <p:cNvPr id="11" name="TextBox 10">
            <a:extLst>
              <a:ext uri="{FF2B5EF4-FFF2-40B4-BE49-F238E27FC236}">
                <a16:creationId xmlns:a16="http://schemas.microsoft.com/office/drawing/2014/main" id="{D3B4FA01-8829-FC43-B8F3-DCA12744BCB6}"/>
              </a:ext>
            </a:extLst>
          </p:cNvPr>
          <p:cNvSpPr txBox="1"/>
          <p:nvPr/>
        </p:nvSpPr>
        <p:spPr>
          <a:xfrm rot="16200000">
            <a:off x="-545774" y="3306034"/>
            <a:ext cx="2258291" cy="461665"/>
          </a:xfrm>
          <a:prstGeom prst="rect">
            <a:avLst/>
          </a:prstGeom>
          <a:solidFill>
            <a:schemeClr val="bg1"/>
          </a:solidFill>
        </p:spPr>
        <p:txBody>
          <a:bodyPr wrap="square" rtlCol="0">
            <a:spAutoFit/>
          </a:bodyPr>
          <a:lstStyle/>
          <a:p>
            <a:pPr algn="ctr"/>
            <a:r>
              <a:rPr lang="en-US" sz="2400" dirty="0"/>
              <a:t>Disparity</a:t>
            </a:r>
          </a:p>
        </p:txBody>
      </p:sp>
    </p:spTree>
    <p:extLst>
      <p:ext uri="{BB962C8B-B14F-4D97-AF65-F5344CB8AC3E}">
        <p14:creationId xmlns:p14="http://schemas.microsoft.com/office/powerpoint/2010/main" val="24805062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E038B8-9DA1-054F-B953-838194CAC13F}"/>
              </a:ext>
            </a:extLst>
          </p:cNvPr>
          <p:cNvSpPr>
            <a:spLocks noGrp="1"/>
          </p:cNvSpPr>
          <p:nvPr>
            <p:ph type="title"/>
          </p:nvPr>
        </p:nvSpPr>
        <p:spPr/>
        <p:txBody>
          <a:bodyPr/>
          <a:lstStyle/>
          <a:p>
            <a:r>
              <a:rPr lang="en-US" dirty="0"/>
              <a:t>Exploring Trade-Offs</a:t>
            </a:r>
            <a:endParaRPr lang="en-US" sz="3733" dirty="0"/>
          </a:p>
        </p:txBody>
      </p:sp>
      <p:pic>
        <p:nvPicPr>
          <p:cNvPr id="4098" name="Picture 2">
            <a:extLst>
              <a:ext uri="{FF2B5EF4-FFF2-40B4-BE49-F238E27FC236}">
                <a16:creationId xmlns:a16="http://schemas.microsoft.com/office/drawing/2014/main" id="{4A9F93EC-4A67-9243-BC36-6D4D22C58C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858"/>
          <a:stretch/>
        </p:blipFill>
        <p:spPr bwMode="auto">
          <a:xfrm>
            <a:off x="415600" y="1223158"/>
            <a:ext cx="7782137" cy="5393899"/>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F09D2A85-69E9-F042-8B42-DD69765B1869}"/>
              </a:ext>
            </a:extLst>
          </p:cNvPr>
          <p:cNvCxnSpPr/>
          <p:nvPr/>
        </p:nvCxnSpPr>
        <p:spPr>
          <a:xfrm flipH="1">
            <a:off x="7255823" y="2327564"/>
            <a:ext cx="1520042" cy="76002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FBB2CFC-CF4C-DB49-944D-E01E9B2FED0C}"/>
              </a:ext>
            </a:extLst>
          </p:cNvPr>
          <p:cNvSpPr txBox="1"/>
          <p:nvPr/>
        </p:nvSpPr>
        <p:spPr>
          <a:xfrm>
            <a:off x="8775865" y="1877158"/>
            <a:ext cx="3380541" cy="3046988"/>
          </a:xfrm>
          <a:prstGeom prst="rect">
            <a:avLst/>
          </a:prstGeom>
          <a:noFill/>
        </p:spPr>
        <p:txBody>
          <a:bodyPr wrap="none" rtlCol="0">
            <a:spAutoFit/>
          </a:bodyPr>
          <a:lstStyle/>
          <a:p>
            <a:r>
              <a:rPr lang="en-US" sz="2400" dirty="0"/>
              <a:t>Each point is a different</a:t>
            </a:r>
          </a:p>
          <a:p>
            <a:r>
              <a:rPr lang="en-US" sz="2400" dirty="0"/>
              <a:t>model specification</a:t>
            </a:r>
          </a:p>
          <a:p>
            <a:endParaRPr lang="en-US" sz="2400" dirty="0"/>
          </a:p>
          <a:p>
            <a:r>
              <a:rPr lang="en-US" sz="2400" dirty="0"/>
              <a:t>Points further to the right</a:t>
            </a:r>
          </a:p>
          <a:p>
            <a:r>
              <a:rPr lang="en-US" sz="2400" dirty="0"/>
              <a:t>are </a:t>
            </a:r>
            <a:r>
              <a:rPr lang="en-US" sz="2400" dirty="0">
                <a:solidFill>
                  <a:srgbClr val="800002"/>
                </a:solidFill>
              </a:rPr>
              <a:t>more accurate</a:t>
            </a:r>
          </a:p>
          <a:p>
            <a:endParaRPr lang="en-US" sz="2400" dirty="0"/>
          </a:p>
          <a:p>
            <a:r>
              <a:rPr lang="en-US" sz="2400" dirty="0"/>
              <a:t>Points closer to 1 on the</a:t>
            </a:r>
          </a:p>
          <a:p>
            <a:r>
              <a:rPr lang="en-US" sz="2400" dirty="0"/>
              <a:t>y-axis are </a:t>
            </a:r>
            <a:r>
              <a:rPr lang="en-US" sz="2400" dirty="0">
                <a:solidFill>
                  <a:srgbClr val="0070C0"/>
                </a:solidFill>
              </a:rPr>
              <a:t>more fair</a:t>
            </a:r>
          </a:p>
        </p:txBody>
      </p:sp>
      <p:sp>
        <p:nvSpPr>
          <p:cNvPr id="10" name="TextBox 9">
            <a:extLst>
              <a:ext uri="{FF2B5EF4-FFF2-40B4-BE49-F238E27FC236}">
                <a16:creationId xmlns:a16="http://schemas.microsoft.com/office/drawing/2014/main" id="{6DBF056F-D9C1-6B49-9373-699DD20844B2}"/>
              </a:ext>
            </a:extLst>
          </p:cNvPr>
          <p:cNvSpPr txBox="1"/>
          <p:nvPr/>
        </p:nvSpPr>
        <p:spPr>
          <a:xfrm>
            <a:off x="3643744" y="6155392"/>
            <a:ext cx="2258291" cy="461665"/>
          </a:xfrm>
          <a:prstGeom prst="rect">
            <a:avLst/>
          </a:prstGeom>
          <a:solidFill>
            <a:schemeClr val="bg1"/>
          </a:solidFill>
        </p:spPr>
        <p:txBody>
          <a:bodyPr wrap="square" rtlCol="0">
            <a:spAutoFit/>
          </a:bodyPr>
          <a:lstStyle/>
          <a:p>
            <a:pPr algn="ctr"/>
            <a:r>
              <a:rPr lang="en-US" sz="2400" dirty="0" err="1"/>
              <a:t>Precision@k</a:t>
            </a:r>
            <a:endParaRPr lang="en-US" sz="2400" dirty="0"/>
          </a:p>
        </p:txBody>
      </p:sp>
      <p:sp>
        <p:nvSpPr>
          <p:cNvPr id="11" name="TextBox 10">
            <a:extLst>
              <a:ext uri="{FF2B5EF4-FFF2-40B4-BE49-F238E27FC236}">
                <a16:creationId xmlns:a16="http://schemas.microsoft.com/office/drawing/2014/main" id="{D3B4FA01-8829-FC43-B8F3-DCA12744BCB6}"/>
              </a:ext>
            </a:extLst>
          </p:cNvPr>
          <p:cNvSpPr txBox="1"/>
          <p:nvPr/>
        </p:nvSpPr>
        <p:spPr>
          <a:xfrm rot="16200000">
            <a:off x="-545774" y="3306034"/>
            <a:ext cx="2258291" cy="461665"/>
          </a:xfrm>
          <a:prstGeom prst="rect">
            <a:avLst/>
          </a:prstGeom>
          <a:solidFill>
            <a:schemeClr val="bg1"/>
          </a:solidFill>
        </p:spPr>
        <p:txBody>
          <a:bodyPr wrap="square" rtlCol="0">
            <a:spAutoFit/>
          </a:bodyPr>
          <a:lstStyle/>
          <a:p>
            <a:pPr algn="ctr"/>
            <a:r>
              <a:rPr lang="en-US" sz="2400" dirty="0"/>
              <a:t>Disparity</a:t>
            </a:r>
          </a:p>
        </p:txBody>
      </p:sp>
    </p:spTree>
    <p:extLst>
      <p:ext uri="{BB962C8B-B14F-4D97-AF65-F5344CB8AC3E}">
        <p14:creationId xmlns:p14="http://schemas.microsoft.com/office/powerpoint/2010/main" val="35834336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E038B8-9DA1-054F-B953-838194CAC13F}"/>
              </a:ext>
            </a:extLst>
          </p:cNvPr>
          <p:cNvSpPr>
            <a:spLocks noGrp="1"/>
          </p:cNvSpPr>
          <p:nvPr>
            <p:ph type="title"/>
          </p:nvPr>
        </p:nvSpPr>
        <p:spPr/>
        <p:txBody>
          <a:bodyPr/>
          <a:lstStyle/>
          <a:p>
            <a:r>
              <a:rPr lang="en-US" dirty="0"/>
              <a:t>Exploring Trade-Offs</a:t>
            </a:r>
            <a:endParaRPr lang="en-US" sz="3733" dirty="0"/>
          </a:p>
        </p:txBody>
      </p:sp>
      <p:pic>
        <p:nvPicPr>
          <p:cNvPr id="4098" name="Picture 2">
            <a:extLst>
              <a:ext uri="{FF2B5EF4-FFF2-40B4-BE49-F238E27FC236}">
                <a16:creationId xmlns:a16="http://schemas.microsoft.com/office/drawing/2014/main" id="{4A9F93EC-4A67-9243-BC36-6D4D22C58C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858"/>
          <a:stretch/>
        </p:blipFill>
        <p:spPr bwMode="auto">
          <a:xfrm>
            <a:off x="415600" y="1223158"/>
            <a:ext cx="7782137" cy="5393899"/>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F09D2A85-69E9-F042-8B42-DD69765B1869}"/>
              </a:ext>
            </a:extLst>
          </p:cNvPr>
          <p:cNvCxnSpPr>
            <a:cxnSpLocks/>
          </p:cNvCxnSpPr>
          <p:nvPr/>
        </p:nvCxnSpPr>
        <p:spPr>
          <a:xfrm flipH="1">
            <a:off x="7766463" y="3645725"/>
            <a:ext cx="1009402" cy="50412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FBB2CFC-CF4C-DB49-944D-E01E9B2FED0C}"/>
              </a:ext>
            </a:extLst>
          </p:cNvPr>
          <p:cNvSpPr txBox="1"/>
          <p:nvPr/>
        </p:nvSpPr>
        <p:spPr>
          <a:xfrm>
            <a:off x="8775865" y="3396480"/>
            <a:ext cx="3192412" cy="830997"/>
          </a:xfrm>
          <a:prstGeom prst="rect">
            <a:avLst/>
          </a:prstGeom>
          <a:noFill/>
        </p:spPr>
        <p:txBody>
          <a:bodyPr wrap="none" rtlCol="0">
            <a:spAutoFit/>
          </a:bodyPr>
          <a:lstStyle/>
          <a:p>
            <a:r>
              <a:rPr lang="en-US" sz="2400" dirty="0"/>
              <a:t>“Best” model just based</a:t>
            </a:r>
          </a:p>
          <a:p>
            <a:r>
              <a:rPr lang="en-US" sz="2400" dirty="0"/>
              <a:t>on top k precision</a:t>
            </a:r>
          </a:p>
        </p:txBody>
      </p:sp>
      <p:sp>
        <p:nvSpPr>
          <p:cNvPr id="10" name="TextBox 9">
            <a:extLst>
              <a:ext uri="{FF2B5EF4-FFF2-40B4-BE49-F238E27FC236}">
                <a16:creationId xmlns:a16="http://schemas.microsoft.com/office/drawing/2014/main" id="{6DBF056F-D9C1-6B49-9373-699DD20844B2}"/>
              </a:ext>
            </a:extLst>
          </p:cNvPr>
          <p:cNvSpPr txBox="1"/>
          <p:nvPr/>
        </p:nvSpPr>
        <p:spPr>
          <a:xfrm>
            <a:off x="3643744" y="6155392"/>
            <a:ext cx="2258291" cy="461665"/>
          </a:xfrm>
          <a:prstGeom prst="rect">
            <a:avLst/>
          </a:prstGeom>
          <a:solidFill>
            <a:schemeClr val="bg1"/>
          </a:solidFill>
        </p:spPr>
        <p:txBody>
          <a:bodyPr wrap="square" rtlCol="0">
            <a:spAutoFit/>
          </a:bodyPr>
          <a:lstStyle/>
          <a:p>
            <a:pPr algn="ctr"/>
            <a:r>
              <a:rPr lang="en-US" sz="2400" dirty="0" err="1"/>
              <a:t>Precision@k</a:t>
            </a:r>
            <a:endParaRPr lang="en-US" sz="2400" dirty="0"/>
          </a:p>
        </p:txBody>
      </p:sp>
      <p:sp>
        <p:nvSpPr>
          <p:cNvPr id="11" name="TextBox 10">
            <a:extLst>
              <a:ext uri="{FF2B5EF4-FFF2-40B4-BE49-F238E27FC236}">
                <a16:creationId xmlns:a16="http://schemas.microsoft.com/office/drawing/2014/main" id="{D3B4FA01-8829-FC43-B8F3-DCA12744BCB6}"/>
              </a:ext>
            </a:extLst>
          </p:cNvPr>
          <p:cNvSpPr txBox="1"/>
          <p:nvPr/>
        </p:nvSpPr>
        <p:spPr>
          <a:xfrm rot="16200000">
            <a:off x="-545774" y="3306034"/>
            <a:ext cx="2258291" cy="461665"/>
          </a:xfrm>
          <a:prstGeom prst="rect">
            <a:avLst/>
          </a:prstGeom>
          <a:solidFill>
            <a:schemeClr val="bg1"/>
          </a:solidFill>
        </p:spPr>
        <p:txBody>
          <a:bodyPr wrap="square" rtlCol="0">
            <a:spAutoFit/>
          </a:bodyPr>
          <a:lstStyle/>
          <a:p>
            <a:pPr algn="ctr"/>
            <a:r>
              <a:rPr lang="en-US" sz="2400" dirty="0"/>
              <a:t>Disparity</a:t>
            </a:r>
          </a:p>
        </p:txBody>
      </p:sp>
    </p:spTree>
    <p:extLst>
      <p:ext uri="{BB962C8B-B14F-4D97-AF65-F5344CB8AC3E}">
        <p14:creationId xmlns:p14="http://schemas.microsoft.com/office/powerpoint/2010/main" val="36765028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E038B8-9DA1-054F-B953-838194CAC13F}"/>
              </a:ext>
            </a:extLst>
          </p:cNvPr>
          <p:cNvSpPr>
            <a:spLocks noGrp="1"/>
          </p:cNvSpPr>
          <p:nvPr>
            <p:ph type="title"/>
          </p:nvPr>
        </p:nvSpPr>
        <p:spPr/>
        <p:txBody>
          <a:bodyPr/>
          <a:lstStyle/>
          <a:p>
            <a:r>
              <a:rPr lang="en-US" dirty="0"/>
              <a:t>Exploring Trade-Offs</a:t>
            </a:r>
            <a:endParaRPr lang="en-US" sz="3733" dirty="0"/>
          </a:p>
        </p:txBody>
      </p:sp>
      <p:pic>
        <p:nvPicPr>
          <p:cNvPr id="4098" name="Picture 2">
            <a:extLst>
              <a:ext uri="{FF2B5EF4-FFF2-40B4-BE49-F238E27FC236}">
                <a16:creationId xmlns:a16="http://schemas.microsoft.com/office/drawing/2014/main" id="{4A9F93EC-4A67-9243-BC36-6D4D22C58C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858"/>
          <a:stretch/>
        </p:blipFill>
        <p:spPr bwMode="auto">
          <a:xfrm>
            <a:off x="415600" y="1223158"/>
            <a:ext cx="7782137" cy="5393899"/>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F09D2A85-69E9-F042-8B42-DD69765B1869}"/>
              </a:ext>
            </a:extLst>
          </p:cNvPr>
          <p:cNvCxnSpPr>
            <a:cxnSpLocks/>
          </p:cNvCxnSpPr>
          <p:nvPr/>
        </p:nvCxnSpPr>
        <p:spPr>
          <a:xfrm flipH="1" flipV="1">
            <a:off x="7471461" y="4874821"/>
            <a:ext cx="1304404" cy="15621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FBB2CFC-CF4C-DB49-944D-E01E9B2FED0C}"/>
              </a:ext>
            </a:extLst>
          </p:cNvPr>
          <p:cNvSpPr txBox="1"/>
          <p:nvPr/>
        </p:nvSpPr>
        <p:spPr>
          <a:xfrm>
            <a:off x="8775865" y="4800198"/>
            <a:ext cx="2069093" cy="461665"/>
          </a:xfrm>
          <a:prstGeom prst="rect">
            <a:avLst/>
          </a:prstGeom>
          <a:noFill/>
        </p:spPr>
        <p:txBody>
          <a:bodyPr wrap="none" rtlCol="0">
            <a:spAutoFit/>
          </a:bodyPr>
          <a:lstStyle/>
          <a:p>
            <a:r>
              <a:rPr lang="en-US" sz="2400" dirty="0"/>
              <a:t>Pareto Frontier</a:t>
            </a:r>
          </a:p>
        </p:txBody>
      </p:sp>
      <p:sp>
        <p:nvSpPr>
          <p:cNvPr id="10" name="TextBox 9">
            <a:extLst>
              <a:ext uri="{FF2B5EF4-FFF2-40B4-BE49-F238E27FC236}">
                <a16:creationId xmlns:a16="http://schemas.microsoft.com/office/drawing/2014/main" id="{6DBF056F-D9C1-6B49-9373-699DD20844B2}"/>
              </a:ext>
            </a:extLst>
          </p:cNvPr>
          <p:cNvSpPr txBox="1"/>
          <p:nvPr/>
        </p:nvSpPr>
        <p:spPr>
          <a:xfrm>
            <a:off x="3643744" y="6155392"/>
            <a:ext cx="2258291" cy="461665"/>
          </a:xfrm>
          <a:prstGeom prst="rect">
            <a:avLst/>
          </a:prstGeom>
          <a:solidFill>
            <a:schemeClr val="bg1"/>
          </a:solidFill>
        </p:spPr>
        <p:txBody>
          <a:bodyPr wrap="square" rtlCol="0">
            <a:spAutoFit/>
          </a:bodyPr>
          <a:lstStyle/>
          <a:p>
            <a:pPr algn="ctr"/>
            <a:r>
              <a:rPr lang="en-US" sz="2400" dirty="0" err="1"/>
              <a:t>Precision@k</a:t>
            </a:r>
            <a:endParaRPr lang="en-US" sz="2400" dirty="0"/>
          </a:p>
        </p:txBody>
      </p:sp>
      <p:sp>
        <p:nvSpPr>
          <p:cNvPr id="11" name="TextBox 10">
            <a:extLst>
              <a:ext uri="{FF2B5EF4-FFF2-40B4-BE49-F238E27FC236}">
                <a16:creationId xmlns:a16="http://schemas.microsoft.com/office/drawing/2014/main" id="{D3B4FA01-8829-FC43-B8F3-DCA12744BCB6}"/>
              </a:ext>
            </a:extLst>
          </p:cNvPr>
          <p:cNvSpPr txBox="1"/>
          <p:nvPr/>
        </p:nvSpPr>
        <p:spPr>
          <a:xfrm rot="16200000">
            <a:off x="-545774" y="3306034"/>
            <a:ext cx="2258291" cy="461665"/>
          </a:xfrm>
          <a:prstGeom prst="rect">
            <a:avLst/>
          </a:prstGeom>
          <a:solidFill>
            <a:schemeClr val="bg1"/>
          </a:solidFill>
        </p:spPr>
        <p:txBody>
          <a:bodyPr wrap="square" rtlCol="0">
            <a:spAutoFit/>
          </a:bodyPr>
          <a:lstStyle/>
          <a:p>
            <a:pPr algn="ctr"/>
            <a:r>
              <a:rPr lang="en-US" sz="2400" dirty="0"/>
              <a:t>Disparity</a:t>
            </a:r>
          </a:p>
        </p:txBody>
      </p:sp>
      <p:sp>
        <p:nvSpPr>
          <p:cNvPr id="2" name="Freeform 1">
            <a:extLst>
              <a:ext uri="{FF2B5EF4-FFF2-40B4-BE49-F238E27FC236}">
                <a16:creationId xmlns:a16="http://schemas.microsoft.com/office/drawing/2014/main" id="{D6E6490D-DD46-654E-ABEF-3E047D2AFE79}"/>
              </a:ext>
            </a:extLst>
          </p:cNvPr>
          <p:cNvSpPr/>
          <p:nvPr/>
        </p:nvSpPr>
        <p:spPr>
          <a:xfrm>
            <a:off x="4013860" y="4203865"/>
            <a:ext cx="3740727" cy="1341912"/>
          </a:xfrm>
          <a:custGeom>
            <a:avLst/>
            <a:gdLst>
              <a:gd name="connsiteX0" fmla="*/ 3740727 w 3740727"/>
              <a:gd name="connsiteY0" fmla="*/ 0 h 1341912"/>
              <a:gd name="connsiteX1" fmla="*/ 3705101 w 3740727"/>
              <a:gd name="connsiteY1" fmla="*/ 154379 h 1341912"/>
              <a:gd name="connsiteX2" fmla="*/ 3681350 w 3740727"/>
              <a:gd name="connsiteY2" fmla="*/ 190005 h 1341912"/>
              <a:gd name="connsiteX3" fmla="*/ 3669475 w 3740727"/>
              <a:gd name="connsiteY3" fmla="*/ 225631 h 1341912"/>
              <a:gd name="connsiteX4" fmla="*/ 3657600 w 3740727"/>
              <a:gd name="connsiteY4" fmla="*/ 320634 h 1341912"/>
              <a:gd name="connsiteX5" fmla="*/ 3633849 w 3740727"/>
              <a:gd name="connsiteY5" fmla="*/ 356260 h 1341912"/>
              <a:gd name="connsiteX6" fmla="*/ 3610098 w 3740727"/>
              <a:gd name="connsiteY6" fmla="*/ 427512 h 1341912"/>
              <a:gd name="connsiteX7" fmla="*/ 3598223 w 3740727"/>
              <a:gd name="connsiteY7" fmla="*/ 463138 h 1341912"/>
              <a:gd name="connsiteX8" fmla="*/ 3562597 w 3740727"/>
              <a:gd name="connsiteY8" fmla="*/ 486888 h 1341912"/>
              <a:gd name="connsiteX9" fmla="*/ 3538846 w 3740727"/>
              <a:gd name="connsiteY9" fmla="*/ 522514 h 1341912"/>
              <a:gd name="connsiteX10" fmla="*/ 3503221 w 3740727"/>
              <a:gd name="connsiteY10" fmla="*/ 546265 h 1341912"/>
              <a:gd name="connsiteX11" fmla="*/ 3491345 w 3740727"/>
              <a:gd name="connsiteY11" fmla="*/ 581891 h 1341912"/>
              <a:gd name="connsiteX12" fmla="*/ 3443844 w 3740727"/>
              <a:gd name="connsiteY12" fmla="*/ 653143 h 1341912"/>
              <a:gd name="connsiteX13" fmla="*/ 3420093 w 3740727"/>
              <a:gd name="connsiteY13" fmla="*/ 688769 h 1341912"/>
              <a:gd name="connsiteX14" fmla="*/ 3384467 w 3740727"/>
              <a:gd name="connsiteY14" fmla="*/ 712519 h 1341912"/>
              <a:gd name="connsiteX15" fmla="*/ 3348841 w 3740727"/>
              <a:gd name="connsiteY15" fmla="*/ 748145 h 1341912"/>
              <a:gd name="connsiteX16" fmla="*/ 3277589 w 3740727"/>
              <a:gd name="connsiteY16" fmla="*/ 795647 h 1341912"/>
              <a:gd name="connsiteX17" fmla="*/ 3218213 w 3740727"/>
              <a:gd name="connsiteY17" fmla="*/ 855023 h 1341912"/>
              <a:gd name="connsiteX18" fmla="*/ 3182587 w 3740727"/>
              <a:gd name="connsiteY18" fmla="*/ 890649 h 1341912"/>
              <a:gd name="connsiteX19" fmla="*/ 3087584 w 3740727"/>
              <a:gd name="connsiteY19" fmla="*/ 914400 h 1341912"/>
              <a:gd name="connsiteX20" fmla="*/ 3004457 w 3740727"/>
              <a:gd name="connsiteY20" fmla="*/ 938151 h 1341912"/>
              <a:gd name="connsiteX21" fmla="*/ 2945080 w 3740727"/>
              <a:gd name="connsiteY21" fmla="*/ 950026 h 1341912"/>
              <a:gd name="connsiteX22" fmla="*/ 2850078 w 3740727"/>
              <a:gd name="connsiteY22" fmla="*/ 973777 h 1341912"/>
              <a:gd name="connsiteX23" fmla="*/ 2743200 w 3740727"/>
              <a:gd name="connsiteY23" fmla="*/ 1009403 h 1341912"/>
              <a:gd name="connsiteX24" fmla="*/ 2671948 w 3740727"/>
              <a:gd name="connsiteY24" fmla="*/ 1033153 h 1341912"/>
              <a:gd name="connsiteX25" fmla="*/ 2636322 w 3740727"/>
              <a:gd name="connsiteY25" fmla="*/ 1045029 h 1341912"/>
              <a:gd name="connsiteX26" fmla="*/ 2565070 w 3740727"/>
              <a:gd name="connsiteY26" fmla="*/ 1056904 h 1341912"/>
              <a:gd name="connsiteX27" fmla="*/ 2470067 w 3740727"/>
              <a:gd name="connsiteY27" fmla="*/ 1080654 h 1341912"/>
              <a:gd name="connsiteX28" fmla="*/ 2149434 w 3740727"/>
              <a:gd name="connsiteY28" fmla="*/ 1104405 h 1341912"/>
              <a:gd name="connsiteX29" fmla="*/ 1781298 w 3740727"/>
              <a:gd name="connsiteY29" fmla="*/ 1128156 h 1341912"/>
              <a:gd name="connsiteX30" fmla="*/ 1698171 w 3740727"/>
              <a:gd name="connsiteY30" fmla="*/ 1140031 h 1341912"/>
              <a:gd name="connsiteX31" fmla="*/ 1555667 w 3740727"/>
              <a:gd name="connsiteY31" fmla="*/ 1151906 h 1341912"/>
              <a:gd name="connsiteX32" fmla="*/ 1068779 w 3740727"/>
              <a:gd name="connsiteY32" fmla="*/ 1151906 h 1341912"/>
              <a:gd name="connsiteX33" fmla="*/ 997527 w 3740727"/>
              <a:gd name="connsiteY33" fmla="*/ 1175657 h 1341912"/>
              <a:gd name="connsiteX34" fmla="*/ 926275 w 3740727"/>
              <a:gd name="connsiteY34" fmla="*/ 1187532 h 1341912"/>
              <a:gd name="connsiteX35" fmla="*/ 593766 w 3740727"/>
              <a:gd name="connsiteY35" fmla="*/ 1211283 h 1341912"/>
              <a:gd name="connsiteX36" fmla="*/ 534389 w 3740727"/>
              <a:gd name="connsiteY36" fmla="*/ 1223158 h 1341912"/>
              <a:gd name="connsiteX37" fmla="*/ 463137 w 3740727"/>
              <a:gd name="connsiteY37" fmla="*/ 1235034 h 1341912"/>
              <a:gd name="connsiteX38" fmla="*/ 415636 w 3740727"/>
              <a:gd name="connsiteY38" fmla="*/ 1246909 h 1341912"/>
              <a:gd name="connsiteX39" fmla="*/ 332509 w 3740727"/>
              <a:gd name="connsiteY39" fmla="*/ 1270660 h 1341912"/>
              <a:gd name="connsiteX40" fmla="*/ 261257 w 3740727"/>
              <a:gd name="connsiteY40" fmla="*/ 1282535 h 1341912"/>
              <a:gd name="connsiteX41" fmla="*/ 225631 w 3740727"/>
              <a:gd name="connsiteY41" fmla="*/ 1294410 h 1341912"/>
              <a:gd name="connsiteX42" fmla="*/ 130628 w 3740727"/>
              <a:gd name="connsiteY42" fmla="*/ 1318161 h 1341912"/>
              <a:gd name="connsiteX43" fmla="*/ 83127 w 3740727"/>
              <a:gd name="connsiteY43" fmla="*/ 1330036 h 1341912"/>
              <a:gd name="connsiteX44" fmla="*/ 35626 w 3740727"/>
              <a:gd name="connsiteY44" fmla="*/ 1341912 h 1341912"/>
              <a:gd name="connsiteX45" fmla="*/ 0 w 3740727"/>
              <a:gd name="connsiteY45" fmla="*/ 1341912 h 134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740727" h="1341912">
                <a:moveTo>
                  <a:pt x="3740727" y="0"/>
                </a:moveTo>
                <a:cubicBezTo>
                  <a:pt x="3735252" y="38325"/>
                  <a:pt x="3728812" y="118813"/>
                  <a:pt x="3705101" y="154379"/>
                </a:cubicBezTo>
                <a:lnTo>
                  <a:pt x="3681350" y="190005"/>
                </a:lnTo>
                <a:cubicBezTo>
                  <a:pt x="3677392" y="201880"/>
                  <a:pt x="3671714" y="213315"/>
                  <a:pt x="3669475" y="225631"/>
                </a:cubicBezTo>
                <a:cubicBezTo>
                  <a:pt x="3663766" y="257030"/>
                  <a:pt x="3665997" y="289844"/>
                  <a:pt x="3657600" y="320634"/>
                </a:cubicBezTo>
                <a:cubicBezTo>
                  <a:pt x="3653845" y="334404"/>
                  <a:pt x="3641766" y="344385"/>
                  <a:pt x="3633849" y="356260"/>
                </a:cubicBezTo>
                <a:lnTo>
                  <a:pt x="3610098" y="427512"/>
                </a:lnTo>
                <a:cubicBezTo>
                  <a:pt x="3606140" y="439387"/>
                  <a:pt x="3608638" y="456195"/>
                  <a:pt x="3598223" y="463138"/>
                </a:cubicBezTo>
                <a:lnTo>
                  <a:pt x="3562597" y="486888"/>
                </a:lnTo>
                <a:cubicBezTo>
                  <a:pt x="3554680" y="498763"/>
                  <a:pt x="3548938" y="512422"/>
                  <a:pt x="3538846" y="522514"/>
                </a:cubicBezTo>
                <a:cubicBezTo>
                  <a:pt x="3528754" y="532606"/>
                  <a:pt x="3512137" y="535120"/>
                  <a:pt x="3503221" y="546265"/>
                </a:cubicBezTo>
                <a:cubicBezTo>
                  <a:pt x="3495401" y="556040"/>
                  <a:pt x="3497424" y="570949"/>
                  <a:pt x="3491345" y="581891"/>
                </a:cubicBezTo>
                <a:cubicBezTo>
                  <a:pt x="3477482" y="606844"/>
                  <a:pt x="3459678" y="629392"/>
                  <a:pt x="3443844" y="653143"/>
                </a:cubicBezTo>
                <a:cubicBezTo>
                  <a:pt x="3435927" y="665018"/>
                  <a:pt x="3431968" y="680852"/>
                  <a:pt x="3420093" y="688769"/>
                </a:cubicBezTo>
                <a:cubicBezTo>
                  <a:pt x="3408218" y="696686"/>
                  <a:pt x="3395431" y="703382"/>
                  <a:pt x="3384467" y="712519"/>
                </a:cubicBezTo>
                <a:cubicBezTo>
                  <a:pt x="3371565" y="723270"/>
                  <a:pt x="3362098" y="737834"/>
                  <a:pt x="3348841" y="748145"/>
                </a:cubicBezTo>
                <a:cubicBezTo>
                  <a:pt x="3326309" y="765670"/>
                  <a:pt x="3277589" y="795647"/>
                  <a:pt x="3277589" y="795647"/>
                </a:cubicBezTo>
                <a:cubicBezTo>
                  <a:pt x="3234047" y="860961"/>
                  <a:pt x="3277589" y="805543"/>
                  <a:pt x="3218213" y="855023"/>
                </a:cubicBezTo>
                <a:cubicBezTo>
                  <a:pt x="3205311" y="865774"/>
                  <a:pt x="3197876" y="883699"/>
                  <a:pt x="3182587" y="890649"/>
                </a:cubicBezTo>
                <a:cubicBezTo>
                  <a:pt x="3152871" y="904157"/>
                  <a:pt x="3118551" y="904078"/>
                  <a:pt x="3087584" y="914400"/>
                </a:cubicBezTo>
                <a:cubicBezTo>
                  <a:pt x="3047917" y="927622"/>
                  <a:pt x="3049182" y="928212"/>
                  <a:pt x="3004457" y="938151"/>
                </a:cubicBezTo>
                <a:cubicBezTo>
                  <a:pt x="2984753" y="942530"/>
                  <a:pt x="2964747" y="945487"/>
                  <a:pt x="2945080" y="950026"/>
                </a:cubicBezTo>
                <a:cubicBezTo>
                  <a:pt x="2913274" y="957366"/>
                  <a:pt x="2881045" y="963455"/>
                  <a:pt x="2850078" y="973777"/>
                </a:cubicBezTo>
                <a:lnTo>
                  <a:pt x="2743200" y="1009403"/>
                </a:lnTo>
                <a:lnTo>
                  <a:pt x="2671948" y="1033153"/>
                </a:lnTo>
                <a:cubicBezTo>
                  <a:pt x="2660073" y="1037112"/>
                  <a:pt x="2648669" y="1042971"/>
                  <a:pt x="2636322" y="1045029"/>
                </a:cubicBezTo>
                <a:cubicBezTo>
                  <a:pt x="2612571" y="1048987"/>
                  <a:pt x="2588614" y="1051859"/>
                  <a:pt x="2565070" y="1056904"/>
                </a:cubicBezTo>
                <a:cubicBezTo>
                  <a:pt x="2533152" y="1063743"/>
                  <a:pt x="2502547" y="1077406"/>
                  <a:pt x="2470067" y="1080654"/>
                </a:cubicBezTo>
                <a:cubicBezTo>
                  <a:pt x="2284239" y="1099238"/>
                  <a:pt x="2391027" y="1090194"/>
                  <a:pt x="2149434" y="1104405"/>
                </a:cubicBezTo>
                <a:cubicBezTo>
                  <a:pt x="1921542" y="1132891"/>
                  <a:pt x="2207567" y="1099738"/>
                  <a:pt x="1781298" y="1128156"/>
                </a:cubicBezTo>
                <a:cubicBezTo>
                  <a:pt x="1753370" y="1130018"/>
                  <a:pt x="1726008" y="1137101"/>
                  <a:pt x="1698171" y="1140031"/>
                </a:cubicBezTo>
                <a:cubicBezTo>
                  <a:pt x="1650767" y="1145021"/>
                  <a:pt x="1603168" y="1147948"/>
                  <a:pt x="1555667" y="1151906"/>
                </a:cubicBezTo>
                <a:cubicBezTo>
                  <a:pt x="1355226" y="1141357"/>
                  <a:pt x="1275350" y="1129773"/>
                  <a:pt x="1068779" y="1151906"/>
                </a:cubicBezTo>
                <a:cubicBezTo>
                  <a:pt x="1043886" y="1154573"/>
                  <a:pt x="1022222" y="1171541"/>
                  <a:pt x="997527" y="1175657"/>
                </a:cubicBezTo>
                <a:cubicBezTo>
                  <a:pt x="973776" y="1179615"/>
                  <a:pt x="950221" y="1185011"/>
                  <a:pt x="926275" y="1187532"/>
                </a:cubicBezTo>
                <a:cubicBezTo>
                  <a:pt x="869454" y="1193513"/>
                  <a:pt x="642497" y="1208034"/>
                  <a:pt x="593766" y="1211283"/>
                </a:cubicBezTo>
                <a:lnTo>
                  <a:pt x="534389" y="1223158"/>
                </a:lnTo>
                <a:cubicBezTo>
                  <a:pt x="510699" y="1227465"/>
                  <a:pt x="486748" y="1230312"/>
                  <a:pt x="463137" y="1235034"/>
                </a:cubicBezTo>
                <a:cubicBezTo>
                  <a:pt x="447133" y="1238235"/>
                  <a:pt x="431329" y="1242425"/>
                  <a:pt x="415636" y="1246909"/>
                </a:cubicBezTo>
                <a:cubicBezTo>
                  <a:pt x="362825" y="1261997"/>
                  <a:pt x="394372" y="1258287"/>
                  <a:pt x="332509" y="1270660"/>
                </a:cubicBezTo>
                <a:cubicBezTo>
                  <a:pt x="308898" y="1275382"/>
                  <a:pt x="284762" y="1277312"/>
                  <a:pt x="261257" y="1282535"/>
                </a:cubicBezTo>
                <a:cubicBezTo>
                  <a:pt x="249037" y="1285250"/>
                  <a:pt x="237708" y="1291116"/>
                  <a:pt x="225631" y="1294410"/>
                </a:cubicBezTo>
                <a:cubicBezTo>
                  <a:pt x="194139" y="1302999"/>
                  <a:pt x="162296" y="1310244"/>
                  <a:pt x="130628" y="1318161"/>
                </a:cubicBezTo>
                <a:lnTo>
                  <a:pt x="83127" y="1330036"/>
                </a:lnTo>
                <a:cubicBezTo>
                  <a:pt x="67293" y="1333995"/>
                  <a:pt x="51947" y="1341912"/>
                  <a:pt x="35626" y="1341912"/>
                </a:cubicBezTo>
                <a:lnTo>
                  <a:pt x="0" y="1341912"/>
                </a:lnTo>
              </a:path>
            </a:pathLst>
          </a:custGeom>
          <a:noFill/>
          <a:ln w="38100">
            <a:solidFill>
              <a:srgbClr val="8000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35725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E038B8-9DA1-054F-B953-838194CAC13F}"/>
              </a:ext>
            </a:extLst>
          </p:cNvPr>
          <p:cNvSpPr>
            <a:spLocks noGrp="1"/>
          </p:cNvSpPr>
          <p:nvPr>
            <p:ph type="title"/>
          </p:nvPr>
        </p:nvSpPr>
        <p:spPr/>
        <p:txBody>
          <a:bodyPr/>
          <a:lstStyle/>
          <a:p>
            <a:r>
              <a:rPr lang="en-US" dirty="0"/>
              <a:t>Exploring Trade-Offs</a:t>
            </a:r>
            <a:endParaRPr lang="en-US" sz="3733" dirty="0"/>
          </a:p>
        </p:txBody>
      </p:sp>
      <p:pic>
        <p:nvPicPr>
          <p:cNvPr id="4098" name="Picture 2">
            <a:extLst>
              <a:ext uri="{FF2B5EF4-FFF2-40B4-BE49-F238E27FC236}">
                <a16:creationId xmlns:a16="http://schemas.microsoft.com/office/drawing/2014/main" id="{4A9F93EC-4A67-9243-BC36-6D4D22C58C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858"/>
          <a:stretch/>
        </p:blipFill>
        <p:spPr bwMode="auto">
          <a:xfrm>
            <a:off x="415600" y="1223158"/>
            <a:ext cx="7782137" cy="5393899"/>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F09D2A85-69E9-F042-8B42-DD69765B1869}"/>
              </a:ext>
            </a:extLst>
          </p:cNvPr>
          <p:cNvCxnSpPr>
            <a:cxnSpLocks/>
          </p:cNvCxnSpPr>
          <p:nvPr/>
        </p:nvCxnSpPr>
        <p:spPr>
          <a:xfrm flipH="1">
            <a:off x="7718961" y="4203865"/>
            <a:ext cx="1056904" cy="100940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FBB2CFC-CF4C-DB49-944D-E01E9B2FED0C}"/>
              </a:ext>
            </a:extLst>
          </p:cNvPr>
          <p:cNvSpPr txBox="1"/>
          <p:nvPr/>
        </p:nvSpPr>
        <p:spPr>
          <a:xfrm>
            <a:off x="8775865" y="3920107"/>
            <a:ext cx="3304815" cy="1938992"/>
          </a:xfrm>
          <a:prstGeom prst="rect">
            <a:avLst/>
          </a:prstGeom>
          <a:noFill/>
        </p:spPr>
        <p:txBody>
          <a:bodyPr wrap="none" rtlCol="0">
            <a:spAutoFit/>
          </a:bodyPr>
          <a:lstStyle/>
          <a:p>
            <a:r>
              <a:rPr lang="en-US" sz="2400" dirty="0"/>
              <a:t>Our hope:</a:t>
            </a:r>
          </a:p>
          <a:p>
            <a:r>
              <a:rPr lang="en-US" sz="2400" dirty="0"/>
              <a:t>Fairness-improving</a:t>
            </a:r>
          </a:p>
          <a:p>
            <a:r>
              <a:rPr lang="en-US" sz="2400" dirty="0"/>
              <a:t>methods can expand this</a:t>
            </a:r>
          </a:p>
          <a:p>
            <a:r>
              <a:rPr lang="en-US" sz="2400" dirty="0"/>
              <a:t>frontier by adding new</a:t>
            </a:r>
          </a:p>
          <a:p>
            <a:r>
              <a:rPr lang="en-US" sz="2400" dirty="0"/>
              <a:t>points</a:t>
            </a:r>
          </a:p>
        </p:txBody>
      </p:sp>
      <p:sp>
        <p:nvSpPr>
          <p:cNvPr id="10" name="TextBox 9">
            <a:extLst>
              <a:ext uri="{FF2B5EF4-FFF2-40B4-BE49-F238E27FC236}">
                <a16:creationId xmlns:a16="http://schemas.microsoft.com/office/drawing/2014/main" id="{6DBF056F-D9C1-6B49-9373-699DD20844B2}"/>
              </a:ext>
            </a:extLst>
          </p:cNvPr>
          <p:cNvSpPr txBox="1"/>
          <p:nvPr/>
        </p:nvSpPr>
        <p:spPr>
          <a:xfrm>
            <a:off x="3643744" y="6155392"/>
            <a:ext cx="2258291" cy="461665"/>
          </a:xfrm>
          <a:prstGeom prst="rect">
            <a:avLst/>
          </a:prstGeom>
          <a:solidFill>
            <a:schemeClr val="bg1"/>
          </a:solidFill>
        </p:spPr>
        <p:txBody>
          <a:bodyPr wrap="square" rtlCol="0">
            <a:spAutoFit/>
          </a:bodyPr>
          <a:lstStyle/>
          <a:p>
            <a:pPr algn="ctr"/>
            <a:r>
              <a:rPr lang="en-US" sz="2400" dirty="0" err="1"/>
              <a:t>Precision@k</a:t>
            </a:r>
            <a:endParaRPr lang="en-US" sz="2400" dirty="0"/>
          </a:p>
        </p:txBody>
      </p:sp>
      <p:sp>
        <p:nvSpPr>
          <p:cNvPr id="11" name="TextBox 10">
            <a:extLst>
              <a:ext uri="{FF2B5EF4-FFF2-40B4-BE49-F238E27FC236}">
                <a16:creationId xmlns:a16="http://schemas.microsoft.com/office/drawing/2014/main" id="{D3B4FA01-8829-FC43-B8F3-DCA12744BCB6}"/>
              </a:ext>
            </a:extLst>
          </p:cNvPr>
          <p:cNvSpPr txBox="1"/>
          <p:nvPr/>
        </p:nvSpPr>
        <p:spPr>
          <a:xfrm rot="16200000">
            <a:off x="-545774" y="3306034"/>
            <a:ext cx="2258291" cy="461665"/>
          </a:xfrm>
          <a:prstGeom prst="rect">
            <a:avLst/>
          </a:prstGeom>
          <a:solidFill>
            <a:schemeClr val="bg1"/>
          </a:solidFill>
        </p:spPr>
        <p:txBody>
          <a:bodyPr wrap="square" rtlCol="0">
            <a:spAutoFit/>
          </a:bodyPr>
          <a:lstStyle/>
          <a:p>
            <a:pPr algn="ctr"/>
            <a:r>
              <a:rPr lang="en-US" sz="2400" dirty="0"/>
              <a:t>Disparity</a:t>
            </a:r>
          </a:p>
        </p:txBody>
      </p:sp>
      <p:sp>
        <p:nvSpPr>
          <p:cNvPr id="2" name="Freeform 1">
            <a:extLst>
              <a:ext uri="{FF2B5EF4-FFF2-40B4-BE49-F238E27FC236}">
                <a16:creationId xmlns:a16="http://schemas.microsoft.com/office/drawing/2014/main" id="{D6E6490D-DD46-654E-ABEF-3E047D2AFE79}"/>
              </a:ext>
            </a:extLst>
          </p:cNvPr>
          <p:cNvSpPr/>
          <p:nvPr/>
        </p:nvSpPr>
        <p:spPr>
          <a:xfrm>
            <a:off x="4013860" y="4203865"/>
            <a:ext cx="3740727" cy="1341912"/>
          </a:xfrm>
          <a:custGeom>
            <a:avLst/>
            <a:gdLst>
              <a:gd name="connsiteX0" fmla="*/ 3740727 w 3740727"/>
              <a:gd name="connsiteY0" fmla="*/ 0 h 1341912"/>
              <a:gd name="connsiteX1" fmla="*/ 3705101 w 3740727"/>
              <a:gd name="connsiteY1" fmla="*/ 154379 h 1341912"/>
              <a:gd name="connsiteX2" fmla="*/ 3681350 w 3740727"/>
              <a:gd name="connsiteY2" fmla="*/ 190005 h 1341912"/>
              <a:gd name="connsiteX3" fmla="*/ 3669475 w 3740727"/>
              <a:gd name="connsiteY3" fmla="*/ 225631 h 1341912"/>
              <a:gd name="connsiteX4" fmla="*/ 3657600 w 3740727"/>
              <a:gd name="connsiteY4" fmla="*/ 320634 h 1341912"/>
              <a:gd name="connsiteX5" fmla="*/ 3633849 w 3740727"/>
              <a:gd name="connsiteY5" fmla="*/ 356260 h 1341912"/>
              <a:gd name="connsiteX6" fmla="*/ 3610098 w 3740727"/>
              <a:gd name="connsiteY6" fmla="*/ 427512 h 1341912"/>
              <a:gd name="connsiteX7" fmla="*/ 3598223 w 3740727"/>
              <a:gd name="connsiteY7" fmla="*/ 463138 h 1341912"/>
              <a:gd name="connsiteX8" fmla="*/ 3562597 w 3740727"/>
              <a:gd name="connsiteY8" fmla="*/ 486888 h 1341912"/>
              <a:gd name="connsiteX9" fmla="*/ 3538846 w 3740727"/>
              <a:gd name="connsiteY9" fmla="*/ 522514 h 1341912"/>
              <a:gd name="connsiteX10" fmla="*/ 3503221 w 3740727"/>
              <a:gd name="connsiteY10" fmla="*/ 546265 h 1341912"/>
              <a:gd name="connsiteX11" fmla="*/ 3491345 w 3740727"/>
              <a:gd name="connsiteY11" fmla="*/ 581891 h 1341912"/>
              <a:gd name="connsiteX12" fmla="*/ 3443844 w 3740727"/>
              <a:gd name="connsiteY12" fmla="*/ 653143 h 1341912"/>
              <a:gd name="connsiteX13" fmla="*/ 3420093 w 3740727"/>
              <a:gd name="connsiteY13" fmla="*/ 688769 h 1341912"/>
              <a:gd name="connsiteX14" fmla="*/ 3384467 w 3740727"/>
              <a:gd name="connsiteY14" fmla="*/ 712519 h 1341912"/>
              <a:gd name="connsiteX15" fmla="*/ 3348841 w 3740727"/>
              <a:gd name="connsiteY15" fmla="*/ 748145 h 1341912"/>
              <a:gd name="connsiteX16" fmla="*/ 3277589 w 3740727"/>
              <a:gd name="connsiteY16" fmla="*/ 795647 h 1341912"/>
              <a:gd name="connsiteX17" fmla="*/ 3218213 w 3740727"/>
              <a:gd name="connsiteY17" fmla="*/ 855023 h 1341912"/>
              <a:gd name="connsiteX18" fmla="*/ 3182587 w 3740727"/>
              <a:gd name="connsiteY18" fmla="*/ 890649 h 1341912"/>
              <a:gd name="connsiteX19" fmla="*/ 3087584 w 3740727"/>
              <a:gd name="connsiteY19" fmla="*/ 914400 h 1341912"/>
              <a:gd name="connsiteX20" fmla="*/ 3004457 w 3740727"/>
              <a:gd name="connsiteY20" fmla="*/ 938151 h 1341912"/>
              <a:gd name="connsiteX21" fmla="*/ 2945080 w 3740727"/>
              <a:gd name="connsiteY21" fmla="*/ 950026 h 1341912"/>
              <a:gd name="connsiteX22" fmla="*/ 2850078 w 3740727"/>
              <a:gd name="connsiteY22" fmla="*/ 973777 h 1341912"/>
              <a:gd name="connsiteX23" fmla="*/ 2743200 w 3740727"/>
              <a:gd name="connsiteY23" fmla="*/ 1009403 h 1341912"/>
              <a:gd name="connsiteX24" fmla="*/ 2671948 w 3740727"/>
              <a:gd name="connsiteY24" fmla="*/ 1033153 h 1341912"/>
              <a:gd name="connsiteX25" fmla="*/ 2636322 w 3740727"/>
              <a:gd name="connsiteY25" fmla="*/ 1045029 h 1341912"/>
              <a:gd name="connsiteX26" fmla="*/ 2565070 w 3740727"/>
              <a:gd name="connsiteY26" fmla="*/ 1056904 h 1341912"/>
              <a:gd name="connsiteX27" fmla="*/ 2470067 w 3740727"/>
              <a:gd name="connsiteY27" fmla="*/ 1080654 h 1341912"/>
              <a:gd name="connsiteX28" fmla="*/ 2149434 w 3740727"/>
              <a:gd name="connsiteY28" fmla="*/ 1104405 h 1341912"/>
              <a:gd name="connsiteX29" fmla="*/ 1781298 w 3740727"/>
              <a:gd name="connsiteY29" fmla="*/ 1128156 h 1341912"/>
              <a:gd name="connsiteX30" fmla="*/ 1698171 w 3740727"/>
              <a:gd name="connsiteY30" fmla="*/ 1140031 h 1341912"/>
              <a:gd name="connsiteX31" fmla="*/ 1555667 w 3740727"/>
              <a:gd name="connsiteY31" fmla="*/ 1151906 h 1341912"/>
              <a:gd name="connsiteX32" fmla="*/ 1068779 w 3740727"/>
              <a:gd name="connsiteY32" fmla="*/ 1151906 h 1341912"/>
              <a:gd name="connsiteX33" fmla="*/ 997527 w 3740727"/>
              <a:gd name="connsiteY33" fmla="*/ 1175657 h 1341912"/>
              <a:gd name="connsiteX34" fmla="*/ 926275 w 3740727"/>
              <a:gd name="connsiteY34" fmla="*/ 1187532 h 1341912"/>
              <a:gd name="connsiteX35" fmla="*/ 593766 w 3740727"/>
              <a:gd name="connsiteY35" fmla="*/ 1211283 h 1341912"/>
              <a:gd name="connsiteX36" fmla="*/ 534389 w 3740727"/>
              <a:gd name="connsiteY36" fmla="*/ 1223158 h 1341912"/>
              <a:gd name="connsiteX37" fmla="*/ 463137 w 3740727"/>
              <a:gd name="connsiteY37" fmla="*/ 1235034 h 1341912"/>
              <a:gd name="connsiteX38" fmla="*/ 415636 w 3740727"/>
              <a:gd name="connsiteY38" fmla="*/ 1246909 h 1341912"/>
              <a:gd name="connsiteX39" fmla="*/ 332509 w 3740727"/>
              <a:gd name="connsiteY39" fmla="*/ 1270660 h 1341912"/>
              <a:gd name="connsiteX40" fmla="*/ 261257 w 3740727"/>
              <a:gd name="connsiteY40" fmla="*/ 1282535 h 1341912"/>
              <a:gd name="connsiteX41" fmla="*/ 225631 w 3740727"/>
              <a:gd name="connsiteY41" fmla="*/ 1294410 h 1341912"/>
              <a:gd name="connsiteX42" fmla="*/ 130628 w 3740727"/>
              <a:gd name="connsiteY42" fmla="*/ 1318161 h 1341912"/>
              <a:gd name="connsiteX43" fmla="*/ 83127 w 3740727"/>
              <a:gd name="connsiteY43" fmla="*/ 1330036 h 1341912"/>
              <a:gd name="connsiteX44" fmla="*/ 35626 w 3740727"/>
              <a:gd name="connsiteY44" fmla="*/ 1341912 h 1341912"/>
              <a:gd name="connsiteX45" fmla="*/ 0 w 3740727"/>
              <a:gd name="connsiteY45" fmla="*/ 1341912 h 134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740727" h="1341912">
                <a:moveTo>
                  <a:pt x="3740727" y="0"/>
                </a:moveTo>
                <a:cubicBezTo>
                  <a:pt x="3735252" y="38325"/>
                  <a:pt x="3728812" y="118813"/>
                  <a:pt x="3705101" y="154379"/>
                </a:cubicBezTo>
                <a:lnTo>
                  <a:pt x="3681350" y="190005"/>
                </a:lnTo>
                <a:cubicBezTo>
                  <a:pt x="3677392" y="201880"/>
                  <a:pt x="3671714" y="213315"/>
                  <a:pt x="3669475" y="225631"/>
                </a:cubicBezTo>
                <a:cubicBezTo>
                  <a:pt x="3663766" y="257030"/>
                  <a:pt x="3665997" y="289844"/>
                  <a:pt x="3657600" y="320634"/>
                </a:cubicBezTo>
                <a:cubicBezTo>
                  <a:pt x="3653845" y="334404"/>
                  <a:pt x="3641766" y="344385"/>
                  <a:pt x="3633849" y="356260"/>
                </a:cubicBezTo>
                <a:lnTo>
                  <a:pt x="3610098" y="427512"/>
                </a:lnTo>
                <a:cubicBezTo>
                  <a:pt x="3606140" y="439387"/>
                  <a:pt x="3608638" y="456195"/>
                  <a:pt x="3598223" y="463138"/>
                </a:cubicBezTo>
                <a:lnTo>
                  <a:pt x="3562597" y="486888"/>
                </a:lnTo>
                <a:cubicBezTo>
                  <a:pt x="3554680" y="498763"/>
                  <a:pt x="3548938" y="512422"/>
                  <a:pt x="3538846" y="522514"/>
                </a:cubicBezTo>
                <a:cubicBezTo>
                  <a:pt x="3528754" y="532606"/>
                  <a:pt x="3512137" y="535120"/>
                  <a:pt x="3503221" y="546265"/>
                </a:cubicBezTo>
                <a:cubicBezTo>
                  <a:pt x="3495401" y="556040"/>
                  <a:pt x="3497424" y="570949"/>
                  <a:pt x="3491345" y="581891"/>
                </a:cubicBezTo>
                <a:cubicBezTo>
                  <a:pt x="3477482" y="606844"/>
                  <a:pt x="3459678" y="629392"/>
                  <a:pt x="3443844" y="653143"/>
                </a:cubicBezTo>
                <a:cubicBezTo>
                  <a:pt x="3435927" y="665018"/>
                  <a:pt x="3431968" y="680852"/>
                  <a:pt x="3420093" y="688769"/>
                </a:cubicBezTo>
                <a:cubicBezTo>
                  <a:pt x="3408218" y="696686"/>
                  <a:pt x="3395431" y="703382"/>
                  <a:pt x="3384467" y="712519"/>
                </a:cubicBezTo>
                <a:cubicBezTo>
                  <a:pt x="3371565" y="723270"/>
                  <a:pt x="3362098" y="737834"/>
                  <a:pt x="3348841" y="748145"/>
                </a:cubicBezTo>
                <a:cubicBezTo>
                  <a:pt x="3326309" y="765670"/>
                  <a:pt x="3277589" y="795647"/>
                  <a:pt x="3277589" y="795647"/>
                </a:cubicBezTo>
                <a:cubicBezTo>
                  <a:pt x="3234047" y="860961"/>
                  <a:pt x="3277589" y="805543"/>
                  <a:pt x="3218213" y="855023"/>
                </a:cubicBezTo>
                <a:cubicBezTo>
                  <a:pt x="3205311" y="865774"/>
                  <a:pt x="3197876" y="883699"/>
                  <a:pt x="3182587" y="890649"/>
                </a:cubicBezTo>
                <a:cubicBezTo>
                  <a:pt x="3152871" y="904157"/>
                  <a:pt x="3118551" y="904078"/>
                  <a:pt x="3087584" y="914400"/>
                </a:cubicBezTo>
                <a:cubicBezTo>
                  <a:pt x="3047917" y="927622"/>
                  <a:pt x="3049182" y="928212"/>
                  <a:pt x="3004457" y="938151"/>
                </a:cubicBezTo>
                <a:cubicBezTo>
                  <a:pt x="2984753" y="942530"/>
                  <a:pt x="2964747" y="945487"/>
                  <a:pt x="2945080" y="950026"/>
                </a:cubicBezTo>
                <a:cubicBezTo>
                  <a:pt x="2913274" y="957366"/>
                  <a:pt x="2881045" y="963455"/>
                  <a:pt x="2850078" y="973777"/>
                </a:cubicBezTo>
                <a:lnTo>
                  <a:pt x="2743200" y="1009403"/>
                </a:lnTo>
                <a:lnTo>
                  <a:pt x="2671948" y="1033153"/>
                </a:lnTo>
                <a:cubicBezTo>
                  <a:pt x="2660073" y="1037112"/>
                  <a:pt x="2648669" y="1042971"/>
                  <a:pt x="2636322" y="1045029"/>
                </a:cubicBezTo>
                <a:cubicBezTo>
                  <a:pt x="2612571" y="1048987"/>
                  <a:pt x="2588614" y="1051859"/>
                  <a:pt x="2565070" y="1056904"/>
                </a:cubicBezTo>
                <a:cubicBezTo>
                  <a:pt x="2533152" y="1063743"/>
                  <a:pt x="2502547" y="1077406"/>
                  <a:pt x="2470067" y="1080654"/>
                </a:cubicBezTo>
                <a:cubicBezTo>
                  <a:pt x="2284239" y="1099238"/>
                  <a:pt x="2391027" y="1090194"/>
                  <a:pt x="2149434" y="1104405"/>
                </a:cubicBezTo>
                <a:cubicBezTo>
                  <a:pt x="1921542" y="1132891"/>
                  <a:pt x="2207567" y="1099738"/>
                  <a:pt x="1781298" y="1128156"/>
                </a:cubicBezTo>
                <a:cubicBezTo>
                  <a:pt x="1753370" y="1130018"/>
                  <a:pt x="1726008" y="1137101"/>
                  <a:pt x="1698171" y="1140031"/>
                </a:cubicBezTo>
                <a:cubicBezTo>
                  <a:pt x="1650767" y="1145021"/>
                  <a:pt x="1603168" y="1147948"/>
                  <a:pt x="1555667" y="1151906"/>
                </a:cubicBezTo>
                <a:cubicBezTo>
                  <a:pt x="1355226" y="1141357"/>
                  <a:pt x="1275350" y="1129773"/>
                  <a:pt x="1068779" y="1151906"/>
                </a:cubicBezTo>
                <a:cubicBezTo>
                  <a:pt x="1043886" y="1154573"/>
                  <a:pt x="1022222" y="1171541"/>
                  <a:pt x="997527" y="1175657"/>
                </a:cubicBezTo>
                <a:cubicBezTo>
                  <a:pt x="973776" y="1179615"/>
                  <a:pt x="950221" y="1185011"/>
                  <a:pt x="926275" y="1187532"/>
                </a:cubicBezTo>
                <a:cubicBezTo>
                  <a:pt x="869454" y="1193513"/>
                  <a:pt x="642497" y="1208034"/>
                  <a:pt x="593766" y="1211283"/>
                </a:cubicBezTo>
                <a:lnTo>
                  <a:pt x="534389" y="1223158"/>
                </a:lnTo>
                <a:cubicBezTo>
                  <a:pt x="510699" y="1227465"/>
                  <a:pt x="486748" y="1230312"/>
                  <a:pt x="463137" y="1235034"/>
                </a:cubicBezTo>
                <a:cubicBezTo>
                  <a:pt x="447133" y="1238235"/>
                  <a:pt x="431329" y="1242425"/>
                  <a:pt x="415636" y="1246909"/>
                </a:cubicBezTo>
                <a:cubicBezTo>
                  <a:pt x="362825" y="1261997"/>
                  <a:pt x="394372" y="1258287"/>
                  <a:pt x="332509" y="1270660"/>
                </a:cubicBezTo>
                <a:cubicBezTo>
                  <a:pt x="308898" y="1275382"/>
                  <a:pt x="284762" y="1277312"/>
                  <a:pt x="261257" y="1282535"/>
                </a:cubicBezTo>
                <a:cubicBezTo>
                  <a:pt x="249037" y="1285250"/>
                  <a:pt x="237708" y="1291116"/>
                  <a:pt x="225631" y="1294410"/>
                </a:cubicBezTo>
                <a:cubicBezTo>
                  <a:pt x="194139" y="1302999"/>
                  <a:pt x="162296" y="1310244"/>
                  <a:pt x="130628" y="1318161"/>
                </a:cubicBezTo>
                <a:lnTo>
                  <a:pt x="83127" y="1330036"/>
                </a:lnTo>
                <a:cubicBezTo>
                  <a:pt x="67293" y="1333995"/>
                  <a:pt x="51947" y="1341912"/>
                  <a:pt x="35626" y="1341912"/>
                </a:cubicBezTo>
                <a:lnTo>
                  <a:pt x="0" y="1341912"/>
                </a:lnTo>
              </a:path>
            </a:pathLst>
          </a:custGeom>
          <a:noFill/>
          <a:ln w="38100">
            <a:solidFill>
              <a:srgbClr val="8000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964D64D4-9D4E-0341-890E-56860177543E}"/>
              </a:ext>
            </a:extLst>
          </p:cNvPr>
          <p:cNvSpPr/>
          <p:nvPr/>
        </p:nvSpPr>
        <p:spPr>
          <a:xfrm>
            <a:off x="7635834" y="5213269"/>
            <a:ext cx="83127" cy="83127"/>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32529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Shape 167"/>
        <p:cNvGrpSpPr/>
        <p:nvPr/>
      </p:nvGrpSpPr>
      <p:grpSpPr>
        <a:xfrm>
          <a:off x="0" y="0"/>
          <a:ext cx="0" cy="0"/>
          <a:chOff x="0" y="0"/>
          <a:chExt cx="0" cy="0"/>
        </a:xfrm>
      </p:grpSpPr>
      <p:sp>
        <p:nvSpPr>
          <p:cNvPr id="168" name="Google Shape;168;p17"/>
          <p:cNvSpPr/>
          <p:nvPr/>
        </p:nvSpPr>
        <p:spPr>
          <a:xfrm>
            <a:off x="1382184" y="2163433"/>
            <a:ext cx="2036000" cy="1173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defTabSz="609585" fontAlgn="base"/>
            <a:r>
              <a:rPr lang="en" sz="2400">
                <a:solidFill>
                  <a:prstClr val="black"/>
                </a:solidFill>
                <a:latin typeface="Calibri" panose="020F0502020204030204" pitchFamily="34" charset="0"/>
                <a:ea typeface="Century Gothic"/>
                <a:cs typeface="Calibri" panose="020F0502020204030204" pitchFamily="34" charset="0"/>
                <a:sym typeface="Century Gothic"/>
              </a:rPr>
              <a:t>UNMET</a:t>
            </a:r>
            <a:endParaRPr sz="2400">
              <a:solidFill>
                <a:prstClr val="black"/>
              </a:solidFill>
              <a:latin typeface="Calibri" panose="020F0502020204030204" pitchFamily="34" charset="0"/>
              <a:ea typeface="Century Gothic"/>
              <a:cs typeface="Calibri" panose="020F0502020204030204" pitchFamily="34" charset="0"/>
              <a:sym typeface="Century Gothic"/>
            </a:endParaRPr>
          </a:p>
          <a:p>
            <a:pPr algn="ctr" defTabSz="609585" fontAlgn="base"/>
            <a:r>
              <a:rPr lang="en" sz="2400">
                <a:solidFill>
                  <a:prstClr val="black"/>
                </a:solidFill>
                <a:latin typeface="Calibri" panose="020F0502020204030204" pitchFamily="34" charset="0"/>
                <a:ea typeface="Century Gothic"/>
                <a:cs typeface="Calibri" panose="020F0502020204030204" pitchFamily="34" charset="0"/>
                <a:sym typeface="Century Gothic"/>
              </a:rPr>
              <a:t>NEEDS</a:t>
            </a:r>
            <a:endParaRPr sz="2400">
              <a:solidFill>
                <a:prstClr val="black"/>
              </a:solidFill>
              <a:latin typeface="Calibri" panose="020F0502020204030204" pitchFamily="34" charset="0"/>
              <a:ea typeface="Century Gothic"/>
              <a:cs typeface="Calibri" panose="020F0502020204030204" pitchFamily="34" charset="0"/>
              <a:sym typeface="Century Gothic"/>
            </a:endParaRPr>
          </a:p>
        </p:txBody>
      </p:sp>
      <p:sp>
        <p:nvSpPr>
          <p:cNvPr id="169" name="Google Shape;169;p17"/>
          <p:cNvSpPr/>
          <p:nvPr/>
        </p:nvSpPr>
        <p:spPr>
          <a:xfrm>
            <a:off x="4823791" y="2163433"/>
            <a:ext cx="2597427" cy="1173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defTabSz="609585" fontAlgn="base"/>
            <a:r>
              <a:rPr lang="en" sz="2400">
                <a:solidFill>
                  <a:prstClr val="black"/>
                </a:solidFill>
                <a:latin typeface="Calibri" panose="020F0502020204030204" pitchFamily="34" charset="0"/>
                <a:ea typeface="Century Gothic"/>
                <a:cs typeface="Calibri" panose="020F0502020204030204" pitchFamily="34" charset="0"/>
                <a:sym typeface="Century Gothic"/>
              </a:rPr>
              <a:t>MISDEMEANOR</a:t>
            </a:r>
            <a:endParaRPr sz="2400">
              <a:solidFill>
                <a:prstClr val="black"/>
              </a:solidFill>
              <a:latin typeface="Calibri" panose="020F0502020204030204" pitchFamily="34" charset="0"/>
              <a:ea typeface="Century Gothic"/>
              <a:cs typeface="Calibri" panose="020F0502020204030204" pitchFamily="34" charset="0"/>
              <a:sym typeface="Century Gothic"/>
            </a:endParaRPr>
          </a:p>
          <a:p>
            <a:pPr algn="ctr" defTabSz="609585" fontAlgn="base"/>
            <a:r>
              <a:rPr lang="en" sz="2400">
                <a:solidFill>
                  <a:prstClr val="black"/>
                </a:solidFill>
                <a:latin typeface="Calibri" panose="020F0502020204030204" pitchFamily="34" charset="0"/>
                <a:ea typeface="Century Gothic"/>
                <a:cs typeface="Calibri" panose="020F0502020204030204" pitchFamily="34" charset="0"/>
                <a:sym typeface="Century Gothic"/>
              </a:rPr>
              <a:t>ARREST</a:t>
            </a:r>
            <a:endParaRPr sz="2400">
              <a:solidFill>
                <a:prstClr val="black"/>
              </a:solidFill>
              <a:latin typeface="Calibri" panose="020F0502020204030204" pitchFamily="34" charset="0"/>
              <a:ea typeface="Century Gothic"/>
              <a:cs typeface="Calibri" panose="020F0502020204030204" pitchFamily="34" charset="0"/>
              <a:sym typeface="Century Gothic"/>
            </a:endParaRPr>
          </a:p>
        </p:txBody>
      </p:sp>
      <p:sp>
        <p:nvSpPr>
          <p:cNvPr id="170" name="Google Shape;170;p17"/>
          <p:cNvSpPr/>
          <p:nvPr/>
        </p:nvSpPr>
        <p:spPr>
          <a:xfrm>
            <a:off x="8773817" y="2163433"/>
            <a:ext cx="2036000" cy="1173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defTabSz="609585" fontAlgn="base"/>
            <a:r>
              <a:rPr lang="en" sz="2400">
                <a:solidFill>
                  <a:prstClr val="black"/>
                </a:solidFill>
                <a:latin typeface="Calibri" panose="020F0502020204030204" pitchFamily="34" charset="0"/>
                <a:ea typeface="Century Gothic"/>
                <a:cs typeface="Calibri" panose="020F0502020204030204" pitchFamily="34" charset="0"/>
                <a:sym typeface="Century Gothic"/>
              </a:rPr>
              <a:t>JAIL</a:t>
            </a:r>
            <a:endParaRPr sz="2400">
              <a:solidFill>
                <a:prstClr val="black"/>
              </a:solidFill>
              <a:latin typeface="Calibri" panose="020F0502020204030204" pitchFamily="34" charset="0"/>
              <a:ea typeface="Century Gothic"/>
              <a:cs typeface="Calibri" panose="020F0502020204030204" pitchFamily="34" charset="0"/>
              <a:sym typeface="Century Gothic"/>
            </a:endParaRPr>
          </a:p>
        </p:txBody>
      </p:sp>
      <p:cxnSp>
        <p:nvCxnSpPr>
          <p:cNvPr id="171" name="Google Shape;171;p17"/>
          <p:cNvCxnSpPr>
            <a:cxnSpLocks/>
            <a:stCxn id="168" idx="3"/>
            <a:endCxn id="169" idx="1"/>
          </p:cNvCxnSpPr>
          <p:nvPr/>
        </p:nvCxnSpPr>
        <p:spPr>
          <a:xfrm>
            <a:off x="3418185" y="2750233"/>
            <a:ext cx="1405607" cy="0"/>
          </a:xfrm>
          <a:prstGeom prst="straightConnector1">
            <a:avLst/>
          </a:prstGeom>
          <a:noFill/>
          <a:ln w="38100" cap="flat" cmpd="sng">
            <a:solidFill>
              <a:srgbClr val="000000"/>
            </a:solidFill>
            <a:prstDash val="solid"/>
            <a:round/>
            <a:headEnd type="none" w="med" len="med"/>
            <a:tailEnd type="triangle" w="med" len="med"/>
          </a:ln>
        </p:spPr>
      </p:cxnSp>
      <p:cxnSp>
        <p:nvCxnSpPr>
          <p:cNvPr id="172" name="Google Shape;172;p17"/>
          <p:cNvCxnSpPr>
            <a:cxnSpLocks/>
            <a:stCxn id="169" idx="3"/>
            <a:endCxn id="170" idx="1"/>
          </p:cNvCxnSpPr>
          <p:nvPr/>
        </p:nvCxnSpPr>
        <p:spPr>
          <a:xfrm>
            <a:off x="7421217" y="2750233"/>
            <a:ext cx="1352600" cy="0"/>
          </a:xfrm>
          <a:prstGeom prst="straightConnector1">
            <a:avLst/>
          </a:prstGeom>
          <a:noFill/>
          <a:ln w="38100" cap="flat" cmpd="sng">
            <a:solidFill>
              <a:srgbClr val="000000"/>
            </a:solidFill>
            <a:prstDash val="solid"/>
            <a:round/>
            <a:headEnd type="none" w="med" len="med"/>
            <a:tailEnd type="triangle" w="med" len="med"/>
          </a:ln>
        </p:spPr>
      </p:cxnSp>
      <p:cxnSp>
        <p:nvCxnSpPr>
          <p:cNvPr id="173" name="Google Shape;173;p17"/>
          <p:cNvCxnSpPr>
            <a:stCxn id="170" idx="2"/>
            <a:endCxn id="168" idx="2"/>
          </p:cNvCxnSpPr>
          <p:nvPr/>
        </p:nvCxnSpPr>
        <p:spPr>
          <a:xfrm rot="5400000">
            <a:off x="6095617" y="-358367"/>
            <a:ext cx="800" cy="7391600"/>
          </a:xfrm>
          <a:prstGeom prst="curvedConnector3">
            <a:avLst>
              <a:gd name="adj1" fmla="val 174991667"/>
            </a:avLst>
          </a:prstGeom>
          <a:noFill/>
          <a:ln w="38100" cap="flat" cmpd="sng">
            <a:solidFill>
              <a:srgbClr val="000000"/>
            </a:solidFill>
            <a:prstDash val="solid"/>
            <a:round/>
            <a:headEnd type="none" w="med" len="med"/>
            <a:tailEnd type="triangle" w="med" len="med"/>
          </a:ln>
        </p:spPr>
      </p:cxnSp>
      <p:sp>
        <p:nvSpPr>
          <p:cNvPr id="174" name="Google Shape;174;p17"/>
          <p:cNvSpPr txBox="1"/>
          <p:nvPr/>
        </p:nvSpPr>
        <p:spPr>
          <a:xfrm>
            <a:off x="254533" y="155533"/>
            <a:ext cx="11694000" cy="1018000"/>
          </a:xfrm>
          <a:prstGeom prst="rect">
            <a:avLst/>
          </a:prstGeom>
          <a:noFill/>
          <a:ln>
            <a:noFill/>
          </a:ln>
        </p:spPr>
        <p:txBody>
          <a:bodyPr spcFirstLastPara="1" wrap="square" lIns="121900" tIns="121900" rIns="121900" bIns="121900" anchor="t" anchorCtr="0">
            <a:noAutofit/>
          </a:bodyPr>
          <a:lstStyle/>
          <a:p>
            <a:pPr algn="ctr" defTabSz="609585" fontAlgn="base"/>
            <a:endParaRPr sz="3200" dirty="0">
              <a:solidFill>
                <a:prstClr val="black"/>
              </a:solidFill>
              <a:latin typeface="Calibri" panose="020F0502020204030204" pitchFamily="34" charset="0"/>
              <a:ea typeface="Century Gothic"/>
              <a:cs typeface="Calibri" panose="020F0502020204030204" pitchFamily="34" charset="0"/>
              <a:sym typeface="Century Gothic"/>
            </a:endParaRPr>
          </a:p>
        </p:txBody>
      </p:sp>
      <p:sp>
        <p:nvSpPr>
          <p:cNvPr id="175" name="Google Shape;175;p17"/>
          <p:cNvSpPr txBox="1"/>
          <p:nvPr/>
        </p:nvSpPr>
        <p:spPr>
          <a:xfrm>
            <a:off x="4029967" y="4736967"/>
            <a:ext cx="4050400" cy="573600"/>
          </a:xfrm>
          <a:prstGeom prst="rect">
            <a:avLst/>
          </a:prstGeom>
          <a:noFill/>
          <a:ln>
            <a:noFill/>
          </a:ln>
        </p:spPr>
        <p:txBody>
          <a:bodyPr spcFirstLastPara="1" wrap="square" lIns="121900" tIns="121900" rIns="121900" bIns="121900" anchor="t" anchorCtr="0">
            <a:noAutofit/>
          </a:bodyPr>
          <a:lstStyle/>
          <a:p>
            <a:pPr algn="ctr" defTabSz="609585" fontAlgn="base"/>
            <a:r>
              <a:rPr lang="en" sz="2400" dirty="0">
                <a:solidFill>
                  <a:prstClr val="black"/>
                </a:solidFill>
                <a:latin typeface="Calibri" panose="020F0502020204030204" pitchFamily="34" charset="0"/>
                <a:ea typeface="Century Gothic"/>
                <a:cs typeface="Calibri" panose="020F0502020204030204" pitchFamily="34" charset="0"/>
                <a:sym typeface="Century Gothic"/>
              </a:rPr>
              <a:t>worsening or failing to improve</a:t>
            </a:r>
            <a:endParaRPr sz="2400" dirty="0">
              <a:solidFill>
                <a:prstClr val="black"/>
              </a:solidFill>
              <a:latin typeface="Calibri" panose="020F0502020204030204" pitchFamily="34" charset="0"/>
              <a:ea typeface="Century Gothic"/>
              <a:cs typeface="Calibri" panose="020F0502020204030204" pitchFamily="34" charset="0"/>
              <a:sym typeface="Century Gothic"/>
            </a:endParaRPr>
          </a:p>
        </p:txBody>
      </p:sp>
      <p:pic>
        <p:nvPicPr>
          <p:cNvPr id="2050" name="Picture 2" descr="https://lh6.googleusercontent.com/R6kCeuWuZClodBpTJKVSl7kyfq00KKbDelOf_P17e-xCOSRZUT_cZ0rrCr_3MS7bAquBe4dWIhFrG89VC0BeVrxTdlbLPoxM2-X1Bylv_oJn-GB5-o5yoYcioD0VzBwxmsXflBASvKg">
            <a:extLst>
              <a:ext uri="{FF2B5EF4-FFF2-40B4-BE49-F238E27FC236}">
                <a16:creationId xmlns:a16="http://schemas.microsoft.com/office/drawing/2014/main" id="{173B5D2F-D9FF-414D-82EF-B16B958E8A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822" y="4168875"/>
            <a:ext cx="2242725" cy="2242725"/>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a:extLst>
              <a:ext uri="{FF2B5EF4-FFF2-40B4-BE49-F238E27FC236}">
                <a16:creationId xmlns:a16="http://schemas.microsoft.com/office/drawing/2014/main" id="{73941910-1C04-AD4D-AD03-3C988E81DD4E}"/>
              </a:ext>
            </a:extLst>
          </p:cNvPr>
          <p:cNvSpPr>
            <a:spLocks noGrp="1"/>
          </p:cNvSpPr>
          <p:nvPr>
            <p:ph type="title"/>
          </p:nvPr>
        </p:nvSpPr>
        <p:spPr/>
        <p:txBody>
          <a:bodyPr/>
          <a:lstStyle/>
          <a:p>
            <a:r>
              <a:rPr lang="en-US" sz="3733" dirty="0">
                <a:latin typeface="Calibri" panose="020F0502020204030204" pitchFamily="34" charset="0"/>
                <a:ea typeface="Century Gothic"/>
                <a:cs typeface="Calibri" panose="020F0502020204030204" pitchFamily="34" charset="0"/>
                <a:sym typeface="Century Gothic"/>
              </a:rPr>
              <a:t>Case Study: Reducing Misdemeanor Recidivism through Diversion and Social Service Programs</a:t>
            </a:r>
            <a:endParaRPr lang="en-US" dirty="0"/>
          </a:p>
        </p:txBody>
      </p:sp>
      <p:sp>
        <p:nvSpPr>
          <p:cNvPr id="10" name="Rectangle 9">
            <a:extLst>
              <a:ext uri="{FF2B5EF4-FFF2-40B4-BE49-F238E27FC236}">
                <a16:creationId xmlns:a16="http://schemas.microsoft.com/office/drawing/2014/main" id="{5DC4B887-E886-9241-8CA2-5F41FDFD24B3}"/>
              </a:ext>
            </a:extLst>
          </p:cNvPr>
          <p:cNvSpPr/>
          <p:nvPr/>
        </p:nvSpPr>
        <p:spPr>
          <a:xfrm>
            <a:off x="0" y="1133880"/>
            <a:ext cx="12192000" cy="748795"/>
          </a:xfrm>
          <a:prstGeom prst="rect">
            <a:avLst/>
          </a:prstGeom>
          <a:solidFill>
            <a:schemeClr val="bg2">
              <a:lumMod val="90000"/>
            </a:schemeClr>
          </a:solidFill>
        </p:spPr>
        <p:txBody>
          <a:bodyPr wrap="square">
            <a:spAutoFit/>
          </a:bodyPr>
          <a:lstStyle/>
          <a:p>
            <a:pPr defTabSz="609585" fontAlgn="base">
              <a:spcBef>
                <a:spcPct val="0"/>
              </a:spcBef>
              <a:spcAft>
                <a:spcPct val="0"/>
              </a:spcAft>
            </a:pPr>
            <a:r>
              <a:rPr lang="en-US" sz="2133" dirty="0">
                <a:solidFill>
                  <a:prstClr val="black"/>
                </a:solidFill>
                <a:latin typeface="Calibri" charset="0"/>
                <a:ea typeface="ＭＳ Ｐゴシック" charset="0"/>
              </a:rPr>
              <a:t>Predictive Fairness to Reduce Misdemeanor Recidivism Through Social Service Interventions. </a:t>
            </a:r>
            <a:r>
              <a:rPr lang="en-US" sz="2133" dirty="0" err="1">
                <a:solidFill>
                  <a:prstClr val="black"/>
                </a:solidFill>
                <a:latin typeface="Calibri" charset="0"/>
                <a:ea typeface="ＭＳ Ｐゴシック" charset="0"/>
              </a:rPr>
              <a:t>Rodolfa</a:t>
            </a:r>
            <a:r>
              <a:rPr lang="en-US" sz="2133" dirty="0">
                <a:solidFill>
                  <a:prstClr val="black"/>
                </a:solidFill>
                <a:latin typeface="Calibri" charset="0"/>
                <a:ea typeface="ＭＳ Ｐゴシック" charset="0"/>
              </a:rPr>
              <a:t> et al. ACM FAT* 2020</a:t>
            </a:r>
          </a:p>
        </p:txBody>
      </p:sp>
    </p:spTree>
    <p:extLst>
      <p:ext uri="{BB962C8B-B14F-4D97-AF65-F5344CB8AC3E}">
        <p14:creationId xmlns:p14="http://schemas.microsoft.com/office/powerpoint/2010/main" val="21179108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Shape 289"/>
        <p:cNvGrpSpPr/>
        <p:nvPr/>
      </p:nvGrpSpPr>
      <p:grpSpPr>
        <a:xfrm>
          <a:off x="0" y="0"/>
          <a:ext cx="0" cy="0"/>
          <a:chOff x="0" y="0"/>
          <a:chExt cx="0" cy="0"/>
        </a:xfrm>
      </p:grpSpPr>
      <p:sp>
        <p:nvSpPr>
          <p:cNvPr id="291" name="Google Shape;291;p28"/>
          <p:cNvSpPr txBox="1"/>
          <p:nvPr/>
        </p:nvSpPr>
        <p:spPr>
          <a:xfrm>
            <a:off x="588579" y="1205187"/>
            <a:ext cx="3384571" cy="5221207"/>
          </a:xfrm>
          <a:prstGeom prst="rect">
            <a:avLst/>
          </a:prstGeom>
          <a:solidFill>
            <a:srgbClr val="797979"/>
          </a:solidFill>
          <a:ln>
            <a:noFill/>
          </a:ln>
        </p:spPr>
        <p:txBody>
          <a:bodyPr spcFirstLastPara="1" wrap="square" lIns="121900" tIns="121900" rIns="121900" bIns="121900" anchor="t" anchorCtr="0">
            <a:noAutofit/>
          </a:bodyPr>
          <a:lstStyle/>
          <a:p>
            <a:pPr algn="ctr" defTabSz="609585" fontAlgn="base">
              <a:lnSpc>
                <a:spcPct val="114000"/>
              </a:lnSpc>
            </a:pPr>
            <a:r>
              <a:rPr lang="en-US" sz="3200" b="1" dirty="0">
                <a:solidFill>
                  <a:srgbClr val="FFFFFF"/>
                </a:solidFill>
                <a:latin typeface="Calibri" charset="0"/>
                <a:ea typeface="ＭＳ Ｐゴシック" charset="0"/>
              </a:rPr>
              <a:t>Designing for Efficiency</a:t>
            </a:r>
            <a:endParaRPr sz="3200" b="1" dirty="0">
              <a:solidFill>
                <a:srgbClr val="FFFFFF"/>
              </a:solidFill>
              <a:latin typeface="Calibri" charset="0"/>
              <a:ea typeface="ＭＳ Ｐゴシック" charset="0"/>
            </a:endParaRPr>
          </a:p>
          <a:p>
            <a:pPr algn="ctr" defTabSz="609585" fontAlgn="base">
              <a:lnSpc>
                <a:spcPct val="114000"/>
              </a:lnSpc>
              <a:spcBef>
                <a:spcPts val="667"/>
              </a:spcBef>
            </a:pPr>
            <a:br>
              <a:rPr lang="en" sz="3200" dirty="0">
                <a:solidFill>
                  <a:srgbClr val="FFFFFF"/>
                </a:solidFill>
                <a:latin typeface="Calibri" charset="0"/>
                <a:ea typeface="ＭＳ Ｐゴシック" charset="0"/>
              </a:rPr>
            </a:br>
            <a:r>
              <a:rPr lang="en" sz="4000" dirty="0">
                <a:solidFill>
                  <a:srgbClr val="FFFFFF"/>
                </a:solidFill>
                <a:latin typeface="Calibri" charset="0"/>
                <a:ea typeface="ＭＳ Ｐゴシック" charset="0"/>
              </a:rPr>
              <a:t>72.7% Efficient</a:t>
            </a:r>
            <a:endParaRPr sz="4000" dirty="0">
              <a:solidFill>
                <a:srgbClr val="FFFFFF"/>
              </a:solidFill>
              <a:latin typeface="Calibri" charset="0"/>
              <a:ea typeface="ＭＳ Ｐゴシック" charset="0"/>
            </a:endParaRPr>
          </a:p>
          <a:p>
            <a:pPr algn="ctr" defTabSz="609585" fontAlgn="base">
              <a:lnSpc>
                <a:spcPct val="114000"/>
              </a:lnSpc>
              <a:spcBef>
                <a:spcPts val="667"/>
              </a:spcBef>
            </a:pPr>
            <a:endParaRPr sz="2400" dirty="0">
              <a:solidFill>
                <a:srgbClr val="FFFFFF"/>
              </a:solidFill>
              <a:latin typeface="Calibri" charset="0"/>
              <a:ea typeface="ＭＳ Ｐゴシック" charset="0"/>
            </a:endParaRPr>
          </a:p>
          <a:p>
            <a:pPr algn="ctr" defTabSz="609585" fontAlgn="base">
              <a:lnSpc>
                <a:spcPct val="114000"/>
              </a:lnSpc>
              <a:spcBef>
                <a:spcPts val="667"/>
              </a:spcBef>
            </a:pPr>
            <a:endParaRPr sz="2400" dirty="0">
              <a:solidFill>
                <a:srgbClr val="FFFFFF"/>
              </a:solidFill>
              <a:latin typeface="Calibri" charset="0"/>
              <a:ea typeface="ＭＳ Ｐゴシック" charset="0"/>
            </a:endParaRPr>
          </a:p>
          <a:p>
            <a:pPr algn="ctr" defTabSz="609585" fontAlgn="base">
              <a:lnSpc>
                <a:spcPct val="114000"/>
              </a:lnSpc>
              <a:spcBef>
                <a:spcPts val="667"/>
              </a:spcBef>
            </a:pPr>
            <a:endParaRPr sz="2133" dirty="0">
              <a:solidFill>
                <a:srgbClr val="FFFFFF"/>
              </a:solidFill>
              <a:latin typeface="Calibri" charset="0"/>
              <a:ea typeface="ＭＳ Ｐゴシック" charset="0"/>
            </a:endParaRPr>
          </a:p>
        </p:txBody>
      </p:sp>
      <p:pic>
        <p:nvPicPr>
          <p:cNvPr id="3" name="Picture 2">
            <a:extLst>
              <a:ext uri="{FF2B5EF4-FFF2-40B4-BE49-F238E27FC236}">
                <a16:creationId xmlns:a16="http://schemas.microsoft.com/office/drawing/2014/main" id="{842C48AE-A7D0-F443-ACF7-0AA41D551609}"/>
              </a:ext>
            </a:extLst>
          </p:cNvPr>
          <p:cNvPicPr>
            <a:picLocks noChangeAspect="1"/>
          </p:cNvPicPr>
          <p:nvPr/>
        </p:nvPicPr>
        <p:blipFill>
          <a:blip r:embed="rId3"/>
          <a:stretch>
            <a:fillRect/>
          </a:stretch>
        </p:blipFill>
        <p:spPr>
          <a:xfrm>
            <a:off x="664133" y="3965900"/>
            <a:ext cx="3250172" cy="1968984"/>
          </a:xfrm>
          <a:prstGeom prst="rect">
            <a:avLst/>
          </a:prstGeom>
        </p:spPr>
      </p:pic>
      <p:sp>
        <p:nvSpPr>
          <p:cNvPr id="292" name="Google Shape;292;p28"/>
          <p:cNvSpPr txBox="1"/>
          <p:nvPr/>
        </p:nvSpPr>
        <p:spPr>
          <a:xfrm>
            <a:off x="4416645" y="1205188"/>
            <a:ext cx="3492201" cy="5221209"/>
          </a:xfrm>
          <a:prstGeom prst="rect">
            <a:avLst/>
          </a:prstGeom>
          <a:solidFill>
            <a:srgbClr val="008080"/>
          </a:solidFill>
          <a:ln>
            <a:noFill/>
          </a:ln>
        </p:spPr>
        <p:txBody>
          <a:bodyPr spcFirstLastPara="1" wrap="square" lIns="121900" tIns="121900" rIns="121900" bIns="121900" anchor="t" anchorCtr="0">
            <a:noAutofit/>
          </a:bodyPr>
          <a:lstStyle/>
          <a:p>
            <a:pPr algn="ctr" defTabSz="609585" fontAlgn="base">
              <a:lnSpc>
                <a:spcPct val="114000"/>
              </a:lnSpc>
            </a:pPr>
            <a:r>
              <a:rPr lang="en-US" sz="3200" b="1" dirty="0">
                <a:solidFill>
                  <a:srgbClr val="FFFFFF"/>
                </a:solidFill>
                <a:latin typeface="Calibri" charset="0"/>
                <a:ea typeface="ＭＳ Ｐゴシック" charset="0"/>
              </a:rPr>
              <a:t>Equality</a:t>
            </a:r>
            <a:endParaRPr sz="2133" dirty="0">
              <a:solidFill>
                <a:srgbClr val="FFFFFF"/>
              </a:solidFill>
              <a:latin typeface="Calibri" charset="0"/>
              <a:ea typeface="ＭＳ Ｐゴシック" charset="0"/>
            </a:endParaRPr>
          </a:p>
          <a:p>
            <a:pPr algn="ctr" defTabSz="609585" fontAlgn="base">
              <a:lnSpc>
                <a:spcPct val="114000"/>
              </a:lnSpc>
              <a:spcBef>
                <a:spcPts val="667"/>
              </a:spcBef>
            </a:pPr>
            <a:endParaRPr sz="2133" dirty="0">
              <a:solidFill>
                <a:srgbClr val="FFFFFF"/>
              </a:solidFill>
              <a:latin typeface="Calibri" charset="0"/>
              <a:ea typeface="ＭＳ Ｐゴシック" charset="0"/>
            </a:endParaRPr>
          </a:p>
          <a:p>
            <a:pPr algn="ctr" defTabSz="609585" fontAlgn="base">
              <a:lnSpc>
                <a:spcPct val="114000"/>
              </a:lnSpc>
              <a:spcBef>
                <a:spcPts val="667"/>
              </a:spcBef>
            </a:pPr>
            <a:r>
              <a:rPr lang="en-US" sz="2133" dirty="0">
                <a:solidFill>
                  <a:srgbClr val="FFFFFF"/>
                </a:solidFill>
                <a:latin typeface="Calibri" charset="0"/>
                <a:ea typeface="ＭＳ Ｐゴシック" charset="0"/>
              </a:rPr>
              <a:t>Additional Cost</a:t>
            </a:r>
            <a:r>
              <a:rPr lang="en-US" sz="4000" dirty="0">
                <a:solidFill>
                  <a:srgbClr val="FFFFFF"/>
                </a:solidFill>
                <a:latin typeface="Calibri" charset="0"/>
                <a:ea typeface="ＭＳ Ｐゴシック" charset="0"/>
              </a:rPr>
              <a:t>: 2%</a:t>
            </a:r>
            <a:endParaRPr sz="2400" dirty="0">
              <a:solidFill>
                <a:srgbClr val="FFFFFF"/>
              </a:solidFill>
              <a:latin typeface="Calibri" charset="0"/>
              <a:ea typeface="ＭＳ Ｐゴシック" charset="0"/>
            </a:endParaRPr>
          </a:p>
          <a:p>
            <a:pPr algn="ctr" defTabSz="609585" fontAlgn="base">
              <a:lnSpc>
                <a:spcPct val="114000"/>
              </a:lnSpc>
              <a:spcBef>
                <a:spcPts val="667"/>
              </a:spcBef>
            </a:pPr>
            <a:endParaRPr sz="2400" dirty="0">
              <a:solidFill>
                <a:srgbClr val="FFFFFF"/>
              </a:solidFill>
              <a:latin typeface="Calibri" charset="0"/>
              <a:ea typeface="ＭＳ Ｐゴシック" charset="0"/>
            </a:endParaRPr>
          </a:p>
          <a:p>
            <a:pPr algn="ctr" defTabSz="609585" fontAlgn="base">
              <a:lnSpc>
                <a:spcPct val="114000"/>
              </a:lnSpc>
              <a:spcBef>
                <a:spcPts val="667"/>
              </a:spcBef>
            </a:pPr>
            <a:endParaRPr sz="2133" dirty="0">
              <a:solidFill>
                <a:srgbClr val="FFFFFF"/>
              </a:solidFill>
              <a:latin typeface="Calibri" charset="0"/>
              <a:ea typeface="ＭＳ Ｐゴシック" charset="0"/>
            </a:endParaRPr>
          </a:p>
          <a:p>
            <a:pPr algn="ctr" defTabSz="609585" fontAlgn="base">
              <a:lnSpc>
                <a:spcPct val="114000"/>
              </a:lnSpc>
              <a:spcBef>
                <a:spcPts val="667"/>
              </a:spcBef>
            </a:pPr>
            <a:endParaRPr sz="2400" dirty="0">
              <a:solidFill>
                <a:srgbClr val="FFFFFF"/>
              </a:solidFill>
              <a:latin typeface="Calibri" charset="0"/>
              <a:ea typeface="ＭＳ Ｐゴシック" charset="0"/>
            </a:endParaRPr>
          </a:p>
        </p:txBody>
      </p:sp>
      <p:pic>
        <p:nvPicPr>
          <p:cNvPr id="9" name="Picture 8">
            <a:extLst>
              <a:ext uri="{FF2B5EF4-FFF2-40B4-BE49-F238E27FC236}">
                <a16:creationId xmlns:a16="http://schemas.microsoft.com/office/drawing/2014/main" id="{79461C04-3A9E-5649-9ED0-E1EFA739F104}"/>
              </a:ext>
            </a:extLst>
          </p:cNvPr>
          <p:cNvPicPr>
            <a:picLocks noChangeAspect="1"/>
          </p:cNvPicPr>
          <p:nvPr/>
        </p:nvPicPr>
        <p:blipFill rotWithShape="1">
          <a:blip r:embed="rId4"/>
          <a:srcRect t="10829" r="4016"/>
          <a:stretch/>
        </p:blipFill>
        <p:spPr>
          <a:xfrm>
            <a:off x="4544106" y="3965904"/>
            <a:ext cx="3230967" cy="1990889"/>
          </a:xfrm>
          <a:prstGeom prst="rect">
            <a:avLst/>
          </a:prstGeom>
        </p:spPr>
      </p:pic>
      <p:sp>
        <p:nvSpPr>
          <p:cNvPr id="293" name="Google Shape;293;p28"/>
          <p:cNvSpPr txBox="1"/>
          <p:nvPr/>
        </p:nvSpPr>
        <p:spPr>
          <a:xfrm>
            <a:off x="8221249" y="1191172"/>
            <a:ext cx="3492201" cy="5207195"/>
          </a:xfrm>
          <a:prstGeom prst="rect">
            <a:avLst/>
          </a:prstGeom>
          <a:solidFill>
            <a:srgbClr val="4682B4"/>
          </a:solidFill>
          <a:ln>
            <a:noFill/>
          </a:ln>
        </p:spPr>
        <p:txBody>
          <a:bodyPr spcFirstLastPara="1" wrap="square" lIns="121900" tIns="121900" rIns="121900" bIns="121900" anchor="t" anchorCtr="0">
            <a:noAutofit/>
          </a:bodyPr>
          <a:lstStyle/>
          <a:p>
            <a:pPr algn="ctr" defTabSz="609585" fontAlgn="base">
              <a:lnSpc>
                <a:spcPct val="114000"/>
              </a:lnSpc>
            </a:pPr>
            <a:r>
              <a:rPr lang="en-US" sz="3200" b="1" dirty="0">
                <a:solidFill>
                  <a:srgbClr val="FFFFFF"/>
                </a:solidFill>
                <a:latin typeface="Calibri" charset="0"/>
                <a:ea typeface="ＭＳ Ｐゴシック" charset="0"/>
              </a:rPr>
              <a:t>Equity</a:t>
            </a:r>
            <a:endParaRPr sz="2133" dirty="0">
              <a:solidFill>
                <a:srgbClr val="FFFFFF"/>
              </a:solidFill>
              <a:latin typeface="Calibri" charset="0"/>
              <a:ea typeface="ＭＳ Ｐゴシック" charset="0"/>
            </a:endParaRPr>
          </a:p>
          <a:p>
            <a:pPr algn="ctr" defTabSz="609585" fontAlgn="base">
              <a:lnSpc>
                <a:spcPct val="114000"/>
              </a:lnSpc>
              <a:spcBef>
                <a:spcPts val="667"/>
              </a:spcBef>
            </a:pPr>
            <a:endParaRPr sz="2133" dirty="0">
              <a:solidFill>
                <a:srgbClr val="FFFFFF"/>
              </a:solidFill>
              <a:latin typeface="Calibri" charset="0"/>
              <a:ea typeface="ＭＳ Ｐゴシック" charset="0"/>
            </a:endParaRPr>
          </a:p>
          <a:p>
            <a:pPr algn="ctr" defTabSz="609585" fontAlgn="base">
              <a:lnSpc>
                <a:spcPct val="114000"/>
              </a:lnSpc>
              <a:spcBef>
                <a:spcPts val="667"/>
              </a:spcBef>
            </a:pPr>
            <a:r>
              <a:rPr lang="en-US" sz="2133" dirty="0">
                <a:solidFill>
                  <a:srgbClr val="FFFFFF"/>
                </a:solidFill>
                <a:latin typeface="Calibri" charset="0"/>
                <a:ea typeface="ＭＳ Ｐゴシック" charset="0"/>
              </a:rPr>
              <a:t>Additional Cost</a:t>
            </a:r>
            <a:r>
              <a:rPr lang="en-US" sz="4000" dirty="0">
                <a:solidFill>
                  <a:srgbClr val="FFFFFF"/>
                </a:solidFill>
                <a:latin typeface="Calibri" charset="0"/>
                <a:ea typeface="ＭＳ Ｐゴシック" charset="0"/>
              </a:rPr>
              <a:t>: 2%</a:t>
            </a:r>
            <a:endParaRPr sz="2400" dirty="0">
              <a:solidFill>
                <a:srgbClr val="FFFFFF"/>
              </a:solidFill>
              <a:latin typeface="Calibri" charset="0"/>
              <a:ea typeface="ＭＳ Ｐゴシック" charset="0"/>
            </a:endParaRPr>
          </a:p>
          <a:p>
            <a:pPr algn="ctr" defTabSz="609585" fontAlgn="base">
              <a:lnSpc>
                <a:spcPct val="114000"/>
              </a:lnSpc>
              <a:spcBef>
                <a:spcPts val="667"/>
              </a:spcBef>
            </a:pPr>
            <a:endParaRPr sz="2133" dirty="0">
              <a:solidFill>
                <a:srgbClr val="FFFFFF"/>
              </a:solidFill>
              <a:latin typeface="Calibri" charset="0"/>
              <a:ea typeface="ＭＳ Ｐゴシック" charset="0"/>
            </a:endParaRPr>
          </a:p>
        </p:txBody>
      </p:sp>
      <p:pic>
        <p:nvPicPr>
          <p:cNvPr id="10" name="Picture 9">
            <a:extLst>
              <a:ext uri="{FF2B5EF4-FFF2-40B4-BE49-F238E27FC236}">
                <a16:creationId xmlns:a16="http://schemas.microsoft.com/office/drawing/2014/main" id="{CF79C156-8E1E-6C48-939D-C3002C5C5C29}"/>
              </a:ext>
            </a:extLst>
          </p:cNvPr>
          <p:cNvPicPr>
            <a:picLocks noChangeAspect="1"/>
          </p:cNvPicPr>
          <p:nvPr/>
        </p:nvPicPr>
        <p:blipFill rotWithShape="1">
          <a:blip r:embed="rId5"/>
          <a:srcRect t="11723" r="1293"/>
          <a:stretch/>
        </p:blipFill>
        <p:spPr>
          <a:xfrm>
            <a:off x="8306579" y="3976855"/>
            <a:ext cx="3296843" cy="1968984"/>
          </a:xfrm>
          <a:prstGeom prst="rect">
            <a:avLst/>
          </a:prstGeom>
        </p:spPr>
      </p:pic>
      <p:sp>
        <p:nvSpPr>
          <p:cNvPr id="7" name="Title 6">
            <a:extLst>
              <a:ext uri="{FF2B5EF4-FFF2-40B4-BE49-F238E27FC236}">
                <a16:creationId xmlns:a16="http://schemas.microsoft.com/office/drawing/2014/main" id="{3DF5404B-02FE-9B48-95F6-3A182D49E7EA}"/>
              </a:ext>
            </a:extLst>
          </p:cNvPr>
          <p:cNvSpPr>
            <a:spLocks noGrp="1"/>
          </p:cNvSpPr>
          <p:nvPr>
            <p:ph type="title"/>
          </p:nvPr>
        </p:nvSpPr>
        <p:spPr/>
        <p:txBody>
          <a:bodyPr/>
          <a:lstStyle/>
          <a:p>
            <a:r>
              <a:rPr lang="en-US" dirty="0"/>
              <a:t>Policy Menu</a:t>
            </a:r>
          </a:p>
        </p:txBody>
      </p:sp>
    </p:spTree>
    <p:extLst>
      <p:ext uri="{BB962C8B-B14F-4D97-AF65-F5344CB8AC3E}">
        <p14:creationId xmlns:p14="http://schemas.microsoft.com/office/powerpoint/2010/main" val="1771143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 grpId="0" animBg="1"/>
      <p:bldP spid="292" grpId="0" animBg="1"/>
      <p:bldP spid="293"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Shape 718"/>
        <p:cNvGrpSpPr/>
        <p:nvPr/>
      </p:nvGrpSpPr>
      <p:grpSpPr>
        <a:xfrm>
          <a:off x="0" y="0"/>
          <a:ext cx="0" cy="0"/>
          <a:chOff x="0" y="0"/>
          <a:chExt cx="0" cy="0"/>
        </a:xfrm>
      </p:grpSpPr>
      <p:pic>
        <p:nvPicPr>
          <p:cNvPr id="720" name="Google Shape;720;p63"/>
          <p:cNvPicPr preferRelativeResize="0"/>
          <p:nvPr/>
        </p:nvPicPr>
        <p:blipFill rotWithShape="1">
          <a:blip r:embed="rId3">
            <a:alphaModFix/>
          </a:blip>
          <a:srcRect t="3302" b="1350"/>
          <a:stretch/>
        </p:blipFill>
        <p:spPr>
          <a:xfrm>
            <a:off x="2872531" y="428261"/>
            <a:ext cx="7050832" cy="5513409"/>
          </a:xfrm>
          <a:prstGeom prst="rect">
            <a:avLst/>
          </a:prstGeom>
          <a:noFill/>
          <a:ln>
            <a:noFill/>
          </a:ln>
        </p:spPr>
      </p:pic>
      <p:sp>
        <p:nvSpPr>
          <p:cNvPr id="4" name="TextBox 3">
            <a:extLst>
              <a:ext uri="{FF2B5EF4-FFF2-40B4-BE49-F238E27FC236}">
                <a16:creationId xmlns:a16="http://schemas.microsoft.com/office/drawing/2014/main" id="{25E8A6A7-4FAE-8A26-F104-B52C6E116691}"/>
              </a:ext>
            </a:extLst>
          </p:cNvPr>
          <p:cNvSpPr txBox="1"/>
          <p:nvPr/>
        </p:nvSpPr>
        <p:spPr>
          <a:xfrm rot="16200000">
            <a:off x="2295568" y="2664047"/>
            <a:ext cx="881973" cy="584775"/>
          </a:xfrm>
          <a:prstGeom prst="rect">
            <a:avLst/>
          </a:prstGeom>
          <a:noFill/>
        </p:spPr>
        <p:txBody>
          <a:bodyPr wrap="none" rtlCol="0">
            <a:spAutoFit/>
          </a:bodyPr>
          <a:lstStyle/>
          <a:p>
            <a:pPr defTabSz="609585" fontAlgn="base">
              <a:spcBef>
                <a:spcPct val="0"/>
              </a:spcBef>
              <a:spcAft>
                <a:spcPct val="0"/>
              </a:spcAft>
            </a:pPr>
            <a:r>
              <a:rPr lang="en-US" sz="3200" b="1" dirty="0">
                <a:solidFill>
                  <a:srgbClr val="FF0000"/>
                </a:solidFill>
                <a:latin typeface="Calibri" charset="0"/>
                <a:ea typeface="ＭＳ Ｐゴシック" charset="0"/>
              </a:rPr>
              <a:t>Bias</a:t>
            </a:r>
          </a:p>
        </p:txBody>
      </p:sp>
      <p:sp>
        <p:nvSpPr>
          <p:cNvPr id="5" name="TextBox 4">
            <a:extLst>
              <a:ext uri="{FF2B5EF4-FFF2-40B4-BE49-F238E27FC236}">
                <a16:creationId xmlns:a16="http://schemas.microsoft.com/office/drawing/2014/main" id="{B240594B-C4D4-ED21-482D-C0D6F5A07A29}"/>
              </a:ext>
            </a:extLst>
          </p:cNvPr>
          <p:cNvSpPr txBox="1"/>
          <p:nvPr/>
        </p:nvSpPr>
        <p:spPr>
          <a:xfrm>
            <a:off x="5623312" y="5814187"/>
            <a:ext cx="2036070" cy="584775"/>
          </a:xfrm>
          <a:prstGeom prst="rect">
            <a:avLst/>
          </a:prstGeom>
          <a:noFill/>
        </p:spPr>
        <p:txBody>
          <a:bodyPr wrap="none" rtlCol="0">
            <a:spAutoFit/>
          </a:bodyPr>
          <a:lstStyle/>
          <a:p>
            <a:pPr defTabSz="609585" fontAlgn="base">
              <a:spcBef>
                <a:spcPct val="0"/>
              </a:spcBef>
              <a:spcAft>
                <a:spcPct val="0"/>
              </a:spcAft>
            </a:pPr>
            <a:r>
              <a:rPr lang="en-US" sz="3200" b="1" dirty="0">
                <a:solidFill>
                  <a:srgbClr val="00B050"/>
                </a:solidFill>
                <a:latin typeface="Calibri" charset="0"/>
                <a:ea typeface="ＭＳ Ｐゴシック" charset="0"/>
              </a:rPr>
              <a:t>“Accuracy”</a:t>
            </a:r>
          </a:p>
        </p:txBody>
      </p:sp>
      <p:sp>
        <p:nvSpPr>
          <p:cNvPr id="7" name="Rectangle 6">
            <a:extLst>
              <a:ext uri="{FF2B5EF4-FFF2-40B4-BE49-F238E27FC236}">
                <a16:creationId xmlns:a16="http://schemas.microsoft.com/office/drawing/2014/main" id="{3A391CEC-52A6-6C0E-9DEB-B5A8B5A9EA22}"/>
              </a:ext>
            </a:extLst>
          </p:cNvPr>
          <p:cNvSpPr/>
          <p:nvPr/>
        </p:nvSpPr>
        <p:spPr>
          <a:xfrm>
            <a:off x="3811930" y="4815070"/>
            <a:ext cx="5756476" cy="64818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defTabSz="609585" fontAlgn="base">
              <a:spcBef>
                <a:spcPct val="0"/>
              </a:spcBef>
              <a:spcAft>
                <a:spcPct val="0"/>
              </a:spcAft>
            </a:pPr>
            <a:endParaRPr lang="en-US" sz="2400">
              <a:solidFill>
                <a:prstClr val="black"/>
              </a:solidFill>
              <a:latin typeface="Calibri"/>
            </a:endParaRPr>
          </a:p>
        </p:txBody>
      </p:sp>
      <p:cxnSp>
        <p:nvCxnSpPr>
          <p:cNvPr id="9" name="Straight Connector 8">
            <a:extLst>
              <a:ext uri="{FF2B5EF4-FFF2-40B4-BE49-F238E27FC236}">
                <a16:creationId xmlns:a16="http://schemas.microsoft.com/office/drawing/2014/main" id="{35DC30B4-C5FA-EE68-E9A9-0AEB41868355}"/>
              </a:ext>
            </a:extLst>
          </p:cNvPr>
          <p:cNvCxnSpPr/>
          <p:nvPr/>
        </p:nvCxnSpPr>
        <p:spPr>
          <a:xfrm>
            <a:off x="3703900" y="5139160"/>
            <a:ext cx="5987969" cy="0"/>
          </a:xfrm>
          <a:prstGeom prst="line">
            <a:avLst/>
          </a:prstGeom>
          <a:ln w="28575">
            <a:solidFill>
              <a:srgbClr val="C00000">
                <a:alpha val="53333"/>
              </a:srgbClr>
            </a:solidFill>
            <a:prstDash val="sysDash"/>
          </a:ln>
        </p:spPr>
        <p:style>
          <a:lnRef idx="1">
            <a:schemeClr val="accent6"/>
          </a:lnRef>
          <a:fillRef idx="0">
            <a:schemeClr val="accent6"/>
          </a:fillRef>
          <a:effectRef idx="0">
            <a:schemeClr val="accent6"/>
          </a:effectRef>
          <a:fontRef idx="minor">
            <a:schemeClr val="tx1"/>
          </a:fontRef>
        </p:style>
      </p:cxnSp>
      <p:sp>
        <p:nvSpPr>
          <p:cNvPr id="10" name="TextBox 9">
            <a:extLst>
              <a:ext uri="{FF2B5EF4-FFF2-40B4-BE49-F238E27FC236}">
                <a16:creationId xmlns:a16="http://schemas.microsoft.com/office/drawing/2014/main" id="{808596C7-EF15-2240-1AE4-9AB0086EA8C1}"/>
              </a:ext>
            </a:extLst>
          </p:cNvPr>
          <p:cNvSpPr txBox="1"/>
          <p:nvPr/>
        </p:nvSpPr>
        <p:spPr>
          <a:xfrm>
            <a:off x="9706781" y="4939239"/>
            <a:ext cx="1553630" cy="420564"/>
          </a:xfrm>
          <a:prstGeom prst="rect">
            <a:avLst/>
          </a:prstGeom>
          <a:noFill/>
        </p:spPr>
        <p:txBody>
          <a:bodyPr wrap="none" rtlCol="0">
            <a:spAutoFit/>
          </a:bodyPr>
          <a:lstStyle/>
          <a:p>
            <a:pPr defTabSz="609585" fontAlgn="base">
              <a:spcBef>
                <a:spcPct val="0"/>
              </a:spcBef>
              <a:spcAft>
                <a:spcPct val="0"/>
              </a:spcAft>
            </a:pPr>
            <a:r>
              <a:rPr lang="en-US" sz="2133" dirty="0">
                <a:solidFill>
                  <a:prstClr val="black"/>
                </a:solidFill>
                <a:latin typeface="Calibri" charset="0"/>
                <a:ea typeface="ＭＳ Ｐゴシック" charset="0"/>
              </a:rPr>
              <a:t>No Disparity</a:t>
            </a:r>
          </a:p>
        </p:txBody>
      </p:sp>
      <p:sp>
        <p:nvSpPr>
          <p:cNvPr id="14" name="Rounded Rectangle 13">
            <a:extLst>
              <a:ext uri="{FF2B5EF4-FFF2-40B4-BE49-F238E27FC236}">
                <a16:creationId xmlns:a16="http://schemas.microsoft.com/office/drawing/2014/main" id="{1AD932E6-A86B-CA09-8002-0F2D38E393C1}"/>
              </a:ext>
            </a:extLst>
          </p:cNvPr>
          <p:cNvSpPr/>
          <p:nvPr/>
        </p:nvSpPr>
        <p:spPr>
          <a:xfrm>
            <a:off x="6444247" y="540151"/>
            <a:ext cx="3170459" cy="2160608"/>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fontAlgn="base">
              <a:spcBef>
                <a:spcPct val="0"/>
              </a:spcBef>
              <a:spcAft>
                <a:spcPct val="0"/>
              </a:spcAft>
            </a:pPr>
            <a:endParaRPr lang="en-US" sz="2400">
              <a:solidFill>
                <a:prstClr val="white"/>
              </a:solidFill>
              <a:latin typeface="Calibri"/>
            </a:endParaRPr>
          </a:p>
        </p:txBody>
      </p:sp>
      <p:sp>
        <p:nvSpPr>
          <p:cNvPr id="15" name="Rectangle 14">
            <a:extLst>
              <a:ext uri="{FF2B5EF4-FFF2-40B4-BE49-F238E27FC236}">
                <a16:creationId xmlns:a16="http://schemas.microsoft.com/office/drawing/2014/main" id="{992D4C9E-118E-4774-E396-B2F566013825}"/>
              </a:ext>
            </a:extLst>
          </p:cNvPr>
          <p:cNvSpPr/>
          <p:nvPr/>
        </p:nvSpPr>
        <p:spPr>
          <a:xfrm>
            <a:off x="3858230" y="531210"/>
            <a:ext cx="5756476" cy="42749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fontAlgn="base">
              <a:spcBef>
                <a:spcPct val="0"/>
              </a:spcBef>
              <a:spcAft>
                <a:spcPct val="0"/>
              </a:spcAft>
            </a:pPr>
            <a:endParaRPr lang="en-US" sz="2400">
              <a:solidFill>
                <a:prstClr val="white"/>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7952D8-4D5A-3244-A998-3E0121AB3F0C}"/>
              </a:ext>
            </a:extLst>
          </p:cNvPr>
          <p:cNvSpPr>
            <a:spLocks noGrp="1"/>
          </p:cNvSpPr>
          <p:nvPr>
            <p:ph type="title"/>
          </p:nvPr>
        </p:nvSpPr>
        <p:spPr>
          <a:xfrm>
            <a:off x="609600" y="2658120"/>
            <a:ext cx="10972800" cy="1143000"/>
          </a:xfrm>
        </p:spPr>
        <p:txBody>
          <a:bodyPr/>
          <a:lstStyle/>
          <a:p>
            <a:r>
              <a:rPr lang="en-US" sz="5333" dirty="0"/>
              <a:t>We may not have to sacrifice accuracy in order to get fairness </a:t>
            </a:r>
            <a:br>
              <a:rPr lang="en-US" sz="5333" dirty="0"/>
            </a:br>
            <a:r>
              <a:rPr lang="en-US" sz="7200" dirty="0">
                <a:solidFill>
                  <a:srgbClr val="FF0000"/>
                </a:solidFill>
              </a:rPr>
              <a:t>but</a:t>
            </a:r>
            <a:br>
              <a:rPr lang="en-US" sz="5333" dirty="0"/>
            </a:br>
            <a:r>
              <a:rPr lang="en-US" sz="5333" dirty="0"/>
              <a:t> we do have to deliberately and explicitly design our AI systems for equity and fairness</a:t>
            </a:r>
          </a:p>
        </p:txBody>
      </p:sp>
    </p:spTree>
    <p:extLst>
      <p:ext uri="{BB962C8B-B14F-4D97-AF65-F5344CB8AC3E}">
        <p14:creationId xmlns:p14="http://schemas.microsoft.com/office/powerpoint/2010/main" val="36820146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518"/>
        <p:cNvGrpSpPr/>
        <p:nvPr/>
      </p:nvGrpSpPr>
      <p:grpSpPr>
        <a:xfrm>
          <a:off x="0" y="0"/>
          <a:ext cx="0" cy="0"/>
          <a:chOff x="0" y="0"/>
          <a:chExt cx="0" cy="0"/>
        </a:xfrm>
      </p:grpSpPr>
      <p:pic>
        <p:nvPicPr>
          <p:cNvPr id="1519" name="Google Shape;1519;p176"/>
          <p:cNvPicPr preferRelativeResize="0"/>
          <p:nvPr/>
        </p:nvPicPr>
        <p:blipFill>
          <a:blip r:embed="rId3">
            <a:alphaModFix/>
          </a:blip>
          <a:stretch>
            <a:fillRect/>
          </a:stretch>
        </p:blipFill>
        <p:spPr>
          <a:xfrm>
            <a:off x="2374830" y="0"/>
            <a:ext cx="7442340" cy="64516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A49825-0A06-404B-943E-37651E1B153F}"/>
              </a:ext>
            </a:extLst>
          </p:cNvPr>
          <p:cNvSpPr>
            <a:spLocks noGrp="1"/>
          </p:cNvSpPr>
          <p:nvPr>
            <p:ph idx="1"/>
          </p:nvPr>
        </p:nvSpPr>
        <p:spPr>
          <a:xfrm>
            <a:off x="297707" y="1200032"/>
            <a:ext cx="11666363" cy="3512013"/>
          </a:xfrm>
        </p:spPr>
        <p:txBody>
          <a:bodyPr/>
          <a:lstStyle/>
          <a:p>
            <a:pPr>
              <a:spcBef>
                <a:spcPts val="0"/>
              </a:spcBef>
              <a:spcAft>
                <a:spcPts val="1400"/>
              </a:spcAft>
            </a:pPr>
            <a:r>
              <a:rPr lang="en-US" sz="2800" dirty="0"/>
              <a:t>Not using race in my models makes my models not racist</a:t>
            </a:r>
          </a:p>
          <a:p>
            <a:pPr>
              <a:spcBef>
                <a:spcPts val="0"/>
              </a:spcBef>
              <a:spcAft>
                <a:spcPts val="1400"/>
              </a:spcAft>
            </a:pPr>
            <a:r>
              <a:rPr lang="en-US" sz="2800" dirty="0"/>
              <a:t>Using race in my models makes my models racist</a:t>
            </a:r>
          </a:p>
          <a:p>
            <a:pPr>
              <a:spcBef>
                <a:spcPts val="0"/>
              </a:spcBef>
              <a:spcAft>
                <a:spcPts val="1400"/>
              </a:spcAft>
            </a:pPr>
            <a:r>
              <a:rPr lang="en-US" sz="2800" dirty="0"/>
              <a:t>Bias comes from and can be fixed by “fixing” the data</a:t>
            </a:r>
          </a:p>
          <a:p>
            <a:pPr>
              <a:spcBef>
                <a:spcPts val="0"/>
              </a:spcBef>
              <a:spcAft>
                <a:spcPts val="1400"/>
              </a:spcAft>
            </a:pPr>
            <a:r>
              <a:rPr lang="en-US" sz="2800" dirty="0"/>
              <a:t>I have to eliminate all bias in order to use/deploy an ML system</a:t>
            </a:r>
          </a:p>
          <a:p>
            <a:pPr>
              <a:spcBef>
                <a:spcPts val="0"/>
              </a:spcBef>
              <a:spcAft>
                <a:spcPts val="1400"/>
              </a:spcAft>
            </a:pPr>
            <a:r>
              <a:rPr lang="en-US" sz="2800" dirty="0"/>
              <a:t>I have to satisfy all measures of bias in order to be fair</a:t>
            </a:r>
          </a:p>
          <a:p>
            <a:pPr>
              <a:spcBef>
                <a:spcPts val="0"/>
              </a:spcBef>
              <a:spcAft>
                <a:spcPts val="1400"/>
              </a:spcAft>
            </a:pPr>
            <a:r>
              <a:rPr lang="en-US" sz="2800" dirty="0"/>
              <a:t>There is always a tradeoff between fairness and accuracy</a:t>
            </a:r>
          </a:p>
          <a:p>
            <a:pPr>
              <a:spcBef>
                <a:spcPts val="0"/>
              </a:spcBef>
              <a:spcAft>
                <a:spcPts val="1400"/>
              </a:spcAft>
            </a:pPr>
            <a:r>
              <a:rPr lang="en-US" sz="2800" dirty="0"/>
              <a:t>A fair ML model = Fair and equitable outcomes</a:t>
            </a:r>
          </a:p>
          <a:p>
            <a:pPr>
              <a:spcBef>
                <a:spcPts val="0"/>
              </a:spcBef>
              <a:spcAft>
                <a:spcPts val="1400"/>
              </a:spcAft>
            </a:pPr>
            <a:r>
              <a:rPr lang="en-US" sz="2800" dirty="0"/>
              <a:t>Bias reduction methods actually reduce bias</a:t>
            </a:r>
          </a:p>
        </p:txBody>
      </p:sp>
      <p:sp>
        <p:nvSpPr>
          <p:cNvPr id="3" name="Title 2">
            <a:extLst>
              <a:ext uri="{FF2B5EF4-FFF2-40B4-BE49-F238E27FC236}">
                <a16:creationId xmlns:a16="http://schemas.microsoft.com/office/drawing/2014/main" id="{0B3E8319-8487-B24C-B8ED-E0E0F68CBE49}"/>
              </a:ext>
            </a:extLst>
          </p:cNvPr>
          <p:cNvSpPr>
            <a:spLocks noGrp="1"/>
          </p:cNvSpPr>
          <p:nvPr>
            <p:ph type="title"/>
          </p:nvPr>
        </p:nvSpPr>
        <p:spPr/>
        <p:txBody>
          <a:bodyPr/>
          <a:lstStyle/>
          <a:p>
            <a:r>
              <a:rPr lang="en-US" dirty="0"/>
              <a:t>Some common practitioner (mis)perceptions</a:t>
            </a:r>
          </a:p>
        </p:txBody>
      </p:sp>
    </p:spTree>
    <p:extLst>
      <p:ext uri="{BB962C8B-B14F-4D97-AF65-F5344CB8AC3E}">
        <p14:creationId xmlns:p14="http://schemas.microsoft.com/office/powerpoint/2010/main" val="3263865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a:hlinkClick r:id="rId2"/>
              </a:rPr>
              <a:t>Hands-on Fairness and Bias Tutorial with interactive Jupyter Notebooks</a:t>
            </a:r>
            <a:endParaRPr lang="en-US" dirty="0"/>
          </a:p>
          <a:p>
            <a:endParaRPr lang="en-US" dirty="0"/>
          </a:p>
          <a:p>
            <a:r>
              <a:rPr lang="en-US" dirty="0">
                <a:hlinkClick r:id="rId3"/>
              </a:rPr>
              <a:t>Aequitas</a:t>
            </a:r>
            <a:r>
              <a:rPr lang="en-US" dirty="0"/>
              <a:t>: Bias Audit Tool </a:t>
            </a:r>
          </a:p>
          <a:p>
            <a:endParaRPr lang="en-US" dirty="0"/>
          </a:p>
          <a:p>
            <a:pPr marL="0" indent="0">
              <a:buNone/>
            </a:pPr>
            <a:r>
              <a:rPr lang="en-US" dirty="0"/>
              <a:t>For more details,</a:t>
            </a:r>
          </a:p>
          <a:p>
            <a:pPr marL="0" indent="0">
              <a:buNone/>
            </a:pPr>
            <a:r>
              <a:rPr lang="en-US" dirty="0"/>
              <a:t>	link to tutorial: </a:t>
            </a:r>
            <a:r>
              <a:rPr lang="en-US" u="sng" dirty="0">
                <a:solidFill>
                  <a:schemeClr val="hlink"/>
                </a:solidFill>
                <a:hlinkClick r:id="rId4"/>
              </a:rPr>
              <a:t>https://dssg.github.io/fairness_tutorial</a:t>
            </a:r>
            <a:endParaRPr lang="en-US" u="sng" dirty="0">
              <a:solidFill>
                <a:schemeClr val="hlink"/>
              </a:solidFill>
            </a:endParaRPr>
          </a:p>
          <a:p>
            <a:pPr marL="0" indent="0">
              <a:buNone/>
            </a:pPr>
            <a:r>
              <a:rPr lang="en-US" u="sng" dirty="0">
                <a:solidFill>
                  <a:schemeClr val="hlink"/>
                </a:solidFill>
              </a:rPr>
              <a:t>	</a:t>
            </a:r>
            <a:r>
              <a:rPr lang="en-US" dirty="0" err="1"/>
              <a:t>Github</a:t>
            </a:r>
            <a:r>
              <a:rPr lang="en-US" dirty="0"/>
              <a:t> Repo: </a:t>
            </a:r>
            <a:r>
              <a:rPr lang="en-US" u="sng" dirty="0">
                <a:solidFill>
                  <a:schemeClr val="hlink"/>
                </a:solidFill>
                <a:hlinkClick r:id="rId5"/>
              </a:rPr>
              <a:t>http://github.com/dssg/fairness_tutorial</a:t>
            </a:r>
            <a:endParaRPr lang="en-US" u="sng" dirty="0">
              <a:solidFill>
                <a:schemeClr val="hlink"/>
              </a:solidFill>
            </a:endParaRPr>
          </a:p>
          <a:p>
            <a:pPr marL="0" indent="0">
              <a:buNone/>
            </a:pPr>
            <a:r>
              <a:rPr lang="en-US" u="sng" dirty="0">
                <a:solidFill>
                  <a:schemeClr val="hlink"/>
                </a:solidFill>
              </a:rPr>
              <a:t>	</a:t>
            </a:r>
            <a:r>
              <a:rPr lang="en-US" dirty="0"/>
              <a:t>Interactive Colab (Python) Notebooks: </a:t>
            </a:r>
            <a:r>
              <a:rPr lang="en-US" u="sng" dirty="0">
                <a:solidFill>
                  <a:schemeClr val="hlink"/>
                </a:solidFill>
                <a:hlinkClick r:id="rId6"/>
              </a:rPr>
              <a:t>https://dssg.github.io/fairness_tutorial/notebooks/</a:t>
            </a:r>
            <a:endParaRPr lang="en-US" dirty="0"/>
          </a:p>
          <a:p>
            <a:pPr marL="0" indent="0">
              <a:buNone/>
            </a:pPr>
            <a:r>
              <a:rPr lang="en-US" u="sng" dirty="0">
                <a:solidFill>
                  <a:schemeClr val="hlink"/>
                </a:solidFill>
                <a:hlinkClick r:id="rId7"/>
              </a:rPr>
              <a:t>	Fairness Tree</a:t>
            </a:r>
            <a:endParaRPr lang="en-US" dirty="0">
              <a:solidFill>
                <a:srgbClr val="CC0000"/>
              </a:solidFill>
              <a:highlight>
                <a:srgbClr val="FFFF00"/>
              </a:highlight>
            </a:endParaRPr>
          </a:p>
          <a:p>
            <a:endParaRPr lang="en-US" dirty="0"/>
          </a:p>
          <a:p>
            <a:pPr marL="342891" lvl="1" indent="0">
              <a:buNone/>
            </a:pPr>
            <a:endParaRPr lang="en-US" dirty="0"/>
          </a:p>
          <a:p>
            <a:pPr lvl="1"/>
            <a:endParaRPr lang="en-US" dirty="0"/>
          </a:p>
        </p:txBody>
      </p:sp>
      <p:sp>
        <p:nvSpPr>
          <p:cNvPr id="2" name="Title 1"/>
          <p:cNvSpPr>
            <a:spLocks noGrp="1"/>
          </p:cNvSpPr>
          <p:nvPr>
            <p:ph type="title"/>
          </p:nvPr>
        </p:nvSpPr>
        <p:spPr/>
        <p:txBody>
          <a:bodyPr/>
          <a:lstStyle/>
          <a:p>
            <a:r>
              <a:rPr lang="en-US" dirty="0"/>
              <a:t>Useful Resources</a:t>
            </a:r>
          </a:p>
        </p:txBody>
      </p:sp>
    </p:spTree>
    <p:extLst>
      <p:ext uri="{BB962C8B-B14F-4D97-AF65-F5344CB8AC3E}">
        <p14:creationId xmlns:p14="http://schemas.microsoft.com/office/powerpoint/2010/main" val="8975607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23871C-7CA8-1448-8FFC-1AE6E1838941}"/>
              </a:ext>
            </a:extLst>
          </p:cNvPr>
          <p:cNvSpPr>
            <a:spLocks noGrp="1"/>
          </p:cNvSpPr>
          <p:nvPr>
            <p:ph type="title"/>
          </p:nvPr>
        </p:nvSpPr>
        <p:spPr/>
        <p:txBody>
          <a:bodyPr/>
          <a:lstStyle/>
          <a:p>
            <a:r>
              <a:rPr lang="en-US" dirty="0"/>
              <a:t>Appendix</a:t>
            </a:r>
          </a:p>
        </p:txBody>
      </p:sp>
    </p:spTree>
    <p:extLst>
      <p:ext uri="{BB962C8B-B14F-4D97-AF65-F5344CB8AC3E}">
        <p14:creationId xmlns:p14="http://schemas.microsoft.com/office/powerpoint/2010/main" val="38722839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200BDA-BAE3-FD43-BBD3-2545E03E80D4}"/>
              </a:ext>
            </a:extLst>
          </p:cNvPr>
          <p:cNvSpPr>
            <a:spLocks noGrp="1"/>
          </p:cNvSpPr>
          <p:nvPr>
            <p:ph type="title"/>
          </p:nvPr>
        </p:nvSpPr>
        <p:spPr/>
        <p:txBody>
          <a:bodyPr/>
          <a:lstStyle/>
          <a:p>
            <a:r>
              <a:rPr lang="en-US" sz="3200" dirty="0"/>
              <a:t>Legal and Social Principles</a:t>
            </a:r>
          </a:p>
        </p:txBody>
      </p:sp>
      <p:sp>
        <p:nvSpPr>
          <p:cNvPr id="2" name="Content Placeholder 1">
            <a:extLst>
              <a:ext uri="{FF2B5EF4-FFF2-40B4-BE49-F238E27FC236}">
                <a16:creationId xmlns:a16="http://schemas.microsoft.com/office/drawing/2014/main" id="{FCD5CB3E-2BFC-CF4B-BC01-6E59BE146F2A}"/>
              </a:ext>
            </a:extLst>
          </p:cNvPr>
          <p:cNvSpPr>
            <a:spLocks noGrp="1"/>
          </p:cNvSpPr>
          <p:nvPr>
            <p:ph type="body" idx="1"/>
          </p:nvPr>
        </p:nvSpPr>
        <p:spPr/>
        <p:txBody>
          <a:bodyPr/>
          <a:lstStyle/>
          <a:p>
            <a:pPr marL="76200" indent="0">
              <a:buNone/>
            </a:pPr>
            <a:r>
              <a:rPr lang="en-US" sz="2800" dirty="0">
                <a:solidFill>
                  <a:schemeClr val="tx1"/>
                </a:solidFill>
              </a:rPr>
              <a:t>Choices about fairness and equity are </a:t>
            </a:r>
            <a:r>
              <a:rPr lang="en-US" sz="2800" i="1" dirty="0">
                <a:solidFill>
                  <a:schemeClr val="tx1"/>
                </a:solidFill>
              </a:rPr>
              <a:t>implicit</a:t>
            </a:r>
            <a:r>
              <a:rPr lang="en-US" sz="2800" dirty="0">
                <a:solidFill>
                  <a:schemeClr val="tx1"/>
                </a:solidFill>
              </a:rPr>
              <a:t> in any decision process but being made </a:t>
            </a:r>
            <a:r>
              <a:rPr lang="en-US" sz="2800" i="1" dirty="0">
                <a:solidFill>
                  <a:schemeClr val="tx1"/>
                </a:solidFill>
              </a:rPr>
              <a:t>explicit</a:t>
            </a:r>
            <a:r>
              <a:rPr lang="en-US" sz="2800" dirty="0">
                <a:solidFill>
                  <a:schemeClr val="tx1"/>
                </a:solidFill>
              </a:rPr>
              <a:t> by the growing use of algorithmic decision support.</a:t>
            </a:r>
            <a:endParaRPr lang="en-US" sz="3200" dirty="0">
              <a:solidFill>
                <a:schemeClr val="tx1"/>
              </a:solidFill>
            </a:endParaRPr>
          </a:p>
        </p:txBody>
      </p:sp>
    </p:spTree>
    <p:extLst>
      <p:ext uri="{BB962C8B-B14F-4D97-AF65-F5344CB8AC3E}">
        <p14:creationId xmlns:p14="http://schemas.microsoft.com/office/powerpoint/2010/main" val="13145054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200BDA-BAE3-FD43-BBD3-2545E03E80D4}"/>
              </a:ext>
            </a:extLst>
          </p:cNvPr>
          <p:cNvSpPr>
            <a:spLocks noGrp="1"/>
          </p:cNvSpPr>
          <p:nvPr>
            <p:ph type="title"/>
          </p:nvPr>
        </p:nvSpPr>
        <p:spPr/>
        <p:txBody>
          <a:bodyPr/>
          <a:lstStyle/>
          <a:p>
            <a:r>
              <a:rPr lang="en-US" sz="3200" dirty="0"/>
              <a:t>Legal and Social Principles</a:t>
            </a:r>
          </a:p>
        </p:txBody>
      </p:sp>
      <p:sp>
        <p:nvSpPr>
          <p:cNvPr id="2" name="Content Placeholder 1">
            <a:extLst>
              <a:ext uri="{FF2B5EF4-FFF2-40B4-BE49-F238E27FC236}">
                <a16:creationId xmlns:a16="http://schemas.microsoft.com/office/drawing/2014/main" id="{FCD5CB3E-2BFC-CF4B-BC01-6E59BE146F2A}"/>
              </a:ext>
            </a:extLst>
          </p:cNvPr>
          <p:cNvSpPr>
            <a:spLocks noGrp="1"/>
          </p:cNvSpPr>
          <p:nvPr>
            <p:ph type="body" idx="1"/>
          </p:nvPr>
        </p:nvSpPr>
        <p:spPr/>
        <p:txBody>
          <a:bodyPr/>
          <a:lstStyle/>
          <a:p>
            <a:pPr marL="76200" indent="0">
              <a:buNone/>
            </a:pPr>
            <a:r>
              <a:rPr lang="en-US" sz="2800" dirty="0">
                <a:solidFill>
                  <a:schemeClr val="tx1"/>
                </a:solidFill>
              </a:rPr>
              <a:t>Choices about fairness and equity are </a:t>
            </a:r>
            <a:r>
              <a:rPr lang="en-US" sz="2800" i="1" dirty="0">
                <a:solidFill>
                  <a:schemeClr val="tx1"/>
                </a:solidFill>
              </a:rPr>
              <a:t>implicit</a:t>
            </a:r>
            <a:r>
              <a:rPr lang="en-US" sz="2800" dirty="0">
                <a:solidFill>
                  <a:schemeClr val="tx1"/>
                </a:solidFill>
              </a:rPr>
              <a:t> in any decision process but being made </a:t>
            </a:r>
            <a:r>
              <a:rPr lang="en-US" sz="2800" i="1" dirty="0">
                <a:solidFill>
                  <a:schemeClr val="tx1"/>
                </a:solidFill>
              </a:rPr>
              <a:t>explicit</a:t>
            </a:r>
            <a:r>
              <a:rPr lang="en-US" sz="2800" dirty="0">
                <a:solidFill>
                  <a:schemeClr val="tx1"/>
                </a:solidFill>
              </a:rPr>
              <a:t> by the growing use of algorithmic decision support.</a:t>
            </a:r>
            <a:br>
              <a:rPr lang="en-US" sz="2800" dirty="0">
                <a:solidFill>
                  <a:schemeClr val="tx1"/>
                </a:solidFill>
              </a:rPr>
            </a:br>
            <a:br>
              <a:rPr lang="en-US" sz="2800" dirty="0">
                <a:solidFill>
                  <a:schemeClr val="tx1"/>
                </a:solidFill>
              </a:rPr>
            </a:br>
            <a:r>
              <a:rPr lang="en-US" sz="2800" dirty="0">
                <a:solidFill>
                  <a:schemeClr val="tx1"/>
                </a:solidFill>
              </a:rPr>
              <a:t>What implicit choices about fairness are encoded when we say…</a:t>
            </a:r>
          </a:p>
          <a:p>
            <a:r>
              <a:rPr lang="en-US" sz="2800" dirty="0">
                <a:solidFill>
                  <a:schemeClr val="tx1"/>
                </a:solidFill>
              </a:rPr>
              <a:t>Beyond a reasonable doubt? (e.g., criminal court)</a:t>
            </a:r>
          </a:p>
          <a:p>
            <a:r>
              <a:rPr lang="en-US" sz="2800" dirty="0">
                <a:solidFill>
                  <a:schemeClr val="tx1"/>
                </a:solidFill>
              </a:rPr>
              <a:t>The preponderance of evidence? (e.g., civil court)</a:t>
            </a:r>
          </a:p>
          <a:p>
            <a:r>
              <a:rPr lang="en-US" sz="2800" dirty="0">
                <a:solidFill>
                  <a:schemeClr val="tx1"/>
                </a:solidFill>
              </a:rPr>
              <a:t>Probable cause? (e.g., indictment by grand jury)</a:t>
            </a:r>
          </a:p>
          <a:p>
            <a:r>
              <a:rPr lang="en-US" sz="2800" dirty="0">
                <a:solidFill>
                  <a:schemeClr val="tx1"/>
                </a:solidFill>
              </a:rPr>
              <a:t>Innocent until proven guilty?</a:t>
            </a:r>
          </a:p>
          <a:p>
            <a:endParaRPr lang="en-US" sz="3200" dirty="0">
              <a:solidFill>
                <a:schemeClr val="tx1"/>
              </a:solidFill>
            </a:endParaRPr>
          </a:p>
        </p:txBody>
      </p:sp>
    </p:spTree>
    <p:extLst>
      <p:ext uri="{BB962C8B-B14F-4D97-AF65-F5344CB8AC3E}">
        <p14:creationId xmlns:p14="http://schemas.microsoft.com/office/powerpoint/2010/main" val="24848407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200BDA-BAE3-FD43-BBD3-2545E03E80D4}"/>
              </a:ext>
            </a:extLst>
          </p:cNvPr>
          <p:cNvSpPr>
            <a:spLocks noGrp="1"/>
          </p:cNvSpPr>
          <p:nvPr>
            <p:ph type="title"/>
          </p:nvPr>
        </p:nvSpPr>
        <p:spPr/>
        <p:txBody>
          <a:bodyPr/>
          <a:lstStyle/>
          <a:p>
            <a:r>
              <a:rPr lang="en-US" sz="3200" dirty="0"/>
              <a:t>Legal Perspectives and Challenges</a:t>
            </a:r>
          </a:p>
        </p:txBody>
      </p:sp>
      <p:sp>
        <p:nvSpPr>
          <p:cNvPr id="2" name="Content Placeholder 1">
            <a:extLst>
              <a:ext uri="{FF2B5EF4-FFF2-40B4-BE49-F238E27FC236}">
                <a16:creationId xmlns:a16="http://schemas.microsoft.com/office/drawing/2014/main" id="{FCD5CB3E-2BFC-CF4B-BC01-6E59BE146F2A}"/>
              </a:ext>
            </a:extLst>
          </p:cNvPr>
          <p:cNvSpPr>
            <a:spLocks noGrp="1"/>
          </p:cNvSpPr>
          <p:nvPr>
            <p:ph type="body" idx="1"/>
          </p:nvPr>
        </p:nvSpPr>
        <p:spPr>
          <a:xfrm>
            <a:off x="415600" y="1271934"/>
            <a:ext cx="11360700" cy="4555200"/>
          </a:xfrm>
        </p:spPr>
        <p:txBody>
          <a:bodyPr/>
          <a:lstStyle/>
          <a:p>
            <a:r>
              <a:rPr lang="en-US" sz="3200" dirty="0">
                <a:solidFill>
                  <a:schemeClr val="tx1"/>
                </a:solidFill>
              </a:rPr>
              <a:t>Title VII of US Civil Rights Act – Job Discrimination</a:t>
            </a:r>
          </a:p>
          <a:p>
            <a:pPr lvl="1"/>
            <a:r>
              <a:rPr lang="en-US" sz="2700" dirty="0">
                <a:solidFill>
                  <a:schemeClr val="tx1"/>
                </a:solidFill>
              </a:rPr>
              <a:t>Disparate Treatment (intentional discrimination)</a:t>
            </a:r>
          </a:p>
          <a:p>
            <a:pPr lvl="1"/>
            <a:r>
              <a:rPr lang="en-US" sz="2700" dirty="0">
                <a:solidFill>
                  <a:schemeClr val="tx1"/>
                </a:solidFill>
              </a:rPr>
              <a:t>Disparate Impact (regardless of intention)</a:t>
            </a:r>
            <a:br>
              <a:rPr lang="en-US" sz="2700" dirty="0">
                <a:solidFill>
                  <a:schemeClr val="tx1"/>
                </a:solidFill>
              </a:rPr>
            </a:br>
            <a:endParaRPr lang="en-US" sz="2700" dirty="0">
              <a:solidFill>
                <a:schemeClr val="tx1"/>
              </a:solidFill>
            </a:endParaRPr>
          </a:p>
          <a:p>
            <a:r>
              <a:rPr lang="en-US" sz="3200" dirty="0">
                <a:solidFill>
                  <a:schemeClr val="tx1"/>
                </a:solidFill>
              </a:rPr>
              <a:t>14</a:t>
            </a:r>
            <a:r>
              <a:rPr lang="en-US" sz="3200" baseline="30000" dirty="0">
                <a:solidFill>
                  <a:schemeClr val="tx1"/>
                </a:solidFill>
              </a:rPr>
              <a:t>th</a:t>
            </a:r>
            <a:r>
              <a:rPr lang="en-US" sz="3200" dirty="0">
                <a:solidFill>
                  <a:schemeClr val="tx1"/>
                </a:solidFill>
              </a:rPr>
              <a:t> Amendment</a:t>
            </a:r>
          </a:p>
          <a:p>
            <a:pPr lvl="1"/>
            <a:r>
              <a:rPr lang="en-US" sz="2700" dirty="0">
                <a:solidFill>
                  <a:schemeClr val="tx1"/>
                </a:solidFill>
              </a:rPr>
              <a:t>Equal Protection (under laws and government actions)</a:t>
            </a:r>
          </a:p>
          <a:p>
            <a:pPr lvl="1"/>
            <a:r>
              <a:rPr lang="en-US" sz="2700" dirty="0">
                <a:solidFill>
                  <a:schemeClr val="tx1"/>
                </a:solidFill>
              </a:rPr>
              <a:t>“Strict Scrutiny” Standard: compelling state interest, narrowly tailored, and least restrictive means</a:t>
            </a:r>
          </a:p>
        </p:txBody>
      </p:sp>
    </p:spTree>
    <p:extLst>
      <p:ext uri="{BB962C8B-B14F-4D97-AF65-F5344CB8AC3E}">
        <p14:creationId xmlns:p14="http://schemas.microsoft.com/office/powerpoint/2010/main" val="12175737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200BDA-BAE3-FD43-BBD3-2545E03E80D4}"/>
              </a:ext>
            </a:extLst>
          </p:cNvPr>
          <p:cNvSpPr>
            <a:spLocks noGrp="1"/>
          </p:cNvSpPr>
          <p:nvPr>
            <p:ph type="title"/>
          </p:nvPr>
        </p:nvSpPr>
        <p:spPr/>
        <p:txBody>
          <a:bodyPr/>
          <a:lstStyle/>
          <a:p>
            <a:r>
              <a:rPr lang="en-US" sz="3200" dirty="0"/>
              <a:t>Legal Perspectives and Challenges</a:t>
            </a:r>
          </a:p>
        </p:txBody>
      </p:sp>
      <p:pic>
        <p:nvPicPr>
          <p:cNvPr id="4" name="Picture 3">
            <a:extLst>
              <a:ext uri="{FF2B5EF4-FFF2-40B4-BE49-F238E27FC236}">
                <a16:creationId xmlns:a16="http://schemas.microsoft.com/office/drawing/2014/main" id="{402BD07C-269D-C246-AB62-D5E66F4D100F}"/>
              </a:ext>
            </a:extLst>
          </p:cNvPr>
          <p:cNvPicPr>
            <a:picLocks noChangeAspect="1"/>
          </p:cNvPicPr>
          <p:nvPr/>
        </p:nvPicPr>
        <p:blipFill>
          <a:blip r:embed="rId3"/>
          <a:stretch>
            <a:fillRect/>
          </a:stretch>
        </p:blipFill>
        <p:spPr>
          <a:xfrm>
            <a:off x="1372603" y="1580875"/>
            <a:ext cx="9446794" cy="4514397"/>
          </a:xfrm>
          <a:prstGeom prst="rect">
            <a:avLst/>
          </a:prstGeom>
        </p:spPr>
      </p:pic>
    </p:spTree>
    <p:extLst>
      <p:ext uri="{BB962C8B-B14F-4D97-AF65-F5344CB8AC3E}">
        <p14:creationId xmlns:p14="http://schemas.microsoft.com/office/powerpoint/2010/main" val="17933527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200BDA-BAE3-FD43-BBD3-2545E03E80D4}"/>
              </a:ext>
            </a:extLst>
          </p:cNvPr>
          <p:cNvSpPr>
            <a:spLocks noGrp="1"/>
          </p:cNvSpPr>
          <p:nvPr>
            <p:ph type="title"/>
          </p:nvPr>
        </p:nvSpPr>
        <p:spPr/>
        <p:txBody>
          <a:bodyPr/>
          <a:lstStyle/>
          <a:p>
            <a:r>
              <a:rPr lang="en-US" sz="3200" dirty="0"/>
              <a:t>Legal Perspectives and Challenges</a:t>
            </a:r>
          </a:p>
        </p:txBody>
      </p:sp>
      <p:sp>
        <p:nvSpPr>
          <p:cNvPr id="2" name="Content Placeholder 1">
            <a:extLst>
              <a:ext uri="{FF2B5EF4-FFF2-40B4-BE49-F238E27FC236}">
                <a16:creationId xmlns:a16="http://schemas.microsoft.com/office/drawing/2014/main" id="{FCD5CB3E-2BFC-CF4B-BC01-6E59BE146F2A}"/>
              </a:ext>
            </a:extLst>
          </p:cNvPr>
          <p:cNvSpPr>
            <a:spLocks noGrp="1"/>
          </p:cNvSpPr>
          <p:nvPr>
            <p:ph type="body" idx="1"/>
          </p:nvPr>
        </p:nvSpPr>
        <p:spPr>
          <a:xfrm>
            <a:off x="263897" y="1548665"/>
            <a:ext cx="11664105" cy="4555200"/>
          </a:xfrm>
        </p:spPr>
        <p:txBody>
          <a:bodyPr/>
          <a:lstStyle/>
          <a:p>
            <a:r>
              <a:rPr lang="en-US" sz="3200" dirty="0">
                <a:solidFill>
                  <a:schemeClr val="tx1"/>
                </a:solidFill>
              </a:rPr>
              <a:t>What Challenges Does Huq Identify Applying Current Legal Standards to Algorithmic Decision Making?</a:t>
            </a:r>
          </a:p>
        </p:txBody>
      </p:sp>
    </p:spTree>
    <p:extLst>
      <p:ext uri="{BB962C8B-B14F-4D97-AF65-F5344CB8AC3E}">
        <p14:creationId xmlns:p14="http://schemas.microsoft.com/office/powerpoint/2010/main" val="39292254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200BDA-BAE3-FD43-BBD3-2545E03E80D4}"/>
              </a:ext>
            </a:extLst>
          </p:cNvPr>
          <p:cNvSpPr>
            <a:spLocks noGrp="1"/>
          </p:cNvSpPr>
          <p:nvPr>
            <p:ph type="title"/>
          </p:nvPr>
        </p:nvSpPr>
        <p:spPr/>
        <p:txBody>
          <a:bodyPr/>
          <a:lstStyle/>
          <a:p>
            <a:r>
              <a:rPr lang="en-US" sz="3200" dirty="0"/>
              <a:t>Legal Perspectives and Challenges</a:t>
            </a:r>
          </a:p>
        </p:txBody>
      </p:sp>
      <p:sp>
        <p:nvSpPr>
          <p:cNvPr id="2" name="Content Placeholder 1">
            <a:extLst>
              <a:ext uri="{FF2B5EF4-FFF2-40B4-BE49-F238E27FC236}">
                <a16:creationId xmlns:a16="http://schemas.microsoft.com/office/drawing/2014/main" id="{FCD5CB3E-2BFC-CF4B-BC01-6E59BE146F2A}"/>
              </a:ext>
            </a:extLst>
          </p:cNvPr>
          <p:cNvSpPr>
            <a:spLocks noGrp="1"/>
          </p:cNvSpPr>
          <p:nvPr>
            <p:ph type="body" idx="1"/>
          </p:nvPr>
        </p:nvSpPr>
        <p:spPr>
          <a:xfrm>
            <a:off x="263897" y="1548665"/>
            <a:ext cx="11664105" cy="4555200"/>
          </a:xfrm>
        </p:spPr>
        <p:txBody>
          <a:bodyPr/>
          <a:lstStyle/>
          <a:p>
            <a:r>
              <a:rPr lang="en-US" sz="3200" dirty="0">
                <a:solidFill>
                  <a:schemeClr val="tx1"/>
                </a:solidFill>
              </a:rPr>
              <a:t>What Challenges Does Huq Identify Applying Current Legal Standards to Algorithmic Decision Making?</a:t>
            </a:r>
          </a:p>
          <a:p>
            <a:pPr lvl="1"/>
            <a:r>
              <a:rPr lang="en-US" sz="2700" dirty="0">
                <a:solidFill>
                  <a:schemeClr val="tx1"/>
                </a:solidFill>
              </a:rPr>
              <a:t>Expanded scale and reach of state power</a:t>
            </a:r>
          </a:p>
          <a:p>
            <a:pPr lvl="1"/>
            <a:r>
              <a:rPr lang="en-US" sz="2700" dirty="0">
                <a:solidFill>
                  <a:schemeClr val="tx1"/>
                </a:solidFill>
              </a:rPr>
              <a:t>Durability of errors – need for special skills to update/fix problems</a:t>
            </a:r>
          </a:p>
          <a:p>
            <a:pPr lvl="1"/>
            <a:r>
              <a:rPr lang="en-US" sz="2700" dirty="0">
                <a:solidFill>
                  <a:schemeClr val="tx1"/>
                </a:solidFill>
              </a:rPr>
              <a:t>What does “discriminatory intent” mean in this context?</a:t>
            </a:r>
          </a:p>
          <a:p>
            <a:pPr lvl="1"/>
            <a:r>
              <a:rPr lang="en-US" sz="2700" dirty="0">
                <a:solidFill>
                  <a:schemeClr val="tx1"/>
                </a:solidFill>
              </a:rPr>
              <a:t>Unclear how to apply “</a:t>
            </a:r>
            <a:r>
              <a:rPr lang="en-US" sz="2700" dirty="0" err="1">
                <a:solidFill>
                  <a:schemeClr val="tx1"/>
                </a:solidFill>
              </a:rPr>
              <a:t>anticlassification</a:t>
            </a:r>
            <a:r>
              <a:rPr lang="en-US" sz="2700" dirty="0">
                <a:solidFill>
                  <a:schemeClr val="tx1"/>
                </a:solidFill>
              </a:rPr>
              <a:t>” standard of equal protection</a:t>
            </a:r>
          </a:p>
        </p:txBody>
      </p:sp>
    </p:spTree>
    <p:extLst>
      <p:ext uri="{BB962C8B-B14F-4D97-AF65-F5344CB8AC3E}">
        <p14:creationId xmlns:p14="http://schemas.microsoft.com/office/powerpoint/2010/main" val="33031983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200BDA-BAE3-FD43-BBD3-2545E03E80D4}"/>
              </a:ext>
            </a:extLst>
          </p:cNvPr>
          <p:cNvSpPr>
            <a:spLocks noGrp="1"/>
          </p:cNvSpPr>
          <p:nvPr>
            <p:ph type="title"/>
          </p:nvPr>
        </p:nvSpPr>
        <p:spPr/>
        <p:txBody>
          <a:bodyPr/>
          <a:lstStyle/>
          <a:p>
            <a:r>
              <a:rPr lang="en-US" sz="3200" dirty="0"/>
              <a:t>Legal Perspectives and Challenges</a:t>
            </a:r>
          </a:p>
        </p:txBody>
      </p:sp>
      <p:sp>
        <p:nvSpPr>
          <p:cNvPr id="2" name="Content Placeholder 1">
            <a:extLst>
              <a:ext uri="{FF2B5EF4-FFF2-40B4-BE49-F238E27FC236}">
                <a16:creationId xmlns:a16="http://schemas.microsoft.com/office/drawing/2014/main" id="{FCD5CB3E-2BFC-CF4B-BC01-6E59BE146F2A}"/>
              </a:ext>
            </a:extLst>
          </p:cNvPr>
          <p:cNvSpPr>
            <a:spLocks noGrp="1"/>
          </p:cNvSpPr>
          <p:nvPr>
            <p:ph type="body" idx="1"/>
          </p:nvPr>
        </p:nvSpPr>
        <p:spPr/>
        <p:txBody>
          <a:bodyPr/>
          <a:lstStyle/>
          <a:p>
            <a:r>
              <a:rPr lang="en-US" sz="3200" dirty="0">
                <a:solidFill>
                  <a:schemeClr val="tx1"/>
                </a:solidFill>
              </a:rPr>
              <a:t>Difficulties with Equal Protection’s “</a:t>
            </a:r>
            <a:r>
              <a:rPr lang="en-US" sz="3200" dirty="0" err="1">
                <a:solidFill>
                  <a:schemeClr val="tx1"/>
                </a:solidFill>
              </a:rPr>
              <a:t>Anticlassification</a:t>
            </a:r>
            <a:r>
              <a:rPr lang="en-US" sz="3200" dirty="0">
                <a:solidFill>
                  <a:schemeClr val="tx1"/>
                </a:solidFill>
              </a:rPr>
              <a:t>” Standard:</a:t>
            </a:r>
          </a:p>
          <a:p>
            <a:pPr lvl="1"/>
            <a:r>
              <a:rPr lang="en-US" sz="2700" dirty="0">
                <a:solidFill>
                  <a:schemeClr val="tx1"/>
                </a:solidFill>
              </a:rPr>
              <a:t>Simply omitting race as a feature doesn’t ensure an algorithm is “colorblind” – too much correlated information in other features</a:t>
            </a:r>
          </a:p>
          <a:p>
            <a:pPr lvl="1"/>
            <a:r>
              <a:rPr lang="en-US" sz="2700" dirty="0">
                <a:solidFill>
                  <a:schemeClr val="tx1"/>
                </a:solidFill>
              </a:rPr>
              <a:t>Accounting for race may in fact be needed to decrease disparities</a:t>
            </a:r>
          </a:p>
        </p:txBody>
      </p:sp>
    </p:spTree>
    <p:extLst>
      <p:ext uri="{BB962C8B-B14F-4D97-AF65-F5344CB8AC3E}">
        <p14:creationId xmlns:p14="http://schemas.microsoft.com/office/powerpoint/2010/main" val="17736005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200BDA-BAE3-FD43-BBD3-2545E03E80D4}"/>
              </a:ext>
            </a:extLst>
          </p:cNvPr>
          <p:cNvSpPr>
            <a:spLocks noGrp="1"/>
          </p:cNvSpPr>
          <p:nvPr>
            <p:ph type="title"/>
          </p:nvPr>
        </p:nvSpPr>
        <p:spPr/>
        <p:txBody>
          <a:bodyPr/>
          <a:lstStyle/>
          <a:p>
            <a:r>
              <a:rPr lang="en-US" sz="3200" dirty="0"/>
              <a:t>Legal Perspectives and Challenges</a:t>
            </a:r>
          </a:p>
        </p:txBody>
      </p:sp>
      <p:graphicFrame>
        <p:nvGraphicFramePr>
          <p:cNvPr id="6" name="Table 5">
            <a:extLst>
              <a:ext uri="{FF2B5EF4-FFF2-40B4-BE49-F238E27FC236}">
                <a16:creationId xmlns:a16="http://schemas.microsoft.com/office/drawing/2014/main" id="{D2CD194B-0AAA-634E-8194-462CA3D108DE}"/>
              </a:ext>
            </a:extLst>
          </p:cNvPr>
          <p:cNvGraphicFramePr>
            <a:graphicFrameLocks noGrp="1"/>
          </p:cNvGraphicFramePr>
          <p:nvPr/>
        </p:nvGraphicFramePr>
        <p:xfrm>
          <a:off x="512496" y="2249906"/>
          <a:ext cx="7389090" cy="3140244"/>
        </p:xfrm>
        <a:graphic>
          <a:graphicData uri="http://schemas.openxmlformats.org/drawingml/2006/table">
            <a:tbl>
              <a:tblPr firstRow="1" bandRow="1">
                <a:tableStyleId>{2D5ABB26-0587-4C30-8999-92F81FD0307C}</a:tableStyleId>
              </a:tblPr>
              <a:tblGrid>
                <a:gridCol w="2463030">
                  <a:extLst>
                    <a:ext uri="{9D8B030D-6E8A-4147-A177-3AD203B41FA5}">
                      <a16:colId xmlns:a16="http://schemas.microsoft.com/office/drawing/2014/main" val="1026844959"/>
                    </a:ext>
                  </a:extLst>
                </a:gridCol>
                <a:gridCol w="2463030">
                  <a:extLst>
                    <a:ext uri="{9D8B030D-6E8A-4147-A177-3AD203B41FA5}">
                      <a16:colId xmlns:a16="http://schemas.microsoft.com/office/drawing/2014/main" val="1107694320"/>
                    </a:ext>
                  </a:extLst>
                </a:gridCol>
                <a:gridCol w="2463030">
                  <a:extLst>
                    <a:ext uri="{9D8B030D-6E8A-4147-A177-3AD203B41FA5}">
                      <a16:colId xmlns:a16="http://schemas.microsoft.com/office/drawing/2014/main" val="801628876"/>
                    </a:ext>
                  </a:extLst>
                </a:gridCol>
              </a:tblGrid>
              <a:tr h="1046748">
                <a:tc>
                  <a:txBody>
                    <a:bodyPr/>
                    <a:lstStyle/>
                    <a:p>
                      <a:endParaRPr lang="en-US" sz="2400" dirty="0"/>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Black</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r>
                        <a:rPr lang="en-US" sz="2400" b="1" dirty="0"/>
                        <a:t>White</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498653859"/>
                  </a:ext>
                </a:extLst>
              </a:tr>
              <a:tr h="1046748">
                <a:tc>
                  <a:txBody>
                    <a:bodyPr/>
                    <a:lstStyle/>
                    <a:p>
                      <a:pPr algn="r"/>
                      <a:r>
                        <a:rPr lang="en-US" sz="2400" b="1" dirty="0"/>
                        <a:t>Baseball Cap</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r>
                        <a:rPr lang="en-US" sz="2400" dirty="0"/>
                        <a:t>0%</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100%</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049613"/>
                  </a:ext>
                </a:extLst>
              </a:tr>
              <a:tr h="1046748">
                <a:tc>
                  <a:txBody>
                    <a:bodyPr/>
                    <a:lstStyle/>
                    <a:p>
                      <a:pPr algn="r"/>
                      <a:r>
                        <a:rPr lang="en-US" sz="2400" b="1" dirty="0"/>
                        <a:t>No Cap</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r>
                        <a:rPr lang="en-US" sz="2400" dirty="0"/>
                        <a:t>2%</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2505907"/>
                  </a:ext>
                </a:extLst>
              </a:tr>
            </a:tbl>
          </a:graphicData>
        </a:graphic>
      </p:graphicFrame>
      <p:sp>
        <p:nvSpPr>
          <p:cNvPr id="7" name="TextBox 6">
            <a:extLst>
              <a:ext uri="{FF2B5EF4-FFF2-40B4-BE49-F238E27FC236}">
                <a16:creationId xmlns:a16="http://schemas.microsoft.com/office/drawing/2014/main" id="{45F0520B-093C-F049-B413-B447F0861DE0}"/>
              </a:ext>
            </a:extLst>
          </p:cNvPr>
          <p:cNvSpPr txBox="1"/>
          <p:nvPr/>
        </p:nvSpPr>
        <p:spPr>
          <a:xfrm>
            <a:off x="512495" y="1726686"/>
            <a:ext cx="3975283" cy="523220"/>
          </a:xfrm>
          <a:prstGeom prst="rect">
            <a:avLst/>
          </a:prstGeom>
          <a:noFill/>
        </p:spPr>
        <p:txBody>
          <a:bodyPr wrap="square" rtlCol="0">
            <a:spAutoFit/>
          </a:bodyPr>
          <a:lstStyle/>
          <a:p>
            <a:r>
              <a:rPr lang="en-US" sz="2800" dirty="0"/>
              <a:t>Drug Possession Rates</a:t>
            </a:r>
          </a:p>
        </p:txBody>
      </p:sp>
    </p:spTree>
    <p:extLst>
      <p:ext uri="{BB962C8B-B14F-4D97-AF65-F5344CB8AC3E}">
        <p14:creationId xmlns:p14="http://schemas.microsoft.com/office/powerpoint/2010/main" val="1772652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200BDA-BAE3-FD43-BBD3-2545E03E80D4}"/>
              </a:ext>
            </a:extLst>
          </p:cNvPr>
          <p:cNvSpPr>
            <a:spLocks noGrp="1"/>
          </p:cNvSpPr>
          <p:nvPr>
            <p:ph type="title"/>
          </p:nvPr>
        </p:nvSpPr>
        <p:spPr/>
        <p:txBody>
          <a:bodyPr/>
          <a:lstStyle/>
          <a:p>
            <a:r>
              <a:rPr lang="en-US" sz="3200" dirty="0"/>
              <a:t>Legal Perspectives and Challenges</a:t>
            </a:r>
          </a:p>
        </p:txBody>
      </p:sp>
      <p:graphicFrame>
        <p:nvGraphicFramePr>
          <p:cNvPr id="6" name="Table 5">
            <a:extLst>
              <a:ext uri="{FF2B5EF4-FFF2-40B4-BE49-F238E27FC236}">
                <a16:creationId xmlns:a16="http://schemas.microsoft.com/office/drawing/2014/main" id="{D2CD194B-0AAA-634E-8194-462CA3D108DE}"/>
              </a:ext>
            </a:extLst>
          </p:cNvPr>
          <p:cNvGraphicFramePr>
            <a:graphicFrameLocks noGrp="1"/>
          </p:cNvGraphicFramePr>
          <p:nvPr/>
        </p:nvGraphicFramePr>
        <p:xfrm>
          <a:off x="512496" y="2249906"/>
          <a:ext cx="7389090" cy="3140244"/>
        </p:xfrm>
        <a:graphic>
          <a:graphicData uri="http://schemas.openxmlformats.org/drawingml/2006/table">
            <a:tbl>
              <a:tblPr firstRow="1" bandRow="1">
                <a:tableStyleId>{2D5ABB26-0587-4C30-8999-92F81FD0307C}</a:tableStyleId>
              </a:tblPr>
              <a:tblGrid>
                <a:gridCol w="2463030">
                  <a:extLst>
                    <a:ext uri="{9D8B030D-6E8A-4147-A177-3AD203B41FA5}">
                      <a16:colId xmlns:a16="http://schemas.microsoft.com/office/drawing/2014/main" val="1026844959"/>
                    </a:ext>
                  </a:extLst>
                </a:gridCol>
                <a:gridCol w="2463030">
                  <a:extLst>
                    <a:ext uri="{9D8B030D-6E8A-4147-A177-3AD203B41FA5}">
                      <a16:colId xmlns:a16="http://schemas.microsoft.com/office/drawing/2014/main" val="1107694320"/>
                    </a:ext>
                  </a:extLst>
                </a:gridCol>
                <a:gridCol w="2463030">
                  <a:extLst>
                    <a:ext uri="{9D8B030D-6E8A-4147-A177-3AD203B41FA5}">
                      <a16:colId xmlns:a16="http://schemas.microsoft.com/office/drawing/2014/main" val="801628876"/>
                    </a:ext>
                  </a:extLst>
                </a:gridCol>
              </a:tblGrid>
              <a:tr h="1046748">
                <a:tc>
                  <a:txBody>
                    <a:bodyPr/>
                    <a:lstStyle/>
                    <a:p>
                      <a:endParaRPr lang="en-US" sz="2400" dirty="0"/>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Black</a:t>
                      </a:r>
                    </a:p>
                    <a:p>
                      <a:pPr algn="ctr"/>
                      <a:r>
                        <a:rPr lang="en-US" sz="2400" b="1" dirty="0"/>
                        <a:t>(25% of Pop.)</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r>
                        <a:rPr lang="en-US" sz="2400" b="1" dirty="0"/>
                        <a:t>White</a:t>
                      </a:r>
                    </a:p>
                    <a:p>
                      <a:pPr algn="ctr"/>
                      <a:r>
                        <a:rPr lang="en-US" sz="2400" b="1" dirty="0"/>
                        <a:t>(75% of Pop.)</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498653859"/>
                  </a:ext>
                </a:extLst>
              </a:tr>
              <a:tr h="1046748">
                <a:tc>
                  <a:txBody>
                    <a:bodyPr/>
                    <a:lstStyle/>
                    <a:p>
                      <a:pPr algn="r"/>
                      <a:r>
                        <a:rPr lang="en-US" sz="2400" b="1" dirty="0"/>
                        <a:t>Baseball Cap</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BD8FF"/>
                    </a:solidFill>
                  </a:tcPr>
                </a:tc>
                <a:tc>
                  <a:txBody>
                    <a:bodyPr/>
                    <a:lstStyle/>
                    <a:p>
                      <a:pPr algn="ctr"/>
                      <a:r>
                        <a:rPr lang="en-US" sz="2400" dirty="0"/>
                        <a:t>0%</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BD8FF"/>
                    </a:solidFill>
                  </a:tcPr>
                </a:tc>
                <a:tc>
                  <a:txBody>
                    <a:bodyPr/>
                    <a:lstStyle/>
                    <a:p>
                      <a:pPr algn="ctr"/>
                      <a:r>
                        <a:rPr lang="en-US" sz="2400" dirty="0"/>
                        <a:t>100%</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BD8FF"/>
                    </a:solidFill>
                  </a:tcPr>
                </a:tc>
                <a:extLst>
                  <a:ext uri="{0D108BD9-81ED-4DB2-BD59-A6C34878D82A}">
                    <a16:rowId xmlns:a16="http://schemas.microsoft.com/office/drawing/2014/main" val="1552049613"/>
                  </a:ext>
                </a:extLst>
              </a:tr>
              <a:tr h="1046748">
                <a:tc>
                  <a:txBody>
                    <a:bodyPr/>
                    <a:lstStyle/>
                    <a:p>
                      <a:pPr algn="r"/>
                      <a:r>
                        <a:rPr lang="en-US" sz="2400" b="1" dirty="0"/>
                        <a:t>No Cap</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r>
                        <a:rPr lang="en-US" sz="2400" dirty="0"/>
                        <a:t>2%</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2505907"/>
                  </a:ext>
                </a:extLst>
              </a:tr>
            </a:tbl>
          </a:graphicData>
        </a:graphic>
      </p:graphicFrame>
      <p:sp>
        <p:nvSpPr>
          <p:cNvPr id="7" name="TextBox 6">
            <a:extLst>
              <a:ext uri="{FF2B5EF4-FFF2-40B4-BE49-F238E27FC236}">
                <a16:creationId xmlns:a16="http://schemas.microsoft.com/office/drawing/2014/main" id="{45F0520B-093C-F049-B413-B447F0861DE0}"/>
              </a:ext>
            </a:extLst>
          </p:cNvPr>
          <p:cNvSpPr txBox="1"/>
          <p:nvPr/>
        </p:nvSpPr>
        <p:spPr>
          <a:xfrm>
            <a:off x="512495" y="1726686"/>
            <a:ext cx="3975283" cy="523220"/>
          </a:xfrm>
          <a:prstGeom prst="rect">
            <a:avLst/>
          </a:prstGeom>
          <a:noFill/>
        </p:spPr>
        <p:txBody>
          <a:bodyPr wrap="square" rtlCol="0">
            <a:spAutoFit/>
          </a:bodyPr>
          <a:lstStyle/>
          <a:p>
            <a:r>
              <a:rPr lang="en-US" sz="2800" dirty="0"/>
              <a:t>Drug Possession Rates</a:t>
            </a:r>
          </a:p>
        </p:txBody>
      </p:sp>
      <p:sp>
        <p:nvSpPr>
          <p:cNvPr id="2" name="TextBox 1">
            <a:extLst>
              <a:ext uri="{FF2B5EF4-FFF2-40B4-BE49-F238E27FC236}">
                <a16:creationId xmlns:a16="http://schemas.microsoft.com/office/drawing/2014/main" id="{C943DEE3-018F-6848-86C6-3F456F8E507F}"/>
              </a:ext>
            </a:extLst>
          </p:cNvPr>
          <p:cNvSpPr txBox="1"/>
          <p:nvPr/>
        </p:nvSpPr>
        <p:spPr>
          <a:xfrm>
            <a:off x="8123257" y="2274838"/>
            <a:ext cx="4068743" cy="2308324"/>
          </a:xfrm>
          <a:prstGeom prst="rect">
            <a:avLst/>
          </a:prstGeom>
          <a:noFill/>
        </p:spPr>
        <p:txBody>
          <a:bodyPr wrap="none" rtlCol="0">
            <a:spAutoFit/>
          </a:bodyPr>
          <a:lstStyle/>
          <a:p>
            <a:r>
              <a:rPr lang="en-US" sz="2400" b="1" dirty="0"/>
              <a:t>Race-Blind Policy:</a:t>
            </a:r>
            <a:br>
              <a:rPr lang="en-US" sz="2400" dirty="0"/>
            </a:br>
            <a:endParaRPr lang="en-US" sz="2400" dirty="0"/>
          </a:p>
          <a:p>
            <a:pPr marL="285750" indent="-285750">
              <a:buFont typeface="Arial" panose="020B0604020202020204" pitchFamily="34" charset="0"/>
              <a:buChar char="•"/>
            </a:pPr>
            <a:r>
              <a:rPr lang="en-US" sz="2400" dirty="0"/>
              <a:t>75% Precision</a:t>
            </a:r>
            <a:br>
              <a:rPr lang="en-US" sz="2400" dirty="0"/>
            </a:br>
            <a:endParaRPr lang="en-US" sz="2400" dirty="0"/>
          </a:p>
          <a:p>
            <a:pPr marL="285750" indent="-285750">
              <a:buFont typeface="Arial" panose="020B0604020202020204" pitchFamily="34" charset="0"/>
              <a:buChar char="•"/>
            </a:pPr>
            <a:r>
              <a:rPr lang="en-US" sz="2400" dirty="0"/>
              <a:t>Many Needless Searches </a:t>
            </a:r>
            <a:br>
              <a:rPr lang="en-US" sz="2400" dirty="0"/>
            </a:br>
            <a:r>
              <a:rPr lang="en-US" sz="2400" dirty="0"/>
              <a:t>of Minorities</a:t>
            </a:r>
          </a:p>
        </p:txBody>
      </p:sp>
    </p:spTree>
    <p:extLst>
      <p:ext uri="{BB962C8B-B14F-4D97-AF65-F5344CB8AC3E}">
        <p14:creationId xmlns:p14="http://schemas.microsoft.com/office/powerpoint/2010/main" val="3984557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200BDA-BAE3-FD43-BBD3-2545E03E80D4}"/>
              </a:ext>
            </a:extLst>
          </p:cNvPr>
          <p:cNvSpPr>
            <a:spLocks noGrp="1"/>
          </p:cNvSpPr>
          <p:nvPr>
            <p:ph type="title"/>
          </p:nvPr>
        </p:nvSpPr>
        <p:spPr/>
        <p:txBody>
          <a:bodyPr/>
          <a:lstStyle/>
          <a:p>
            <a:r>
              <a:rPr lang="en-US" sz="3200" dirty="0"/>
              <a:t>Legal Perspectives and Challenges</a:t>
            </a:r>
          </a:p>
        </p:txBody>
      </p:sp>
      <p:graphicFrame>
        <p:nvGraphicFramePr>
          <p:cNvPr id="6" name="Table 5">
            <a:extLst>
              <a:ext uri="{FF2B5EF4-FFF2-40B4-BE49-F238E27FC236}">
                <a16:creationId xmlns:a16="http://schemas.microsoft.com/office/drawing/2014/main" id="{D2CD194B-0AAA-634E-8194-462CA3D108DE}"/>
              </a:ext>
            </a:extLst>
          </p:cNvPr>
          <p:cNvGraphicFramePr>
            <a:graphicFrameLocks noGrp="1"/>
          </p:cNvGraphicFramePr>
          <p:nvPr/>
        </p:nvGraphicFramePr>
        <p:xfrm>
          <a:off x="512496" y="2249906"/>
          <a:ext cx="7389090" cy="3140244"/>
        </p:xfrm>
        <a:graphic>
          <a:graphicData uri="http://schemas.openxmlformats.org/drawingml/2006/table">
            <a:tbl>
              <a:tblPr firstRow="1" bandRow="1">
                <a:tableStyleId>{2D5ABB26-0587-4C30-8999-92F81FD0307C}</a:tableStyleId>
              </a:tblPr>
              <a:tblGrid>
                <a:gridCol w="2463030">
                  <a:extLst>
                    <a:ext uri="{9D8B030D-6E8A-4147-A177-3AD203B41FA5}">
                      <a16:colId xmlns:a16="http://schemas.microsoft.com/office/drawing/2014/main" val="1026844959"/>
                    </a:ext>
                  </a:extLst>
                </a:gridCol>
                <a:gridCol w="2463030">
                  <a:extLst>
                    <a:ext uri="{9D8B030D-6E8A-4147-A177-3AD203B41FA5}">
                      <a16:colId xmlns:a16="http://schemas.microsoft.com/office/drawing/2014/main" val="1107694320"/>
                    </a:ext>
                  </a:extLst>
                </a:gridCol>
                <a:gridCol w="2463030">
                  <a:extLst>
                    <a:ext uri="{9D8B030D-6E8A-4147-A177-3AD203B41FA5}">
                      <a16:colId xmlns:a16="http://schemas.microsoft.com/office/drawing/2014/main" val="801628876"/>
                    </a:ext>
                  </a:extLst>
                </a:gridCol>
              </a:tblGrid>
              <a:tr h="1046748">
                <a:tc>
                  <a:txBody>
                    <a:bodyPr/>
                    <a:lstStyle/>
                    <a:p>
                      <a:endParaRPr lang="en-US" sz="2400" dirty="0"/>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b="1" dirty="0"/>
                        <a:t>Black</a:t>
                      </a:r>
                    </a:p>
                    <a:p>
                      <a:pPr algn="ctr"/>
                      <a:r>
                        <a:rPr lang="en-US" sz="2400" b="1" dirty="0"/>
                        <a:t>(25% of Pop.)</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r>
                        <a:rPr lang="en-US" sz="2400" b="1" dirty="0"/>
                        <a:t>White</a:t>
                      </a:r>
                    </a:p>
                    <a:p>
                      <a:pPr algn="ctr"/>
                      <a:r>
                        <a:rPr lang="en-US" sz="2400" b="1" dirty="0"/>
                        <a:t>(75% of Pop.)</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BD8FF"/>
                    </a:solidFill>
                  </a:tcPr>
                </a:tc>
                <a:extLst>
                  <a:ext uri="{0D108BD9-81ED-4DB2-BD59-A6C34878D82A}">
                    <a16:rowId xmlns:a16="http://schemas.microsoft.com/office/drawing/2014/main" val="498653859"/>
                  </a:ext>
                </a:extLst>
              </a:tr>
              <a:tr h="1046748">
                <a:tc>
                  <a:txBody>
                    <a:bodyPr/>
                    <a:lstStyle/>
                    <a:p>
                      <a:pPr algn="r"/>
                      <a:r>
                        <a:rPr lang="en-US" sz="2400" b="1" dirty="0"/>
                        <a:t>Baseball Cap</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BD8FF"/>
                    </a:solidFill>
                  </a:tcPr>
                </a:tc>
                <a:tc>
                  <a:txBody>
                    <a:bodyPr/>
                    <a:lstStyle/>
                    <a:p>
                      <a:pPr algn="ctr"/>
                      <a:r>
                        <a:rPr lang="en-US" sz="2400" dirty="0"/>
                        <a:t>0%</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dirty="0"/>
                        <a:t>100%</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BD8FF"/>
                    </a:solidFill>
                  </a:tcPr>
                </a:tc>
                <a:extLst>
                  <a:ext uri="{0D108BD9-81ED-4DB2-BD59-A6C34878D82A}">
                    <a16:rowId xmlns:a16="http://schemas.microsoft.com/office/drawing/2014/main" val="1552049613"/>
                  </a:ext>
                </a:extLst>
              </a:tr>
              <a:tr h="1046748">
                <a:tc>
                  <a:txBody>
                    <a:bodyPr/>
                    <a:lstStyle/>
                    <a:p>
                      <a:pPr algn="r"/>
                      <a:r>
                        <a:rPr lang="en-US" sz="2400" b="1" dirty="0"/>
                        <a:t>No Cap</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r>
                        <a:rPr lang="en-US" sz="2400" dirty="0"/>
                        <a:t>2%</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a:t>
                      </a:r>
                    </a:p>
                  </a:txBody>
                  <a:tcPr marL="83127" marR="831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2505907"/>
                  </a:ext>
                </a:extLst>
              </a:tr>
            </a:tbl>
          </a:graphicData>
        </a:graphic>
      </p:graphicFrame>
      <p:sp>
        <p:nvSpPr>
          <p:cNvPr id="7" name="TextBox 6">
            <a:extLst>
              <a:ext uri="{FF2B5EF4-FFF2-40B4-BE49-F238E27FC236}">
                <a16:creationId xmlns:a16="http://schemas.microsoft.com/office/drawing/2014/main" id="{45F0520B-093C-F049-B413-B447F0861DE0}"/>
              </a:ext>
            </a:extLst>
          </p:cNvPr>
          <p:cNvSpPr txBox="1"/>
          <p:nvPr/>
        </p:nvSpPr>
        <p:spPr>
          <a:xfrm>
            <a:off x="512495" y="1726686"/>
            <a:ext cx="3975283" cy="523220"/>
          </a:xfrm>
          <a:prstGeom prst="rect">
            <a:avLst/>
          </a:prstGeom>
          <a:noFill/>
        </p:spPr>
        <p:txBody>
          <a:bodyPr wrap="square" rtlCol="0">
            <a:spAutoFit/>
          </a:bodyPr>
          <a:lstStyle/>
          <a:p>
            <a:r>
              <a:rPr lang="en-US" sz="2800" dirty="0"/>
              <a:t>Drug Possession Rates</a:t>
            </a:r>
          </a:p>
        </p:txBody>
      </p:sp>
      <p:sp>
        <p:nvSpPr>
          <p:cNvPr id="2" name="TextBox 1">
            <a:extLst>
              <a:ext uri="{FF2B5EF4-FFF2-40B4-BE49-F238E27FC236}">
                <a16:creationId xmlns:a16="http://schemas.microsoft.com/office/drawing/2014/main" id="{C943DEE3-018F-6848-86C6-3F456F8E507F}"/>
              </a:ext>
            </a:extLst>
          </p:cNvPr>
          <p:cNvSpPr txBox="1"/>
          <p:nvPr/>
        </p:nvSpPr>
        <p:spPr>
          <a:xfrm>
            <a:off x="8123257" y="2274838"/>
            <a:ext cx="3709670" cy="2308324"/>
          </a:xfrm>
          <a:prstGeom prst="rect">
            <a:avLst/>
          </a:prstGeom>
          <a:noFill/>
        </p:spPr>
        <p:txBody>
          <a:bodyPr wrap="none" rtlCol="0">
            <a:spAutoFit/>
          </a:bodyPr>
          <a:lstStyle/>
          <a:p>
            <a:r>
              <a:rPr lang="en-US" sz="2400" b="1" dirty="0"/>
              <a:t>Race-Aware Policy:</a:t>
            </a:r>
            <a:br>
              <a:rPr lang="en-US" sz="2400" dirty="0"/>
            </a:br>
            <a:endParaRPr lang="en-US" sz="2400" dirty="0"/>
          </a:p>
          <a:p>
            <a:pPr marL="285750" indent="-285750">
              <a:buFont typeface="Arial" panose="020B0604020202020204" pitchFamily="34" charset="0"/>
              <a:buChar char="•"/>
            </a:pPr>
            <a:r>
              <a:rPr lang="en-US" sz="2400" dirty="0"/>
              <a:t>100% Precision</a:t>
            </a:r>
            <a:br>
              <a:rPr lang="en-US" sz="2400" dirty="0"/>
            </a:br>
            <a:endParaRPr lang="en-US" sz="2400" dirty="0"/>
          </a:p>
          <a:p>
            <a:pPr marL="285750" indent="-285750">
              <a:buFont typeface="Arial" panose="020B0604020202020204" pitchFamily="34" charset="0"/>
              <a:buChar char="•"/>
            </a:pPr>
            <a:r>
              <a:rPr lang="en-US" sz="2400" dirty="0"/>
              <a:t>No Needless Searches </a:t>
            </a:r>
            <a:br>
              <a:rPr lang="en-US" sz="2400" dirty="0"/>
            </a:br>
            <a:r>
              <a:rPr lang="en-US" sz="2400" dirty="0"/>
              <a:t>of Minorities</a:t>
            </a:r>
          </a:p>
        </p:txBody>
      </p:sp>
    </p:spTree>
    <p:extLst>
      <p:ext uri="{BB962C8B-B14F-4D97-AF65-F5344CB8AC3E}">
        <p14:creationId xmlns:p14="http://schemas.microsoft.com/office/powerpoint/2010/main" val="32129703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200BDA-BAE3-FD43-BBD3-2545E03E80D4}"/>
              </a:ext>
            </a:extLst>
          </p:cNvPr>
          <p:cNvSpPr>
            <a:spLocks noGrp="1"/>
          </p:cNvSpPr>
          <p:nvPr>
            <p:ph type="title"/>
          </p:nvPr>
        </p:nvSpPr>
        <p:spPr/>
        <p:txBody>
          <a:bodyPr/>
          <a:lstStyle/>
          <a:p>
            <a:r>
              <a:rPr lang="en-US" sz="3200" dirty="0"/>
              <a:t>Legal Perspectives and Challenges</a:t>
            </a:r>
          </a:p>
        </p:txBody>
      </p:sp>
      <p:sp>
        <p:nvSpPr>
          <p:cNvPr id="2" name="Content Placeholder 1">
            <a:extLst>
              <a:ext uri="{FF2B5EF4-FFF2-40B4-BE49-F238E27FC236}">
                <a16:creationId xmlns:a16="http://schemas.microsoft.com/office/drawing/2014/main" id="{FCD5CB3E-2BFC-CF4B-BC01-6E59BE146F2A}"/>
              </a:ext>
            </a:extLst>
          </p:cNvPr>
          <p:cNvSpPr>
            <a:spLocks noGrp="1"/>
          </p:cNvSpPr>
          <p:nvPr>
            <p:ph type="body" idx="1"/>
          </p:nvPr>
        </p:nvSpPr>
        <p:spPr>
          <a:xfrm>
            <a:off x="263897" y="1548665"/>
            <a:ext cx="11664105" cy="4555200"/>
          </a:xfrm>
        </p:spPr>
        <p:txBody>
          <a:bodyPr/>
          <a:lstStyle/>
          <a:p>
            <a:r>
              <a:rPr lang="en-US" sz="3200" dirty="0">
                <a:solidFill>
                  <a:schemeClr val="tx1"/>
                </a:solidFill>
              </a:rPr>
              <a:t>How does Huq suggest modifying our criteria for assessing discrimination in this new context?</a:t>
            </a:r>
          </a:p>
        </p:txBody>
      </p:sp>
    </p:spTree>
    <p:extLst>
      <p:ext uri="{BB962C8B-B14F-4D97-AF65-F5344CB8AC3E}">
        <p14:creationId xmlns:p14="http://schemas.microsoft.com/office/powerpoint/2010/main" val="15908162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200BDA-BAE3-FD43-BBD3-2545E03E80D4}"/>
              </a:ext>
            </a:extLst>
          </p:cNvPr>
          <p:cNvSpPr>
            <a:spLocks noGrp="1"/>
          </p:cNvSpPr>
          <p:nvPr>
            <p:ph type="title"/>
          </p:nvPr>
        </p:nvSpPr>
        <p:spPr/>
        <p:txBody>
          <a:bodyPr/>
          <a:lstStyle/>
          <a:p>
            <a:r>
              <a:rPr lang="en-US" sz="3200" dirty="0"/>
              <a:t>Legal Perspectives and Challenges</a:t>
            </a:r>
          </a:p>
        </p:txBody>
      </p:sp>
      <p:sp>
        <p:nvSpPr>
          <p:cNvPr id="2" name="Content Placeholder 1">
            <a:extLst>
              <a:ext uri="{FF2B5EF4-FFF2-40B4-BE49-F238E27FC236}">
                <a16:creationId xmlns:a16="http://schemas.microsoft.com/office/drawing/2014/main" id="{FCD5CB3E-2BFC-CF4B-BC01-6E59BE146F2A}"/>
              </a:ext>
            </a:extLst>
          </p:cNvPr>
          <p:cNvSpPr>
            <a:spLocks noGrp="1"/>
          </p:cNvSpPr>
          <p:nvPr>
            <p:ph type="body" idx="1"/>
          </p:nvPr>
        </p:nvSpPr>
        <p:spPr/>
        <p:txBody>
          <a:bodyPr/>
          <a:lstStyle/>
          <a:p>
            <a:pPr marL="76200" indent="0">
              <a:buNone/>
            </a:pPr>
            <a:endParaRPr lang="en-US" sz="3200" dirty="0">
              <a:solidFill>
                <a:schemeClr val="tx1"/>
              </a:solidFill>
            </a:endParaRPr>
          </a:p>
          <a:p>
            <a:pPr marL="76200" indent="0">
              <a:buNone/>
            </a:pPr>
            <a:r>
              <a:rPr lang="en-US" sz="3200" i="1" dirty="0">
                <a:solidFill>
                  <a:schemeClr val="tx1"/>
                </a:solidFill>
              </a:rPr>
              <a:t>“Rather than asking about abstract definitions of fairness, a criminal justice algorithm should be evaluated in terms of its long-term, dynamic effects on racial stratification… [and] focus on the net burden thereby placed on the racial minority.”</a:t>
            </a:r>
          </a:p>
          <a:p>
            <a:endParaRPr lang="en-US" sz="3200" dirty="0">
              <a:solidFill>
                <a:schemeClr val="tx1"/>
              </a:solidFill>
            </a:endParaRPr>
          </a:p>
        </p:txBody>
      </p:sp>
    </p:spTree>
    <p:extLst>
      <p:ext uri="{BB962C8B-B14F-4D97-AF65-F5344CB8AC3E}">
        <p14:creationId xmlns:p14="http://schemas.microsoft.com/office/powerpoint/2010/main" val="29403271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200BDA-BAE3-FD43-BBD3-2545E03E80D4}"/>
              </a:ext>
            </a:extLst>
          </p:cNvPr>
          <p:cNvSpPr>
            <a:spLocks noGrp="1"/>
          </p:cNvSpPr>
          <p:nvPr>
            <p:ph type="title"/>
          </p:nvPr>
        </p:nvSpPr>
        <p:spPr/>
        <p:txBody>
          <a:bodyPr/>
          <a:lstStyle/>
          <a:p>
            <a:r>
              <a:rPr lang="en-US" sz="3200" dirty="0"/>
              <a:t>Three Concepts of Fairness in ML</a:t>
            </a:r>
          </a:p>
        </p:txBody>
      </p:sp>
      <p:sp>
        <p:nvSpPr>
          <p:cNvPr id="2" name="Content Placeholder 1">
            <a:extLst>
              <a:ext uri="{FF2B5EF4-FFF2-40B4-BE49-F238E27FC236}">
                <a16:creationId xmlns:a16="http://schemas.microsoft.com/office/drawing/2014/main" id="{FCD5CB3E-2BFC-CF4B-BC01-6E59BE146F2A}"/>
              </a:ext>
            </a:extLst>
          </p:cNvPr>
          <p:cNvSpPr>
            <a:spLocks noGrp="1"/>
          </p:cNvSpPr>
          <p:nvPr>
            <p:ph type="body" idx="1"/>
          </p:nvPr>
        </p:nvSpPr>
        <p:spPr>
          <a:xfrm>
            <a:off x="415600" y="1151400"/>
            <a:ext cx="11360700" cy="5322552"/>
          </a:xfrm>
        </p:spPr>
        <p:txBody>
          <a:bodyPr/>
          <a:lstStyle/>
          <a:p>
            <a:r>
              <a:rPr lang="en-US" sz="3200" dirty="0">
                <a:solidFill>
                  <a:schemeClr val="tx1"/>
                </a:solidFill>
              </a:rPr>
              <a:t>We’ve focused here on the concept of </a:t>
            </a:r>
            <a:r>
              <a:rPr lang="en-US" sz="3200" b="1" dirty="0">
                <a:solidFill>
                  <a:schemeClr val="tx1"/>
                </a:solidFill>
              </a:rPr>
              <a:t>group fairness</a:t>
            </a:r>
            <a:r>
              <a:rPr lang="en-US" sz="3200" dirty="0">
                <a:solidFill>
                  <a:schemeClr val="tx1"/>
                </a:solidFill>
              </a:rPr>
              <a:t> – balancing aggregate metrics across groups</a:t>
            </a:r>
            <a:br>
              <a:rPr lang="en-US" sz="3200" dirty="0">
                <a:solidFill>
                  <a:schemeClr val="tx1"/>
                </a:solidFill>
              </a:rPr>
            </a:br>
            <a:endParaRPr lang="en-US" sz="3200" dirty="0">
              <a:solidFill>
                <a:schemeClr val="tx1"/>
              </a:solidFill>
            </a:endParaRPr>
          </a:p>
          <a:p>
            <a:r>
              <a:rPr lang="en-US" sz="3200" dirty="0">
                <a:solidFill>
                  <a:schemeClr val="tx1"/>
                </a:solidFill>
              </a:rPr>
              <a:t>Some also study the concept of </a:t>
            </a:r>
            <a:r>
              <a:rPr lang="en-US" sz="3200" b="1" dirty="0">
                <a:solidFill>
                  <a:schemeClr val="tx1"/>
                </a:solidFill>
              </a:rPr>
              <a:t>individual fairness</a:t>
            </a:r>
            <a:r>
              <a:rPr lang="en-US" sz="3200" dirty="0">
                <a:solidFill>
                  <a:schemeClr val="tx1"/>
                </a:solidFill>
              </a:rPr>
              <a:t> – that similar individuals should be treated similarly</a:t>
            </a:r>
            <a:br>
              <a:rPr lang="en-US" sz="3200" dirty="0">
                <a:solidFill>
                  <a:schemeClr val="tx1"/>
                </a:solidFill>
              </a:rPr>
            </a:br>
            <a:endParaRPr lang="en-US" sz="3200" dirty="0">
              <a:solidFill>
                <a:schemeClr val="tx1"/>
              </a:solidFill>
            </a:endParaRPr>
          </a:p>
          <a:p>
            <a:r>
              <a:rPr lang="en-US" sz="3200" dirty="0">
                <a:solidFill>
                  <a:schemeClr val="tx1"/>
                </a:solidFill>
              </a:rPr>
              <a:t>An important related line of work concerns </a:t>
            </a:r>
            <a:r>
              <a:rPr lang="en-US" sz="3200" b="1" dirty="0">
                <a:solidFill>
                  <a:schemeClr val="tx1"/>
                </a:solidFill>
              </a:rPr>
              <a:t>counterfactual fairness</a:t>
            </a:r>
            <a:r>
              <a:rPr lang="en-US" sz="3200" dirty="0">
                <a:solidFill>
                  <a:schemeClr val="tx1"/>
                </a:solidFill>
              </a:rPr>
              <a:t> – how would your prediction if you were a member of a different group? </a:t>
            </a:r>
          </a:p>
        </p:txBody>
      </p:sp>
    </p:spTree>
    <p:extLst>
      <p:ext uri="{BB962C8B-B14F-4D97-AF65-F5344CB8AC3E}">
        <p14:creationId xmlns:p14="http://schemas.microsoft.com/office/powerpoint/2010/main" val="24249041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200BDA-BAE3-FD43-BBD3-2545E03E80D4}"/>
              </a:ext>
            </a:extLst>
          </p:cNvPr>
          <p:cNvSpPr>
            <a:spLocks noGrp="1"/>
          </p:cNvSpPr>
          <p:nvPr>
            <p:ph type="title"/>
          </p:nvPr>
        </p:nvSpPr>
        <p:spPr/>
        <p:txBody>
          <a:bodyPr/>
          <a:lstStyle/>
          <a:p>
            <a:r>
              <a:rPr lang="en-US" sz="3200" dirty="0"/>
              <a:t>Practical Challenges with Individual Fairness</a:t>
            </a:r>
          </a:p>
        </p:txBody>
      </p:sp>
      <p:sp>
        <p:nvSpPr>
          <p:cNvPr id="2" name="Content Placeholder 1">
            <a:extLst>
              <a:ext uri="{FF2B5EF4-FFF2-40B4-BE49-F238E27FC236}">
                <a16:creationId xmlns:a16="http://schemas.microsoft.com/office/drawing/2014/main" id="{FCD5CB3E-2BFC-CF4B-BC01-6E59BE146F2A}"/>
              </a:ext>
            </a:extLst>
          </p:cNvPr>
          <p:cNvSpPr>
            <a:spLocks noGrp="1"/>
          </p:cNvSpPr>
          <p:nvPr>
            <p:ph type="body" idx="1"/>
          </p:nvPr>
        </p:nvSpPr>
        <p:spPr>
          <a:xfrm>
            <a:off x="415600" y="1151400"/>
            <a:ext cx="11360700" cy="5346936"/>
          </a:xfrm>
        </p:spPr>
        <p:txBody>
          <a:bodyPr/>
          <a:lstStyle/>
          <a:p>
            <a:r>
              <a:rPr lang="en-US" sz="3200" dirty="0">
                <a:solidFill>
                  <a:schemeClr val="tx1"/>
                </a:solidFill>
              </a:rPr>
              <a:t>How do you measure “similarity”? Over what distance metric and what features?</a:t>
            </a:r>
            <a:br>
              <a:rPr lang="en-US" sz="3200" dirty="0">
                <a:solidFill>
                  <a:schemeClr val="tx1"/>
                </a:solidFill>
              </a:rPr>
            </a:br>
            <a:endParaRPr lang="en-US" sz="3200" dirty="0">
              <a:solidFill>
                <a:schemeClr val="tx1"/>
              </a:solidFill>
            </a:endParaRPr>
          </a:p>
          <a:p>
            <a:r>
              <a:rPr lang="en-US" sz="3200" dirty="0">
                <a:solidFill>
                  <a:schemeClr val="tx1"/>
                </a:solidFill>
              </a:rPr>
              <a:t>Individual fairness doesn’t guarantee group fairness (but also vice-versa)</a:t>
            </a:r>
            <a:br>
              <a:rPr lang="en-US" sz="3200" dirty="0">
                <a:solidFill>
                  <a:schemeClr val="tx1"/>
                </a:solidFill>
              </a:rPr>
            </a:br>
            <a:endParaRPr lang="en-US" sz="3200" dirty="0">
              <a:solidFill>
                <a:schemeClr val="tx1"/>
              </a:solidFill>
            </a:endParaRPr>
          </a:p>
          <a:p>
            <a:r>
              <a:rPr lang="en-US" sz="3200" dirty="0">
                <a:solidFill>
                  <a:schemeClr val="tx1"/>
                </a:solidFill>
              </a:rPr>
              <a:t>In the light of existing or historical discrimination, the protected attribute / group membership might be an important measure of dissimilarity in itself</a:t>
            </a:r>
          </a:p>
        </p:txBody>
      </p:sp>
    </p:spTree>
    <p:extLst>
      <p:ext uri="{BB962C8B-B14F-4D97-AF65-F5344CB8AC3E}">
        <p14:creationId xmlns:p14="http://schemas.microsoft.com/office/powerpoint/2010/main" val="7485194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200BDA-BAE3-FD43-BBD3-2545E03E80D4}"/>
              </a:ext>
            </a:extLst>
          </p:cNvPr>
          <p:cNvSpPr>
            <a:spLocks noGrp="1"/>
          </p:cNvSpPr>
          <p:nvPr>
            <p:ph type="title"/>
          </p:nvPr>
        </p:nvSpPr>
        <p:spPr/>
        <p:txBody>
          <a:bodyPr/>
          <a:lstStyle/>
          <a:p>
            <a:r>
              <a:rPr lang="en-US" sz="3200" dirty="0"/>
              <a:t>Where does this leave us?</a:t>
            </a:r>
          </a:p>
        </p:txBody>
      </p:sp>
      <p:sp>
        <p:nvSpPr>
          <p:cNvPr id="2" name="Content Placeholder 1">
            <a:extLst>
              <a:ext uri="{FF2B5EF4-FFF2-40B4-BE49-F238E27FC236}">
                <a16:creationId xmlns:a16="http://schemas.microsoft.com/office/drawing/2014/main" id="{FCD5CB3E-2BFC-CF4B-BC01-6E59BE146F2A}"/>
              </a:ext>
            </a:extLst>
          </p:cNvPr>
          <p:cNvSpPr>
            <a:spLocks noGrp="1"/>
          </p:cNvSpPr>
          <p:nvPr>
            <p:ph type="body" idx="1"/>
          </p:nvPr>
        </p:nvSpPr>
        <p:spPr>
          <a:xfrm>
            <a:off x="415600" y="1151399"/>
            <a:ext cx="11360700" cy="5285495"/>
          </a:xfrm>
        </p:spPr>
        <p:txBody>
          <a:bodyPr/>
          <a:lstStyle/>
          <a:p>
            <a:pPr marL="76200" indent="0">
              <a:buNone/>
            </a:pPr>
            <a:r>
              <a:rPr lang="en-US" sz="3200" dirty="0">
                <a:solidFill>
                  <a:schemeClr val="tx1"/>
                </a:solidFill>
              </a:rPr>
              <a:t>What can we do to understand bias and improve fairness of our systems?</a:t>
            </a:r>
          </a:p>
          <a:p>
            <a:r>
              <a:rPr lang="en-US" sz="3200" dirty="0">
                <a:solidFill>
                  <a:schemeClr val="tx1"/>
                </a:solidFill>
              </a:rPr>
              <a:t>Bias and equity audits</a:t>
            </a:r>
          </a:p>
          <a:p>
            <a:r>
              <a:rPr lang="en-US" sz="3200" dirty="0">
                <a:solidFill>
                  <a:schemeClr val="tx1"/>
                </a:solidFill>
              </a:rPr>
              <a:t>Try to fix the input data</a:t>
            </a:r>
          </a:p>
          <a:p>
            <a:r>
              <a:rPr lang="en-US" sz="3200" dirty="0">
                <a:solidFill>
                  <a:schemeClr val="tx1"/>
                </a:solidFill>
              </a:rPr>
              <a:t>Optimize for fairness in model training</a:t>
            </a:r>
          </a:p>
          <a:p>
            <a:r>
              <a:rPr lang="en-US" sz="3200" dirty="0">
                <a:solidFill>
                  <a:schemeClr val="tx1"/>
                </a:solidFill>
              </a:rPr>
              <a:t>Choose fair models during model selection</a:t>
            </a:r>
          </a:p>
          <a:p>
            <a:r>
              <a:rPr lang="en-US" sz="3200" dirty="0">
                <a:solidFill>
                  <a:schemeClr val="tx1"/>
                </a:solidFill>
              </a:rPr>
              <a:t>Post-hoc adjustments to de-bias model scores</a:t>
            </a:r>
          </a:p>
          <a:p>
            <a:r>
              <a:rPr lang="en-US" sz="3200" dirty="0">
                <a:solidFill>
                  <a:schemeClr val="tx1"/>
                </a:solidFill>
              </a:rPr>
              <a:t>Measure relative effectiveness of interventions across groups and develop better-tailored interventions</a:t>
            </a:r>
          </a:p>
        </p:txBody>
      </p:sp>
    </p:spTree>
    <p:extLst>
      <p:ext uri="{BB962C8B-B14F-4D97-AF65-F5344CB8AC3E}">
        <p14:creationId xmlns:p14="http://schemas.microsoft.com/office/powerpoint/2010/main" val="570762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1">
            <a:extLst>
              <a:ext uri="{FF2B5EF4-FFF2-40B4-BE49-F238E27FC236}">
                <a16:creationId xmlns:a16="http://schemas.microsoft.com/office/drawing/2014/main" id="{65AEB1E1-9B23-EF48-B549-ED51B522A37F}"/>
              </a:ext>
            </a:extLst>
          </p:cNvPr>
          <p:cNvSpPr>
            <a:spLocks noGrp="1"/>
          </p:cNvSpPr>
          <p:nvPr>
            <p:ph type="body" idx="1"/>
          </p:nvPr>
        </p:nvSpPr>
        <p:spPr>
          <a:xfrm>
            <a:off x="415600" y="1151400"/>
            <a:ext cx="11360700" cy="4555200"/>
          </a:xfrm>
        </p:spPr>
        <p:txBody>
          <a:bodyPr/>
          <a:lstStyle/>
          <a:p>
            <a:pPr marL="76200" indent="0" fontAlgn="base">
              <a:buNone/>
            </a:pPr>
            <a:endParaRPr lang="en-US" sz="3600" dirty="0"/>
          </a:p>
          <a:p>
            <a:pPr marL="76200" indent="0" fontAlgn="base">
              <a:buNone/>
            </a:pPr>
            <a:endParaRPr lang="en-US" sz="3600" dirty="0"/>
          </a:p>
          <a:p>
            <a:pPr marL="76200" indent="0" algn="ctr" fontAlgn="base">
              <a:buNone/>
            </a:pPr>
            <a:r>
              <a:rPr lang="en-US" sz="4800" dirty="0"/>
              <a:t>Post-Processing</a:t>
            </a:r>
          </a:p>
          <a:p>
            <a:pPr marL="76200" indent="0" algn="ctr" fontAlgn="base">
              <a:buNone/>
            </a:pPr>
            <a:r>
              <a:rPr lang="en-US" sz="4800" dirty="0"/>
              <a:t>Case Study</a:t>
            </a:r>
            <a:endParaRPr lang="en-US" sz="4000" dirty="0"/>
          </a:p>
        </p:txBody>
      </p:sp>
    </p:spTree>
    <p:extLst>
      <p:ext uri="{BB962C8B-B14F-4D97-AF65-F5344CB8AC3E}">
        <p14:creationId xmlns:p14="http://schemas.microsoft.com/office/powerpoint/2010/main" val="36865961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225"/>
        <p:cNvGrpSpPr/>
        <p:nvPr/>
      </p:nvGrpSpPr>
      <p:grpSpPr>
        <a:xfrm>
          <a:off x="0" y="0"/>
          <a:ext cx="0" cy="0"/>
          <a:chOff x="0" y="0"/>
          <a:chExt cx="0" cy="0"/>
        </a:xfrm>
      </p:grpSpPr>
      <p:sp>
        <p:nvSpPr>
          <p:cNvPr id="1226" name="Google Shape;1226;p142"/>
          <p:cNvSpPr txBox="1">
            <a:spLocks noGrp="1"/>
          </p:cNvSpPr>
          <p:nvPr>
            <p:ph type="title"/>
          </p:nvPr>
        </p:nvSpPr>
        <p:spPr>
          <a:prstGeom prst="rect">
            <a:avLst/>
          </a:prstGeom>
        </p:spPr>
        <p:txBody>
          <a:bodyPr spcFirstLastPara="1" wrap="square" lIns="121900" tIns="121900" rIns="121900" bIns="121900" anchor="ctr" anchorCtr="0">
            <a:noAutofit/>
          </a:bodyPr>
          <a:lstStyle/>
          <a:p>
            <a:r>
              <a:rPr lang="en" sz="3200" dirty="0"/>
              <a:t>Case Study: Post-hoc Adjustments and Policy Goals</a:t>
            </a:r>
            <a:endParaRPr sz="3200" dirty="0"/>
          </a:p>
        </p:txBody>
      </p:sp>
      <p:pic>
        <p:nvPicPr>
          <p:cNvPr id="2" name="Picture 1">
            <a:extLst>
              <a:ext uri="{FF2B5EF4-FFF2-40B4-BE49-F238E27FC236}">
                <a16:creationId xmlns:a16="http://schemas.microsoft.com/office/drawing/2014/main" id="{9E2CC96A-F5D7-434A-891B-EB95E30BD409}"/>
              </a:ext>
            </a:extLst>
          </p:cNvPr>
          <p:cNvPicPr>
            <a:picLocks noChangeAspect="1"/>
          </p:cNvPicPr>
          <p:nvPr/>
        </p:nvPicPr>
        <p:blipFill>
          <a:blip r:embed="rId3"/>
          <a:stretch>
            <a:fillRect/>
          </a:stretch>
        </p:blipFill>
        <p:spPr>
          <a:xfrm>
            <a:off x="10228729" y="4894729"/>
            <a:ext cx="1963271" cy="1963271"/>
          </a:xfrm>
          <a:prstGeom prst="rect">
            <a:avLst/>
          </a:prstGeom>
        </p:spPr>
      </p:pic>
      <p:sp>
        <p:nvSpPr>
          <p:cNvPr id="14" name="Google Shape;63;p9">
            <a:extLst>
              <a:ext uri="{FF2B5EF4-FFF2-40B4-BE49-F238E27FC236}">
                <a16:creationId xmlns:a16="http://schemas.microsoft.com/office/drawing/2014/main" id="{101348C2-B86F-FD43-A555-E138761C408A}"/>
              </a:ext>
            </a:extLst>
          </p:cNvPr>
          <p:cNvSpPr/>
          <p:nvPr/>
        </p:nvSpPr>
        <p:spPr>
          <a:xfrm>
            <a:off x="1382184" y="2163433"/>
            <a:ext cx="2036000" cy="1173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1867">
                <a:latin typeface="Century Gothic"/>
                <a:ea typeface="Century Gothic"/>
                <a:cs typeface="Century Gothic"/>
                <a:sym typeface="Century Gothic"/>
              </a:rPr>
              <a:t>UNMET</a:t>
            </a:r>
            <a:endParaRPr sz="1867">
              <a:latin typeface="Century Gothic"/>
              <a:ea typeface="Century Gothic"/>
              <a:cs typeface="Century Gothic"/>
              <a:sym typeface="Century Gothic"/>
            </a:endParaRPr>
          </a:p>
          <a:p>
            <a:pPr algn="ctr"/>
            <a:r>
              <a:rPr lang="en" sz="1867">
                <a:latin typeface="Century Gothic"/>
                <a:ea typeface="Century Gothic"/>
                <a:cs typeface="Century Gothic"/>
                <a:sym typeface="Century Gothic"/>
              </a:rPr>
              <a:t>NEEDS</a:t>
            </a:r>
            <a:endParaRPr sz="1867">
              <a:latin typeface="Century Gothic"/>
              <a:ea typeface="Century Gothic"/>
              <a:cs typeface="Century Gothic"/>
              <a:sym typeface="Century Gothic"/>
            </a:endParaRPr>
          </a:p>
        </p:txBody>
      </p:sp>
      <p:sp>
        <p:nvSpPr>
          <p:cNvPr id="15" name="Google Shape;64;p9">
            <a:extLst>
              <a:ext uri="{FF2B5EF4-FFF2-40B4-BE49-F238E27FC236}">
                <a16:creationId xmlns:a16="http://schemas.microsoft.com/office/drawing/2014/main" id="{90B171BF-4614-864D-AD83-2EAB6E0F4918}"/>
              </a:ext>
            </a:extLst>
          </p:cNvPr>
          <p:cNvSpPr/>
          <p:nvPr/>
        </p:nvSpPr>
        <p:spPr>
          <a:xfrm>
            <a:off x="5078000" y="2163433"/>
            <a:ext cx="2036000" cy="1173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1867">
                <a:latin typeface="Century Gothic"/>
                <a:ea typeface="Century Gothic"/>
                <a:cs typeface="Century Gothic"/>
                <a:sym typeface="Century Gothic"/>
              </a:rPr>
              <a:t>MISDEMEANOR</a:t>
            </a:r>
            <a:endParaRPr sz="1867">
              <a:latin typeface="Century Gothic"/>
              <a:ea typeface="Century Gothic"/>
              <a:cs typeface="Century Gothic"/>
              <a:sym typeface="Century Gothic"/>
            </a:endParaRPr>
          </a:p>
          <a:p>
            <a:pPr algn="ctr"/>
            <a:r>
              <a:rPr lang="en" sz="1867">
                <a:latin typeface="Century Gothic"/>
                <a:ea typeface="Century Gothic"/>
                <a:cs typeface="Century Gothic"/>
                <a:sym typeface="Century Gothic"/>
              </a:rPr>
              <a:t>ARREST</a:t>
            </a:r>
            <a:endParaRPr sz="1867">
              <a:latin typeface="Century Gothic"/>
              <a:ea typeface="Century Gothic"/>
              <a:cs typeface="Century Gothic"/>
              <a:sym typeface="Century Gothic"/>
            </a:endParaRPr>
          </a:p>
        </p:txBody>
      </p:sp>
      <p:sp>
        <p:nvSpPr>
          <p:cNvPr id="16" name="Google Shape;65;p9">
            <a:extLst>
              <a:ext uri="{FF2B5EF4-FFF2-40B4-BE49-F238E27FC236}">
                <a16:creationId xmlns:a16="http://schemas.microsoft.com/office/drawing/2014/main" id="{DF55D5B7-716B-6D45-B6C9-4C3F3598882F}"/>
              </a:ext>
            </a:extLst>
          </p:cNvPr>
          <p:cNvSpPr/>
          <p:nvPr/>
        </p:nvSpPr>
        <p:spPr>
          <a:xfrm>
            <a:off x="8773817" y="2163433"/>
            <a:ext cx="2036000" cy="1173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1867">
                <a:latin typeface="Century Gothic"/>
                <a:ea typeface="Century Gothic"/>
                <a:cs typeface="Century Gothic"/>
                <a:sym typeface="Century Gothic"/>
              </a:rPr>
              <a:t>JAIL</a:t>
            </a:r>
            <a:endParaRPr sz="1867">
              <a:latin typeface="Century Gothic"/>
              <a:ea typeface="Century Gothic"/>
              <a:cs typeface="Century Gothic"/>
              <a:sym typeface="Century Gothic"/>
            </a:endParaRPr>
          </a:p>
        </p:txBody>
      </p:sp>
      <p:cxnSp>
        <p:nvCxnSpPr>
          <p:cNvPr id="17" name="Google Shape;66;p9">
            <a:extLst>
              <a:ext uri="{FF2B5EF4-FFF2-40B4-BE49-F238E27FC236}">
                <a16:creationId xmlns:a16="http://schemas.microsoft.com/office/drawing/2014/main" id="{D7190CA9-3CAA-9C48-9722-3EA125A638DD}"/>
              </a:ext>
            </a:extLst>
          </p:cNvPr>
          <p:cNvCxnSpPr>
            <a:stCxn id="14" idx="3"/>
            <a:endCxn id="15" idx="1"/>
          </p:cNvCxnSpPr>
          <p:nvPr/>
        </p:nvCxnSpPr>
        <p:spPr>
          <a:xfrm>
            <a:off x="3418184" y="2750233"/>
            <a:ext cx="1660000" cy="0"/>
          </a:xfrm>
          <a:prstGeom prst="straightConnector1">
            <a:avLst/>
          </a:prstGeom>
          <a:noFill/>
          <a:ln w="38100" cap="flat" cmpd="sng">
            <a:solidFill>
              <a:srgbClr val="000000"/>
            </a:solidFill>
            <a:prstDash val="solid"/>
            <a:round/>
            <a:headEnd type="none" w="med" len="med"/>
            <a:tailEnd type="triangle" w="med" len="med"/>
          </a:ln>
        </p:spPr>
      </p:cxnSp>
      <p:cxnSp>
        <p:nvCxnSpPr>
          <p:cNvPr id="18" name="Google Shape;67;p9">
            <a:extLst>
              <a:ext uri="{FF2B5EF4-FFF2-40B4-BE49-F238E27FC236}">
                <a16:creationId xmlns:a16="http://schemas.microsoft.com/office/drawing/2014/main" id="{A5B35F6F-F55D-834A-B034-67596A21B238}"/>
              </a:ext>
            </a:extLst>
          </p:cNvPr>
          <p:cNvCxnSpPr>
            <a:stCxn id="15" idx="3"/>
            <a:endCxn id="16" idx="1"/>
          </p:cNvCxnSpPr>
          <p:nvPr/>
        </p:nvCxnSpPr>
        <p:spPr>
          <a:xfrm>
            <a:off x="7114000" y="2750233"/>
            <a:ext cx="1660000" cy="0"/>
          </a:xfrm>
          <a:prstGeom prst="straightConnector1">
            <a:avLst/>
          </a:prstGeom>
          <a:noFill/>
          <a:ln w="38100" cap="flat" cmpd="sng">
            <a:solidFill>
              <a:srgbClr val="000000"/>
            </a:solidFill>
            <a:prstDash val="solid"/>
            <a:round/>
            <a:headEnd type="none" w="med" len="med"/>
            <a:tailEnd type="triangle" w="med" len="med"/>
          </a:ln>
        </p:spPr>
      </p:cxnSp>
      <p:cxnSp>
        <p:nvCxnSpPr>
          <p:cNvPr id="19" name="Google Shape;68;p9">
            <a:extLst>
              <a:ext uri="{FF2B5EF4-FFF2-40B4-BE49-F238E27FC236}">
                <a16:creationId xmlns:a16="http://schemas.microsoft.com/office/drawing/2014/main" id="{02B36974-2DB9-264F-A114-77788DBC9A3A}"/>
              </a:ext>
            </a:extLst>
          </p:cNvPr>
          <p:cNvCxnSpPr>
            <a:stCxn id="16" idx="2"/>
            <a:endCxn id="14" idx="2"/>
          </p:cNvCxnSpPr>
          <p:nvPr/>
        </p:nvCxnSpPr>
        <p:spPr>
          <a:xfrm rot="5400000">
            <a:off x="6095617" y="-358367"/>
            <a:ext cx="800" cy="7391600"/>
          </a:xfrm>
          <a:prstGeom prst="curvedConnector3">
            <a:avLst>
              <a:gd name="adj1" fmla="val 174991667"/>
            </a:avLst>
          </a:prstGeom>
          <a:noFill/>
          <a:ln w="38100" cap="flat" cmpd="sng">
            <a:solidFill>
              <a:srgbClr val="000000"/>
            </a:solidFill>
            <a:prstDash val="solid"/>
            <a:round/>
            <a:headEnd type="none" w="med" len="med"/>
            <a:tailEnd type="triangle" w="med" len="med"/>
          </a:ln>
        </p:spPr>
      </p:cxnSp>
      <p:sp>
        <p:nvSpPr>
          <p:cNvPr id="20" name="Google Shape;70;p9">
            <a:extLst>
              <a:ext uri="{FF2B5EF4-FFF2-40B4-BE49-F238E27FC236}">
                <a16:creationId xmlns:a16="http://schemas.microsoft.com/office/drawing/2014/main" id="{9CFFFC2A-EF74-6244-90BA-AE0EC1F84273}"/>
              </a:ext>
            </a:extLst>
          </p:cNvPr>
          <p:cNvSpPr txBox="1"/>
          <p:nvPr/>
        </p:nvSpPr>
        <p:spPr>
          <a:xfrm>
            <a:off x="4029967" y="4736967"/>
            <a:ext cx="4050400" cy="573600"/>
          </a:xfrm>
          <a:prstGeom prst="rect">
            <a:avLst/>
          </a:prstGeom>
          <a:noFill/>
          <a:ln>
            <a:noFill/>
          </a:ln>
        </p:spPr>
        <p:txBody>
          <a:bodyPr spcFirstLastPara="1" wrap="square" lIns="121900" tIns="121900" rIns="121900" bIns="121900" anchor="t" anchorCtr="0">
            <a:noAutofit/>
          </a:bodyPr>
          <a:lstStyle/>
          <a:p>
            <a:pPr algn="ctr"/>
            <a:r>
              <a:rPr lang="en" sz="1867">
                <a:latin typeface="Century Gothic"/>
                <a:ea typeface="Century Gothic"/>
                <a:cs typeface="Century Gothic"/>
                <a:sym typeface="Century Gothic"/>
              </a:rPr>
              <a:t>worsening or failing to improve</a:t>
            </a:r>
            <a:endParaRPr sz="1867">
              <a:latin typeface="Century Gothic"/>
              <a:ea typeface="Century Gothic"/>
              <a:cs typeface="Century Gothic"/>
              <a:sym typeface="Century Gothic"/>
            </a:endParaRPr>
          </a:p>
        </p:txBody>
      </p:sp>
      <p:sp>
        <p:nvSpPr>
          <p:cNvPr id="21" name="Google Shape;69;p9">
            <a:extLst>
              <a:ext uri="{FF2B5EF4-FFF2-40B4-BE49-F238E27FC236}">
                <a16:creationId xmlns:a16="http://schemas.microsoft.com/office/drawing/2014/main" id="{2EE88406-084C-7842-9ACA-C23A6C7E978E}"/>
              </a:ext>
            </a:extLst>
          </p:cNvPr>
          <p:cNvSpPr txBox="1"/>
          <p:nvPr/>
        </p:nvSpPr>
        <p:spPr>
          <a:xfrm>
            <a:off x="415600" y="1145433"/>
            <a:ext cx="11694000" cy="1018000"/>
          </a:xfrm>
          <a:prstGeom prst="rect">
            <a:avLst/>
          </a:prstGeom>
          <a:noFill/>
          <a:ln>
            <a:noFill/>
          </a:ln>
        </p:spPr>
        <p:txBody>
          <a:bodyPr spcFirstLastPara="1" wrap="square" lIns="121900" tIns="121900" rIns="121900" bIns="121900" anchor="t" anchorCtr="0">
            <a:noAutofit/>
          </a:bodyPr>
          <a:lstStyle/>
          <a:p>
            <a:pPr algn="ctr"/>
            <a:r>
              <a:rPr lang="en" sz="3200" dirty="0">
                <a:latin typeface="Century Gothic"/>
                <a:ea typeface="Century Gothic"/>
                <a:cs typeface="Century Gothic"/>
                <a:sym typeface="Century Gothic"/>
              </a:rPr>
              <a:t>Cycle of Incarceration</a:t>
            </a:r>
            <a:endParaRPr sz="3200" dirty="0">
              <a:latin typeface="Century Gothic"/>
              <a:ea typeface="Century Gothic"/>
              <a:cs typeface="Century Gothic"/>
              <a:sym typeface="Century Gothic"/>
            </a:endParaRPr>
          </a:p>
        </p:txBody>
      </p:sp>
    </p:spTree>
    <p:extLst>
      <p:ext uri="{BB962C8B-B14F-4D97-AF65-F5344CB8AC3E}">
        <p14:creationId xmlns:p14="http://schemas.microsoft.com/office/powerpoint/2010/main" val="20821717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225"/>
        <p:cNvGrpSpPr/>
        <p:nvPr/>
      </p:nvGrpSpPr>
      <p:grpSpPr>
        <a:xfrm>
          <a:off x="0" y="0"/>
          <a:ext cx="0" cy="0"/>
          <a:chOff x="0" y="0"/>
          <a:chExt cx="0" cy="0"/>
        </a:xfrm>
      </p:grpSpPr>
      <p:sp>
        <p:nvSpPr>
          <p:cNvPr id="1226" name="Google Shape;1226;p142"/>
          <p:cNvSpPr txBox="1">
            <a:spLocks noGrp="1"/>
          </p:cNvSpPr>
          <p:nvPr>
            <p:ph type="title"/>
          </p:nvPr>
        </p:nvSpPr>
        <p:spPr>
          <a:prstGeom prst="rect">
            <a:avLst/>
          </a:prstGeom>
        </p:spPr>
        <p:txBody>
          <a:bodyPr spcFirstLastPara="1" wrap="square" lIns="121900" tIns="121900" rIns="121900" bIns="121900" anchor="ctr" anchorCtr="0">
            <a:noAutofit/>
          </a:bodyPr>
          <a:lstStyle/>
          <a:p>
            <a:r>
              <a:rPr lang="en" sz="3200" dirty="0"/>
              <a:t>Case Study: Post-hoc Adjustments and Policy Goals</a:t>
            </a:r>
            <a:endParaRPr sz="3200" dirty="0"/>
          </a:p>
        </p:txBody>
      </p:sp>
      <p:pic>
        <p:nvPicPr>
          <p:cNvPr id="2" name="Picture 1">
            <a:extLst>
              <a:ext uri="{FF2B5EF4-FFF2-40B4-BE49-F238E27FC236}">
                <a16:creationId xmlns:a16="http://schemas.microsoft.com/office/drawing/2014/main" id="{9E2CC96A-F5D7-434A-891B-EB95E30BD409}"/>
              </a:ext>
            </a:extLst>
          </p:cNvPr>
          <p:cNvPicPr>
            <a:picLocks noChangeAspect="1"/>
          </p:cNvPicPr>
          <p:nvPr/>
        </p:nvPicPr>
        <p:blipFill>
          <a:blip r:embed="rId3"/>
          <a:stretch>
            <a:fillRect/>
          </a:stretch>
        </p:blipFill>
        <p:spPr>
          <a:xfrm>
            <a:off x="10228729" y="4894729"/>
            <a:ext cx="1963271" cy="1963271"/>
          </a:xfrm>
          <a:prstGeom prst="rect">
            <a:avLst/>
          </a:prstGeom>
        </p:spPr>
      </p:pic>
      <p:sp>
        <p:nvSpPr>
          <p:cNvPr id="21" name="Google Shape;69;p9">
            <a:extLst>
              <a:ext uri="{FF2B5EF4-FFF2-40B4-BE49-F238E27FC236}">
                <a16:creationId xmlns:a16="http://schemas.microsoft.com/office/drawing/2014/main" id="{2EE88406-084C-7842-9ACA-C23A6C7E978E}"/>
              </a:ext>
            </a:extLst>
          </p:cNvPr>
          <p:cNvSpPr txBox="1"/>
          <p:nvPr/>
        </p:nvSpPr>
        <p:spPr>
          <a:xfrm>
            <a:off x="415600" y="1145433"/>
            <a:ext cx="11694000" cy="1018000"/>
          </a:xfrm>
          <a:prstGeom prst="rect">
            <a:avLst/>
          </a:prstGeom>
          <a:noFill/>
          <a:ln>
            <a:noFill/>
          </a:ln>
        </p:spPr>
        <p:txBody>
          <a:bodyPr spcFirstLastPara="1" wrap="square" lIns="121900" tIns="121900" rIns="121900" bIns="121900" anchor="t" anchorCtr="0">
            <a:noAutofit/>
          </a:bodyPr>
          <a:lstStyle/>
          <a:p>
            <a:pPr algn="ctr"/>
            <a:r>
              <a:rPr lang="en" sz="3200" dirty="0">
                <a:latin typeface="Century Gothic"/>
                <a:ea typeface="Century Gothic"/>
                <a:cs typeface="Century Gothic"/>
                <a:sym typeface="Century Gothic"/>
              </a:rPr>
              <a:t>Breaking the Cycle</a:t>
            </a:r>
            <a:endParaRPr sz="3200" dirty="0">
              <a:latin typeface="Century Gothic"/>
              <a:ea typeface="Century Gothic"/>
              <a:cs typeface="Century Gothic"/>
              <a:sym typeface="Century Gothic"/>
            </a:endParaRPr>
          </a:p>
        </p:txBody>
      </p:sp>
      <p:sp>
        <p:nvSpPr>
          <p:cNvPr id="12" name="Google Shape;75;p10">
            <a:extLst>
              <a:ext uri="{FF2B5EF4-FFF2-40B4-BE49-F238E27FC236}">
                <a16:creationId xmlns:a16="http://schemas.microsoft.com/office/drawing/2014/main" id="{8C379909-E112-AF40-AB06-F3DCE0D1D789}"/>
              </a:ext>
            </a:extLst>
          </p:cNvPr>
          <p:cNvSpPr/>
          <p:nvPr/>
        </p:nvSpPr>
        <p:spPr>
          <a:xfrm>
            <a:off x="1382184" y="2163433"/>
            <a:ext cx="2036000" cy="1173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1867">
                <a:latin typeface="Century Gothic"/>
                <a:ea typeface="Century Gothic"/>
                <a:cs typeface="Century Gothic"/>
                <a:sym typeface="Century Gothic"/>
              </a:rPr>
              <a:t>UNMET</a:t>
            </a:r>
            <a:endParaRPr sz="1867">
              <a:latin typeface="Century Gothic"/>
              <a:ea typeface="Century Gothic"/>
              <a:cs typeface="Century Gothic"/>
              <a:sym typeface="Century Gothic"/>
            </a:endParaRPr>
          </a:p>
          <a:p>
            <a:pPr algn="ctr"/>
            <a:r>
              <a:rPr lang="en" sz="1867">
                <a:latin typeface="Century Gothic"/>
                <a:ea typeface="Century Gothic"/>
                <a:cs typeface="Century Gothic"/>
                <a:sym typeface="Century Gothic"/>
              </a:rPr>
              <a:t>NEEDS</a:t>
            </a:r>
            <a:endParaRPr sz="1867">
              <a:latin typeface="Century Gothic"/>
              <a:ea typeface="Century Gothic"/>
              <a:cs typeface="Century Gothic"/>
              <a:sym typeface="Century Gothic"/>
            </a:endParaRPr>
          </a:p>
        </p:txBody>
      </p:sp>
      <p:sp>
        <p:nvSpPr>
          <p:cNvPr id="13" name="Google Shape;76;p10">
            <a:extLst>
              <a:ext uri="{FF2B5EF4-FFF2-40B4-BE49-F238E27FC236}">
                <a16:creationId xmlns:a16="http://schemas.microsoft.com/office/drawing/2014/main" id="{6B36B48D-D911-014D-8726-16E92C35FEF1}"/>
              </a:ext>
            </a:extLst>
          </p:cNvPr>
          <p:cNvSpPr/>
          <p:nvPr/>
        </p:nvSpPr>
        <p:spPr>
          <a:xfrm>
            <a:off x="5078000" y="2163433"/>
            <a:ext cx="2036000" cy="1173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1867">
                <a:latin typeface="Century Gothic"/>
                <a:ea typeface="Century Gothic"/>
                <a:cs typeface="Century Gothic"/>
                <a:sym typeface="Century Gothic"/>
              </a:rPr>
              <a:t>MISDEMEANOR</a:t>
            </a:r>
            <a:endParaRPr sz="1867">
              <a:latin typeface="Century Gothic"/>
              <a:ea typeface="Century Gothic"/>
              <a:cs typeface="Century Gothic"/>
              <a:sym typeface="Century Gothic"/>
            </a:endParaRPr>
          </a:p>
          <a:p>
            <a:pPr algn="ctr"/>
            <a:r>
              <a:rPr lang="en" sz="1867">
                <a:latin typeface="Century Gothic"/>
                <a:ea typeface="Century Gothic"/>
                <a:cs typeface="Century Gothic"/>
                <a:sym typeface="Century Gothic"/>
              </a:rPr>
              <a:t>ARREST</a:t>
            </a:r>
            <a:endParaRPr sz="1867">
              <a:latin typeface="Century Gothic"/>
              <a:ea typeface="Century Gothic"/>
              <a:cs typeface="Century Gothic"/>
              <a:sym typeface="Century Gothic"/>
            </a:endParaRPr>
          </a:p>
        </p:txBody>
      </p:sp>
      <p:sp>
        <p:nvSpPr>
          <p:cNvPr id="22" name="Google Shape;77;p10">
            <a:extLst>
              <a:ext uri="{FF2B5EF4-FFF2-40B4-BE49-F238E27FC236}">
                <a16:creationId xmlns:a16="http://schemas.microsoft.com/office/drawing/2014/main" id="{526C5470-8DB2-D149-BBE7-E072920510D1}"/>
              </a:ext>
            </a:extLst>
          </p:cNvPr>
          <p:cNvSpPr/>
          <p:nvPr/>
        </p:nvSpPr>
        <p:spPr>
          <a:xfrm>
            <a:off x="8773817" y="2163433"/>
            <a:ext cx="2036000" cy="1173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1867">
                <a:latin typeface="Century Gothic"/>
                <a:ea typeface="Century Gothic"/>
                <a:cs typeface="Century Gothic"/>
                <a:sym typeface="Century Gothic"/>
              </a:rPr>
              <a:t>JAIL</a:t>
            </a:r>
            <a:endParaRPr sz="1867">
              <a:latin typeface="Century Gothic"/>
              <a:ea typeface="Century Gothic"/>
              <a:cs typeface="Century Gothic"/>
              <a:sym typeface="Century Gothic"/>
            </a:endParaRPr>
          </a:p>
        </p:txBody>
      </p:sp>
      <p:cxnSp>
        <p:nvCxnSpPr>
          <p:cNvPr id="23" name="Google Shape;78;p10">
            <a:extLst>
              <a:ext uri="{FF2B5EF4-FFF2-40B4-BE49-F238E27FC236}">
                <a16:creationId xmlns:a16="http://schemas.microsoft.com/office/drawing/2014/main" id="{4BD5031D-B79B-4943-9F77-C6A4EDFBA6DD}"/>
              </a:ext>
            </a:extLst>
          </p:cNvPr>
          <p:cNvCxnSpPr>
            <a:stCxn id="12" idx="3"/>
            <a:endCxn id="13" idx="1"/>
          </p:cNvCxnSpPr>
          <p:nvPr/>
        </p:nvCxnSpPr>
        <p:spPr>
          <a:xfrm>
            <a:off x="3418184" y="2750233"/>
            <a:ext cx="1660000" cy="0"/>
          </a:xfrm>
          <a:prstGeom prst="straightConnector1">
            <a:avLst/>
          </a:prstGeom>
          <a:noFill/>
          <a:ln w="38100" cap="flat" cmpd="sng">
            <a:solidFill>
              <a:srgbClr val="000000"/>
            </a:solidFill>
            <a:prstDash val="solid"/>
            <a:round/>
            <a:headEnd type="none" w="med" len="med"/>
            <a:tailEnd type="triangle" w="med" len="med"/>
          </a:ln>
        </p:spPr>
      </p:cxnSp>
      <p:sp>
        <p:nvSpPr>
          <p:cNvPr id="24" name="Google Shape;80;p10">
            <a:extLst>
              <a:ext uri="{FF2B5EF4-FFF2-40B4-BE49-F238E27FC236}">
                <a16:creationId xmlns:a16="http://schemas.microsoft.com/office/drawing/2014/main" id="{5812E4DD-93C0-7B4E-BBDE-455D1E0ADBBC}"/>
              </a:ext>
            </a:extLst>
          </p:cNvPr>
          <p:cNvSpPr/>
          <p:nvPr/>
        </p:nvSpPr>
        <p:spPr>
          <a:xfrm>
            <a:off x="8773817" y="3851367"/>
            <a:ext cx="2036000" cy="1173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1867">
                <a:latin typeface="Century Gothic"/>
                <a:ea typeface="Century Gothic"/>
                <a:cs typeface="Century Gothic"/>
                <a:sym typeface="Century Gothic"/>
              </a:rPr>
              <a:t>TAILORED</a:t>
            </a:r>
            <a:endParaRPr sz="1867">
              <a:latin typeface="Century Gothic"/>
              <a:ea typeface="Century Gothic"/>
              <a:cs typeface="Century Gothic"/>
              <a:sym typeface="Century Gothic"/>
            </a:endParaRPr>
          </a:p>
          <a:p>
            <a:pPr algn="ctr"/>
            <a:r>
              <a:rPr lang="en" sz="1867">
                <a:latin typeface="Century Gothic"/>
                <a:ea typeface="Century Gothic"/>
                <a:cs typeface="Century Gothic"/>
                <a:sym typeface="Century Gothic"/>
              </a:rPr>
              <a:t>INTERVENTION</a:t>
            </a:r>
            <a:endParaRPr sz="1867">
              <a:latin typeface="Century Gothic"/>
              <a:ea typeface="Century Gothic"/>
              <a:cs typeface="Century Gothic"/>
              <a:sym typeface="Century Gothic"/>
            </a:endParaRPr>
          </a:p>
        </p:txBody>
      </p:sp>
      <p:cxnSp>
        <p:nvCxnSpPr>
          <p:cNvPr id="25" name="Google Shape;81;p10">
            <a:extLst>
              <a:ext uri="{FF2B5EF4-FFF2-40B4-BE49-F238E27FC236}">
                <a16:creationId xmlns:a16="http://schemas.microsoft.com/office/drawing/2014/main" id="{C277F80A-1A71-A541-BC62-D6F09D669B55}"/>
              </a:ext>
            </a:extLst>
          </p:cNvPr>
          <p:cNvCxnSpPr>
            <a:stCxn id="13" idx="3"/>
          </p:cNvCxnSpPr>
          <p:nvPr/>
        </p:nvCxnSpPr>
        <p:spPr>
          <a:xfrm>
            <a:off x="7114000" y="2750233"/>
            <a:ext cx="1667200" cy="1350400"/>
          </a:xfrm>
          <a:prstGeom prst="straightConnector1">
            <a:avLst/>
          </a:prstGeom>
          <a:noFill/>
          <a:ln w="38100" cap="flat" cmpd="sng">
            <a:solidFill>
              <a:srgbClr val="000000"/>
            </a:solidFill>
            <a:prstDash val="solid"/>
            <a:round/>
            <a:headEnd type="none" w="med" len="med"/>
            <a:tailEnd type="triangle" w="med" len="med"/>
          </a:ln>
        </p:spPr>
      </p:cxnSp>
      <p:cxnSp>
        <p:nvCxnSpPr>
          <p:cNvPr id="26" name="Google Shape;82;p10">
            <a:extLst>
              <a:ext uri="{FF2B5EF4-FFF2-40B4-BE49-F238E27FC236}">
                <a16:creationId xmlns:a16="http://schemas.microsoft.com/office/drawing/2014/main" id="{CBABCD8C-EAB1-534C-BE67-A1BAAD3C30FE}"/>
              </a:ext>
            </a:extLst>
          </p:cNvPr>
          <p:cNvCxnSpPr>
            <a:endCxn id="12" idx="2"/>
          </p:cNvCxnSpPr>
          <p:nvPr/>
        </p:nvCxnSpPr>
        <p:spPr>
          <a:xfrm rot="10800000">
            <a:off x="2400184" y="3337033"/>
            <a:ext cx="6352800" cy="1470800"/>
          </a:xfrm>
          <a:prstGeom prst="curvedConnector2">
            <a:avLst/>
          </a:prstGeom>
          <a:noFill/>
          <a:ln w="38100" cap="flat" cmpd="sng">
            <a:solidFill>
              <a:srgbClr val="000000"/>
            </a:solidFill>
            <a:prstDash val="dash"/>
            <a:round/>
            <a:headEnd type="none" w="med" len="med"/>
            <a:tailEnd type="none" w="med" len="med"/>
          </a:ln>
        </p:spPr>
      </p:cxnSp>
      <p:sp>
        <p:nvSpPr>
          <p:cNvPr id="27" name="Google Shape;83;p10">
            <a:extLst>
              <a:ext uri="{FF2B5EF4-FFF2-40B4-BE49-F238E27FC236}">
                <a16:creationId xmlns:a16="http://schemas.microsoft.com/office/drawing/2014/main" id="{2BBE259E-9FFE-BD42-9E46-41C0038E27F8}"/>
              </a:ext>
            </a:extLst>
          </p:cNvPr>
          <p:cNvSpPr/>
          <p:nvPr/>
        </p:nvSpPr>
        <p:spPr>
          <a:xfrm rot="-1593903">
            <a:off x="2005185" y="3358794"/>
            <a:ext cx="748636" cy="44364"/>
          </a:xfrm>
          <a:prstGeom prst="rect">
            <a:avLst/>
          </a:prstGeom>
          <a:solidFill>
            <a:srgbClr val="000000"/>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sp>
        <p:nvSpPr>
          <p:cNvPr id="3" name="TextBox 2">
            <a:extLst>
              <a:ext uri="{FF2B5EF4-FFF2-40B4-BE49-F238E27FC236}">
                <a16:creationId xmlns:a16="http://schemas.microsoft.com/office/drawing/2014/main" id="{972B982B-DB62-ED4B-BE21-46A790B61DF6}"/>
              </a:ext>
            </a:extLst>
          </p:cNvPr>
          <p:cNvSpPr txBox="1"/>
          <p:nvPr/>
        </p:nvSpPr>
        <p:spPr>
          <a:xfrm>
            <a:off x="3831243" y="2249721"/>
            <a:ext cx="697627" cy="1015663"/>
          </a:xfrm>
          <a:prstGeom prst="rect">
            <a:avLst/>
          </a:prstGeom>
          <a:noFill/>
        </p:spPr>
        <p:txBody>
          <a:bodyPr wrap="none" rtlCol="0">
            <a:spAutoFit/>
          </a:bodyPr>
          <a:lstStyle/>
          <a:p>
            <a:r>
              <a:rPr lang="en-US" sz="6000" dirty="0">
                <a:solidFill>
                  <a:srgbClr val="FF0000"/>
                </a:solidFill>
              </a:rPr>
              <a:t>X</a:t>
            </a:r>
          </a:p>
        </p:txBody>
      </p:sp>
    </p:spTree>
    <p:extLst>
      <p:ext uri="{BB962C8B-B14F-4D97-AF65-F5344CB8AC3E}">
        <p14:creationId xmlns:p14="http://schemas.microsoft.com/office/powerpoint/2010/main" val="42551880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15"/>
          <p:cNvPicPr preferRelativeResize="0"/>
          <p:nvPr/>
        </p:nvPicPr>
        <p:blipFill>
          <a:blip r:embed="rId3">
            <a:alphaModFix/>
          </a:blip>
          <a:stretch>
            <a:fillRect/>
          </a:stretch>
        </p:blipFill>
        <p:spPr>
          <a:xfrm>
            <a:off x="203201" y="203201"/>
            <a:ext cx="11785599" cy="5462532"/>
          </a:xfrm>
          <a:prstGeom prst="rect">
            <a:avLst/>
          </a:prstGeom>
          <a:noFill/>
          <a:ln>
            <a:noFill/>
          </a:ln>
        </p:spPr>
      </p:pic>
    </p:spTree>
    <p:extLst>
      <p:ext uri="{BB962C8B-B14F-4D97-AF65-F5344CB8AC3E}">
        <p14:creationId xmlns:p14="http://schemas.microsoft.com/office/powerpoint/2010/main" val="39041601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p16"/>
          <p:cNvPicPr preferRelativeResize="0"/>
          <p:nvPr/>
        </p:nvPicPr>
        <p:blipFill>
          <a:blip r:embed="rId3">
            <a:alphaModFix/>
          </a:blip>
          <a:stretch>
            <a:fillRect/>
          </a:stretch>
        </p:blipFill>
        <p:spPr>
          <a:xfrm>
            <a:off x="203201" y="203201"/>
            <a:ext cx="11785599" cy="5462532"/>
          </a:xfrm>
          <a:prstGeom prst="rect">
            <a:avLst/>
          </a:prstGeom>
          <a:noFill/>
          <a:ln>
            <a:noFill/>
          </a:ln>
        </p:spPr>
      </p:pic>
      <p:sp>
        <p:nvSpPr>
          <p:cNvPr id="115" name="Google Shape;115;p16"/>
          <p:cNvSpPr/>
          <p:nvPr/>
        </p:nvSpPr>
        <p:spPr>
          <a:xfrm>
            <a:off x="5401567" y="4934940"/>
            <a:ext cx="1583600" cy="744800"/>
          </a:xfrm>
          <a:prstGeom prst="rect">
            <a:avLst/>
          </a:prstGeom>
          <a:noFill/>
          <a:ln w="381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Tree>
    <p:extLst>
      <p:ext uri="{BB962C8B-B14F-4D97-AF65-F5344CB8AC3E}">
        <p14:creationId xmlns:p14="http://schemas.microsoft.com/office/powerpoint/2010/main" val="6914316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120" name="Google Shape;120;p17" title="Chart"/>
          <p:cNvPicPr preferRelativeResize="0"/>
          <p:nvPr/>
        </p:nvPicPr>
        <p:blipFill>
          <a:blip r:embed="rId3">
            <a:alphaModFix/>
          </a:blip>
          <a:stretch>
            <a:fillRect/>
          </a:stretch>
        </p:blipFill>
        <p:spPr>
          <a:xfrm>
            <a:off x="635200" y="528434"/>
            <a:ext cx="5460800" cy="5254732"/>
          </a:xfrm>
          <a:prstGeom prst="rect">
            <a:avLst/>
          </a:prstGeom>
          <a:noFill/>
          <a:ln>
            <a:noFill/>
          </a:ln>
        </p:spPr>
      </p:pic>
      <p:sp>
        <p:nvSpPr>
          <p:cNvPr id="121" name="Google Shape;121;p17"/>
          <p:cNvSpPr txBox="1"/>
          <p:nvPr/>
        </p:nvSpPr>
        <p:spPr>
          <a:xfrm>
            <a:off x="6096000" y="788167"/>
            <a:ext cx="5894800" cy="5254800"/>
          </a:xfrm>
          <a:prstGeom prst="rect">
            <a:avLst/>
          </a:prstGeom>
          <a:noFill/>
          <a:ln>
            <a:noFill/>
          </a:ln>
        </p:spPr>
        <p:txBody>
          <a:bodyPr spcFirstLastPara="1" wrap="square" lIns="121900" tIns="121900" rIns="121900" bIns="121900" anchor="t" anchorCtr="0">
            <a:noAutofit/>
          </a:bodyPr>
          <a:lstStyle/>
          <a:p>
            <a:pPr marL="609585" indent="-507987" defTabSz="1219170">
              <a:buSzPts val="2400"/>
              <a:buFont typeface="Calibri"/>
              <a:buChar char="●"/>
            </a:pPr>
            <a:r>
              <a:rPr lang="en" sz="3200">
                <a:latin typeface="Calibri"/>
                <a:ea typeface="Calibri"/>
                <a:cs typeface="Calibri"/>
                <a:sym typeface="Calibri"/>
              </a:rPr>
              <a:t>Model was optimized for efficiency, not equity</a:t>
            </a:r>
            <a:br>
              <a:rPr lang="en" sz="3200">
                <a:latin typeface="Calibri"/>
                <a:ea typeface="Calibri"/>
                <a:cs typeface="Calibri"/>
                <a:sym typeface="Calibri"/>
              </a:rPr>
            </a:br>
            <a:endParaRPr sz="3200">
              <a:latin typeface="Calibri"/>
              <a:ea typeface="Calibri"/>
              <a:cs typeface="Calibri"/>
              <a:sym typeface="Calibri"/>
            </a:endParaRPr>
          </a:p>
          <a:p>
            <a:pPr marL="609585" indent="-507987" defTabSz="1219170">
              <a:buSzPts val="2400"/>
              <a:buFont typeface="Calibri"/>
              <a:buChar char="●"/>
            </a:pPr>
            <a:r>
              <a:rPr lang="en" sz="3200">
                <a:latin typeface="Calibri"/>
                <a:ea typeface="Calibri"/>
                <a:cs typeface="Calibri"/>
                <a:sym typeface="Calibri"/>
              </a:rPr>
              <a:t>Top 150 highest risk reasonably balanced between black and white individuals</a:t>
            </a:r>
            <a:br>
              <a:rPr lang="en" sz="3200">
                <a:latin typeface="Calibri"/>
                <a:ea typeface="Calibri"/>
                <a:cs typeface="Calibri"/>
                <a:sym typeface="Calibri"/>
              </a:rPr>
            </a:br>
            <a:endParaRPr sz="3200">
              <a:latin typeface="Calibri"/>
              <a:ea typeface="Calibri"/>
              <a:cs typeface="Calibri"/>
              <a:sym typeface="Calibri"/>
            </a:endParaRPr>
          </a:p>
          <a:p>
            <a:pPr marL="609585" indent="-507987" defTabSz="1219170">
              <a:buSzPts val="2400"/>
              <a:buFont typeface="Calibri"/>
              <a:buChar char="●"/>
            </a:pPr>
            <a:r>
              <a:rPr lang="en" sz="3200">
                <a:latin typeface="Calibri"/>
                <a:ea typeface="Calibri"/>
                <a:cs typeface="Calibri"/>
                <a:sym typeface="Calibri"/>
              </a:rPr>
              <a:t>However, hispanic and unknown race/ethnicity groups very underrepresented</a:t>
            </a:r>
            <a:endParaRPr sz="3200">
              <a:latin typeface="Calibri"/>
              <a:ea typeface="Calibri"/>
              <a:cs typeface="Calibri"/>
              <a:sym typeface="Calibri"/>
            </a:endParaRPr>
          </a:p>
        </p:txBody>
      </p:sp>
    </p:spTree>
    <p:extLst>
      <p:ext uri="{BB962C8B-B14F-4D97-AF65-F5344CB8AC3E}">
        <p14:creationId xmlns:p14="http://schemas.microsoft.com/office/powerpoint/2010/main" val="20156021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8"/>
          <p:cNvSpPr/>
          <p:nvPr/>
        </p:nvSpPr>
        <p:spPr>
          <a:xfrm>
            <a:off x="7310500" y="3567633"/>
            <a:ext cx="3419600" cy="2749200"/>
          </a:xfrm>
          <a:prstGeom prst="rect">
            <a:avLst/>
          </a:prstGeom>
          <a:noFill/>
          <a:ln w="2857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27" name="Google Shape;127;p18"/>
          <p:cNvSpPr/>
          <p:nvPr/>
        </p:nvSpPr>
        <p:spPr>
          <a:xfrm>
            <a:off x="1300933" y="1357433"/>
            <a:ext cx="862400" cy="4454000"/>
          </a:xfrm>
          <a:prstGeom prst="rect">
            <a:avLst/>
          </a:prstGeom>
          <a:solidFill>
            <a:srgbClr val="8C613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28" name="Google Shape;128;p18"/>
          <p:cNvSpPr/>
          <p:nvPr/>
        </p:nvSpPr>
        <p:spPr>
          <a:xfrm>
            <a:off x="2316933" y="1357433"/>
            <a:ext cx="862400" cy="4454000"/>
          </a:xfrm>
          <a:prstGeom prst="rect">
            <a:avLst/>
          </a:prstGeom>
          <a:solidFill>
            <a:srgbClr val="EE854A"/>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29" name="Google Shape;129;p18"/>
          <p:cNvSpPr/>
          <p:nvPr/>
        </p:nvSpPr>
        <p:spPr>
          <a:xfrm>
            <a:off x="3332933" y="1357433"/>
            <a:ext cx="862400" cy="4454000"/>
          </a:xfrm>
          <a:prstGeom prst="rect">
            <a:avLst/>
          </a:prstGeom>
          <a:solidFill>
            <a:srgbClr val="D5BB67"/>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cxnSp>
        <p:nvCxnSpPr>
          <p:cNvPr id="130" name="Google Shape;130;p18"/>
          <p:cNvCxnSpPr/>
          <p:nvPr/>
        </p:nvCxnSpPr>
        <p:spPr>
          <a:xfrm>
            <a:off x="876700" y="1442300"/>
            <a:ext cx="56400" cy="4397600"/>
          </a:xfrm>
          <a:prstGeom prst="straightConnector1">
            <a:avLst/>
          </a:prstGeom>
          <a:noFill/>
          <a:ln w="28575" cap="flat" cmpd="sng">
            <a:solidFill>
              <a:srgbClr val="000000"/>
            </a:solidFill>
            <a:prstDash val="solid"/>
            <a:round/>
            <a:headEnd type="none" w="med" len="med"/>
            <a:tailEnd type="triangle" w="med" len="med"/>
          </a:ln>
        </p:spPr>
      </p:cxnSp>
      <p:cxnSp>
        <p:nvCxnSpPr>
          <p:cNvPr id="131" name="Google Shape;131;p18"/>
          <p:cNvCxnSpPr/>
          <p:nvPr/>
        </p:nvCxnSpPr>
        <p:spPr>
          <a:xfrm flipH="1">
            <a:off x="1018100" y="3125000"/>
            <a:ext cx="3832000" cy="42400"/>
          </a:xfrm>
          <a:prstGeom prst="straightConnector1">
            <a:avLst/>
          </a:prstGeom>
          <a:noFill/>
          <a:ln w="28575" cap="flat" cmpd="sng">
            <a:solidFill>
              <a:srgbClr val="000000"/>
            </a:solidFill>
            <a:prstDash val="dash"/>
            <a:round/>
            <a:headEnd type="none" w="med" len="med"/>
            <a:tailEnd type="none" w="med" len="med"/>
          </a:ln>
        </p:spPr>
      </p:cxnSp>
      <p:sp>
        <p:nvSpPr>
          <p:cNvPr id="132" name="Google Shape;132;p18"/>
          <p:cNvSpPr txBox="1"/>
          <p:nvPr/>
        </p:nvSpPr>
        <p:spPr>
          <a:xfrm rot="-5400000">
            <a:off x="-1496100" y="3181500"/>
            <a:ext cx="4213600" cy="532000"/>
          </a:xfrm>
          <a:prstGeom prst="rect">
            <a:avLst/>
          </a:prstGeom>
          <a:noFill/>
          <a:ln>
            <a:noFill/>
          </a:ln>
        </p:spPr>
        <p:txBody>
          <a:bodyPr spcFirstLastPara="1" wrap="square" lIns="121900" tIns="121900" rIns="121900" bIns="121900" anchor="t" anchorCtr="0">
            <a:noAutofit/>
          </a:bodyPr>
          <a:lstStyle/>
          <a:p>
            <a:pPr algn="ctr" defTabSz="1219170"/>
            <a:r>
              <a:rPr lang="en" sz="2667">
                <a:latin typeface="Calibri"/>
                <a:ea typeface="Calibri"/>
                <a:cs typeface="Calibri"/>
                <a:sym typeface="Calibri"/>
              </a:rPr>
              <a:t>Lower Scores / Higher Recall</a:t>
            </a:r>
            <a:endParaRPr sz="2667">
              <a:latin typeface="Calibri"/>
              <a:ea typeface="Calibri"/>
              <a:cs typeface="Calibri"/>
              <a:sym typeface="Calibri"/>
            </a:endParaRPr>
          </a:p>
        </p:txBody>
      </p:sp>
      <p:sp>
        <p:nvSpPr>
          <p:cNvPr id="133" name="Google Shape;133;p18"/>
          <p:cNvSpPr txBox="1"/>
          <p:nvPr/>
        </p:nvSpPr>
        <p:spPr>
          <a:xfrm>
            <a:off x="1300933" y="921433"/>
            <a:ext cx="862400" cy="579600"/>
          </a:xfrm>
          <a:prstGeom prst="rect">
            <a:avLst/>
          </a:prstGeom>
          <a:noFill/>
          <a:ln>
            <a:noFill/>
          </a:ln>
        </p:spPr>
        <p:txBody>
          <a:bodyPr spcFirstLastPara="1" wrap="square" lIns="121900" tIns="121900" rIns="121900" bIns="121900" anchor="t" anchorCtr="0">
            <a:noAutofit/>
          </a:bodyPr>
          <a:lstStyle/>
          <a:p>
            <a:pPr algn="ctr" defTabSz="1219170"/>
            <a:r>
              <a:rPr lang="en" sz="1867">
                <a:latin typeface="Calibri"/>
                <a:ea typeface="Calibri"/>
                <a:cs typeface="Calibri"/>
                <a:sym typeface="Calibri"/>
              </a:rPr>
              <a:t>White</a:t>
            </a:r>
            <a:endParaRPr sz="1867">
              <a:latin typeface="Calibri"/>
              <a:ea typeface="Calibri"/>
              <a:cs typeface="Calibri"/>
              <a:sym typeface="Calibri"/>
            </a:endParaRPr>
          </a:p>
        </p:txBody>
      </p:sp>
      <p:sp>
        <p:nvSpPr>
          <p:cNvPr id="134" name="Google Shape;134;p18"/>
          <p:cNvSpPr txBox="1"/>
          <p:nvPr/>
        </p:nvSpPr>
        <p:spPr>
          <a:xfrm>
            <a:off x="2319004" y="921433"/>
            <a:ext cx="862400" cy="579600"/>
          </a:xfrm>
          <a:prstGeom prst="rect">
            <a:avLst/>
          </a:prstGeom>
          <a:noFill/>
          <a:ln>
            <a:noFill/>
          </a:ln>
        </p:spPr>
        <p:txBody>
          <a:bodyPr spcFirstLastPara="1" wrap="square" lIns="121900" tIns="121900" rIns="121900" bIns="121900" anchor="t" anchorCtr="0">
            <a:noAutofit/>
          </a:bodyPr>
          <a:lstStyle/>
          <a:p>
            <a:pPr algn="ctr" defTabSz="1219170"/>
            <a:r>
              <a:rPr lang="en" sz="1867">
                <a:latin typeface="Calibri"/>
                <a:ea typeface="Calibri"/>
                <a:cs typeface="Calibri"/>
                <a:sym typeface="Calibri"/>
              </a:rPr>
              <a:t>Black</a:t>
            </a:r>
            <a:endParaRPr sz="1867">
              <a:latin typeface="Calibri"/>
              <a:ea typeface="Calibri"/>
              <a:cs typeface="Calibri"/>
              <a:sym typeface="Calibri"/>
            </a:endParaRPr>
          </a:p>
        </p:txBody>
      </p:sp>
      <p:sp>
        <p:nvSpPr>
          <p:cNvPr id="135" name="Google Shape;135;p18"/>
          <p:cNvSpPr txBox="1"/>
          <p:nvPr/>
        </p:nvSpPr>
        <p:spPr>
          <a:xfrm>
            <a:off x="3223953" y="921433"/>
            <a:ext cx="1088800" cy="579600"/>
          </a:xfrm>
          <a:prstGeom prst="rect">
            <a:avLst/>
          </a:prstGeom>
          <a:noFill/>
          <a:ln>
            <a:noFill/>
          </a:ln>
        </p:spPr>
        <p:txBody>
          <a:bodyPr spcFirstLastPara="1" wrap="square" lIns="121900" tIns="121900" rIns="121900" bIns="121900" anchor="t" anchorCtr="0">
            <a:noAutofit/>
          </a:bodyPr>
          <a:lstStyle/>
          <a:p>
            <a:pPr algn="ctr" defTabSz="1219170"/>
            <a:r>
              <a:rPr lang="en" sz="1867">
                <a:latin typeface="Calibri"/>
                <a:ea typeface="Calibri"/>
                <a:cs typeface="Calibri"/>
                <a:sym typeface="Calibri"/>
              </a:rPr>
              <a:t>Hispanic</a:t>
            </a:r>
            <a:endParaRPr sz="1867">
              <a:latin typeface="Calibri"/>
              <a:ea typeface="Calibri"/>
              <a:cs typeface="Calibri"/>
              <a:sym typeface="Calibri"/>
            </a:endParaRPr>
          </a:p>
        </p:txBody>
      </p:sp>
      <p:sp>
        <p:nvSpPr>
          <p:cNvPr id="136" name="Google Shape;136;p18"/>
          <p:cNvSpPr txBox="1"/>
          <p:nvPr/>
        </p:nvSpPr>
        <p:spPr>
          <a:xfrm>
            <a:off x="254533" y="53933"/>
            <a:ext cx="11694000" cy="1018000"/>
          </a:xfrm>
          <a:prstGeom prst="rect">
            <a:avLst/>
          </a:prstGeom>
          <a:noFill/>
          <a:ln>
            <a:noFill/>
          </a:ln>
        </p:spPr>
        <p:txBody>
          <a:bodyPr spcFirstLastPara="1" wrap="square" lIns="121900" tIns="121900" rIns="121900" bIns="121900" anchor="t" anchorCtr="0">
            <a:noAutofit/>
          </a:bodyPr>
          <a:lstStyle/>
          <a:p>
            <a:pPr defTabSz="1219170"/>
            <a:r>
              <a:rPr lang="en" sz="4267">
                <a:latin typeface="Calibri"/>
                <a:ea typeface="Calibri"/>
                <a:cs typeface="Calibri"/>
                <a:sym typeface="Calibri"/>
              </a:rPr>
              <a:t>Mitigating Disparities</a:t>
            </a:r>
            <a:endParaRPr sz="4267">
              <a:latin typeface="Calibri"/>
              <a:ea typeface="Calibri"/>
              <a:cs typeface="Calibri"/>
              <a:sym typeface="Calibri"/>
            </a:endParaRPr>
          </a:p>
        </p:txBody>
      </p:sp>
      <p:cxnSp>
        <p:nvCxnSpPr>
          <p:cNvPr id="137" name="Google Shape;137;p18"/>
          <p:cNvCxnSpPr/>
          <p:nvPr/>
        </p:nvCxnSpPr>
        <p:spPr>
          <a:xfrm>
            <a:off x="7955167" y="919200"/>
            <a:ext cx="0" cy="1781600"/>
          </a:xfrm>
          <a:prstGeom prst="straightConnector1">
            <a:avLst/>
          </a:prstGeom>
          <a:noFill/>
          <a:ln w="19050" cap="flat" cmpd="sng">
            <a:solidFill>
              <a:srgbClr val="000000"/>
            </a:solidFill>
            <a:prstDash val="solid"/>
            <a:round/>
            <a:headEnd type="none" w="med" len="med"/>
            <a:tailEnd type="none" w="med" len="med"/>
          </a:ln>
        </p:spPr>
      </p:cxnSp>
      <p:cxnSp>
        <p:nvCxnSpPr>
          <p:cNvPr id="138" name="Google Shape;138;p18"/>
          <p:cNvCxnSpPr/>
          <p:nvPr/>
        </p:nvCxnSpPr>
        <p:spPr>
          <a:xfrm>
            <a:off x="7955167" y="2686733"/>
            <a:ext cx="2234000" cy="0"/>
          </a:xfrm>
          <a:prstGeom prst="straightConnector1">
            <a:avLst/>
          </a:prstGeom>
          <a:noFill/>
          <a:ln w="19050" cap="flat" cmpd="sng">
            <a:solidFill>
              <a:srgbClr val="000000"/>
            </a:solidFill>
            <a:prstDash val="solid"/>
            <a:round/>
            <a:headEnd type="none" w="med" len="med"/>
            <a:tailEnd type="none" w="med" len="med"/>
          </a:ln>
        </p:spPr>
      </p:cxnSp>
      <p:sp>
        <p:nvSpPr>
          <p:cNvPr id="139" name="Google Shape;139;p18"/>
          <p:cNvSpPr/>
          <p:nvPr/>
        </p:nvSpPr>
        <p:spPr>
          <a:xfrm>
            <a:off x="8299800" y="1496333"/>
            <a:ext cx="320000" cy="1190400"/>
          </a:xfrm>
          <a:prstGeom prst="rect">
            <a:avLst/>
          </a:prstGeom>
          <a:solidFill>
            <a:srgbClr val="8C613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40" name="Google Shape;140;p18"/>
          <p:cNvSpPr/>
          <p:nvPr/>
        </p:nvSpPr>
        <p:spPr>
          <a:xfrm>
            <a:off x="8879551" y="1371700"/>
            <a:ext cx="320000" cy="1315200"/>
          </a:xfrm>
          <a:prstGeom prst="rect">
            <a:avLst/>
          </a:prstGeom>
          <a:solidFill>
            <a:srgbClr val="EE854A"/>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41" name="Google Shape;141;p18"/>
          <p:cNvSpPr/>
          <p:nvPr/>
        </p:nvSpPr>
        <p:spPr>
          <a:xfrm>
            <a:off x="9459300" y="1920433"/>
            <a:ext cx="320000" cy="766400"/>
          </a:xfrm>
          <a:prstGeom prst="rect">
            <a:avLst/>
          </a:prstGeom>
          <a:solidFill>
            <a:srgbClr val="D5BB67"/>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42" name="Google Shape;142;p18"/>
          <p:cNvSpPr txBox="1"/>
          <p:nvPr/>
        </p:nvSpPr>
        <p:spPr>
          <a:xfrm rot="-5400000">
            <a:off x="7273767" y="1334800"/>
            <a:ext cx="1159600" cy="950400"/>
          </a:xfrm>
          <a:prstGeom prst="rect">
            <a:avLst/>
          </a:prstGeom>
          <a:noFill/>
          <a:ln>
            <a:noFill/>
          </a:ln>
        </p:spPr>
        <p:txBody>
          <a:bodyPr spcFirstLastPara="1" wrap="square" lIns="121900" tIns="121900" rIns="121900" bIns="121900" anchor="t" anchorCtr="0">
            <a:noAutofit/>
          </a:bodyPr>
          <a:lstStyle/>
          <a:p>
            <a:pPr defTabSz="1219170"/>
            <a:r>
              <a:rPr lang="en" sz="2667">
                <a:latin typeface="Calibri"/>
                <a:ea typeface="Calibri"/>
                <a:cs typeface="Calibri"/>
                <a:sym typeface="Calibri"/>
              </a:rPr>
              <a:t>Recall</a:t>
            </a:r>
            <a:endParaRPr sz="2667">
              <a:latin typeface="Calibri"/>
              <a:ea typeface="Calibri"/>
              <a:cs typeface="Calibri"/>
              <a:sym typeface="Calibri"/>
            </a:endParaRPr>
          </a:p>
        </p:txBody>
      </p:sp>
      <p:sp>
        <p:nvSpPr>
          <p:cNvPr id="143" name="Google Shape;143;p18"/>
          <p:cNvSpPr txBox="1"/>
          <p:nvPr/>
        </p:nvSpPr>
        <p:spPr>
          <a:xfrm>
            <a:off x="7760367" y="257233"/>
            <a:ext cx="2969600" cy="579600"/>
          </a:xfrm>
          <a:prstGeom prst="rect">
            <a:avLst/>
          </a:prstGeom>
          <a:noFill/>
          <a:ln>
            <a:noFill/>
          </a:ln>
        </p:spPr>
        <p:txBody>
          <a:bodyPr spcFirstLastPara="1" wrap="square" lIns="121900" tIns="121900" rIns="121900" bIns="121900" anchor="t" anchorCtr="0">
            <a:noAutofit/>
          </a:bodyPr>
          <a:lstStyle/>
          <a:p>
            <a:pPr algn="ctr" defTabSz="1219170"/>
            <a:r>
              <a:rPr lang="en" sz="2667">
                <a:latin typeface="Calibri"/>
                <a:ea typeface="Calibri"/>
                <a:cs typeface="Calibri"/>
                <a:sym typeface="Calibri"/>
              </a:rPr>
              <a:t>Single Threshold</a:t>
            </a:r>
            <a:endParaRPr sz="2667">
              <a:latin typeface="Calibri"/>
              <a:ea typeface="Calibri"/>
              <a:cs typeface="Calibri"/>
              <a:sym typeface="Calibri"/>
            </a:endParaRPr>
          </a:p>
        </p:txBody>
      </p:sp>
      <p:sp>
        <p:nvSpPr>
          <p:cNvPr id="144" name="Google Shape;144;p18"/>
          <p:cNvSpPr/>
          <p:nvPr/>
        </p:nvSpPr>
        <p:spPr>
          <a:xfrm>
            <a:off x="7310500" y="214833"/>
            <a:ext cx="3419600" cy="2749200"/>
          </a:xfrm>
          <a:prstGeom prst="rect">
            <a:avLst/>
          </a:prstGeom>
          <a:noFill/>
          <a:ln w="28575" cap="flat" cmpd="sng">
            <a:solidFill>
              <a:srgbClr val="000000"/>
            </a:solidFill>
            <a:prstDash val="dash"/>
            <a:round/>
            <a:headEnd type="none" w="sm" len="sm"/>
            <a:tailEnd type="none" w="sm" len="sm"/>
          </a:ln>
        </p:spPr>
        <p:txBody>
          <a:bodyPr spcFirstLastPara="1" wrap="square" lIns="121900" tIns="121900" rIns="121900" bIns="121900" anchor="ctr" anchorCtr="0">
            <a:noAutofit/>
          </a:bodyPr>
          <a:lstStyle/>
          <a:p>
            <a:pPr defTabSz="1219170"/>
            <a:endParaRPr sz="1867"/>
          </a:p>
        </p:txBody>
      </p:sp>
      <p:cxnSp>
        <p:nvCxnSpPr>
          <p:cNvPr id="145" name="Google Shape;145;p18"/>
          <p:cNvCxnSpPr>
            <a:endCxn id="144" idx="1"/>
          </p:cNvCxnSpPr>
          <p:nvPr/>
        </p:nvCxnSpPr>
        <p:spPr>
          <a:xfrm rot="10800000" flipH="1">
            <a:off x="4836100" y="1589433"/>
            <a:ext cx="2474400" cy="1529200"/>
          </a:xfrm>
          <a:prstGeom prst="straightConnector1">
            <a:avLst/>
          </a:prstGeom>
          <a:noFill/>
          <a:ln w="28575" cap="flat" cmpd="sng">
            <a:solidFill>
              <a:srgbClr val="000000"/>
            </a:solidFill>
            <a:prstDash val="dash"/>
            <a:round/>
            <a:headEnd type="none" w="med" len="med"/>
            <a:tailEnd type="none" w="med" len="med"/>
          </a:ln>
        </p:spPr>
      </p:cxnSp>
      <p:cxnSp>
        <p:nvCxnSpPr>
          <p:cNvPr id="146" name="Google Shape;146;p18"/>
          <p:cNvCxnSpPr/>
          <p:nvPr/>
        </p:nvCxnSpPr>
        <p:spPr>
          <a:xfrm>
            <a:off x="7955167" y="4272000"/>
            <a:ext cx="0" cy="1781600"/>
          </a:xfrm>
          <a:prstGeom prst="straightConnector1">
            <a:avLst/>
          </a:prstGeom>
          <a:noFill/>
          <a:ln w="19050" cap="flat" cmpd="sng">
            <a:solidFill>
              <a:srgbClr val="000000"/>
            </a:solidFill>
            <a:prstDash val="solid"/>
            <a:round/>
            <a:headEnd type="none" w="med" len="med"/>
            <a:tailEnd type="none" w="med" len="med"/>
          </a:ln>
        </p:spPr>
      </p:cxnSp>
      <p:cxnSp>
        <p:nvCxnSpPr>
          <p:cNvPr id="147" name="Google Shape;147;p18"/>
          <p:cNvCxnSpPr/>
          <p:nvPr/>
        </p:nvCxnSpPr>
        <p:spPr>
          <a:xfrm>
            <a:off x="7955167" y="6039533"/>
            <a:ext cx="2234000" cy="0"/>
          </a:xfrm>
          <a:prstGeom prst="straightConnector1">
            <a:avLst/>
          </a:prstGeom>
          <a:noFill/>
          <a:ln w="19050" cap="flat" cmpd="sng">
            <a:solidFill>
              <a:srgbClr val="000000"/>
            </a:solidFill>
            <a:prstDash val="solid"/>
            <a:round/>
            <a:headEnd type="none" w="med" len="med"/>
            <a:tailEnd type="none" w="med" len="med"/>
          </a:ln>
        </p:spPr>
      </p:cxnSp>
      <p:sp>
        <p:nvSpPr>
          <p:cNvPr id="148" name="Google Shape;148;p18"/>
          <p:cNvSpPr/>
          <p:nvPr/>
        </p:nvSpPr>
        <p:spPr>
          <a:xfrm>
            <a:off x="8299800" y="5021533"/>
            <a:ext cx="320000" cy="1018000"/>
          </a:xfrm>
          <a:prstGeom prst="rect">
            <a:avLst/>
          </a:prstGeom>
          <a:solidFill>
            <a:srgbClr val="8C613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49" name="Google Shape;149;p18"/>
          <p:cNvSpPr/>
          <p:nvPr/>
        </p:nvSpPr>
        <p:spPr>
          <a:xfrm>
            <a:off x="8879567" y="5021700"/>
            <a:ext cx="320000" cy="1018000"/>
          </a:xfrm>
          <a:prstGeom prst="rect">
            <a:avLst/>
          </a:prstGeom>
          <a:solidFill>
            <a:srgbClr val="EE854A"/>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50" name="Google Shape;150;p18"/>
          <p:cNvSpPr/>
          <p:nvPr/>
        </p:nvSpPr>
        <p:spPr>
          <a:xfrm>
            <a:off x="9459300" y="5021633"/>
            <a:ext cx="320000" cy="1018000"/>
          </a:xfrm>
          <a:prstGeom prst="rect">
            <a:avLst/>
          </a:prstGeom>
          <a:solidFill>
            <a:srgbClr val="D5BB67"/>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51" name="Google Shape;151;p18"/>
          <p:cNvSpPr txBox="1"/>
          <p:nvPr/>
        </p:nvSpPr>
        <p:spPr>
          <a:xfrm rot="-5400000">
            <a:off x="7273767" y="4687600"/>
            <a:ext cx="1159600" cy="950400"/>
          </a:xfrm>
          <a:prstGeom prst="rect">
            <a:avLst/>
          </a:prstGeom>
          <a:noFill/>
          <a:ln>
            <a:noFill/>
          </a:ln>
        </p:spPr>
        <p:txBody>
          <a:bodyPr spcFirstLastPara="1" wrap="square" lIns="121900" tIns="121900" rIns="121900" bIns="121900" anchor="t" anchorCtr="0">
            <a:noAutofit/>
          </a:bodyPr>
          <a:lstStyle/>
          <a:p>
            <a:pPr defTabSz="1219170"/>
            <a:r>
              <a:rPr lang="en" sz="2667">
                <a:latin typeface="Calibri"/>
                <a:ea typeface="Calibri"/>
                <a:cs typeface="Calibri"/>
                <a:sym typeface="Calibri"/>
              </a:rPr>
              <a:t>Recall</a:t>
            </a:r>
            <a:endParaRPr sz="2667">
              <a:latin typeface="Calibri"/>
              <a:ea typeface="Calibri"/>
              <a:cs typeface="Calibri"/>
              <a:sym typeface="Calibri"/>
            </a:endParaRPr>
          </a:p>
        </p:txBody>
      </p:sp>
      <p:sp>
        <p:nvSpPr>
          <p:cNvPr id="152" name="Google Shape;152;p18"/>
          <p:cNvSpPr txBox="1"/>
          <p:nvPr/>
        </p:nvSpPr>
        <p:spPr>
          <a:xfrm>
            <a:off x="7760367" y="3610033"/>
            <a:ext cx="2969600" cy="579600"/>
          </a:xfrm>
          <a:prstGeom prst="rect">
            <a:avLst/>
          </a:prstGeom>
          <a:noFill/>
          <a:ln>
            <a:noFill/>
          </a:ln>
        </p:spPr>
        <p:txBody>
          <a:bodyPr spcFirstLastPara="1" wrap="square" lIns="121900" tIns="121900" rIns="121900" bIns="121900" anchor="t" anchorCtr="0">
            <a:noAutofit/>
          </a:bodyPr>
          <a:lstStyle/>
          <a:p>
            <a:pPr algn="ctr" defTabSz="1219170"/>
            <a:r>
              <a:rPr lang="en" sz="2667">
                <a:latin typeface="Calibri"/>
                <a:ea typeface="Calibri"/>
                <a:cs typeface="Calibri"/>
                <a:sym typeface="Calibri"/>
              </a:rPr>
              <a:t>Group Thresholds</a:t>
            </a:r>
            <a:endParaRPr sz="2667">
              <a:latin typeface="Calibri"/>
              <a:ea typeface="Calibri"/>
              <a:cs typeface="Calibri"/>
              <a:sym typeface="Calibri"/>
            </a:endParaRPr>
          </a:p>
        </p:txBody>
      </p:sp>
      <p:sp>
        <p:nvSpPr>
          <p:cNvPr id="153" name="Google Shape;153;p18"/>
          <p:cNvSpPr/>
          <p:nvPr/>
        </p:nvSpPr>
        <p:spPr>
          <a:xfrm>
            <a:off x="8724500" y="3019833"/>
            <a:ext cx="734800" cy="486400"/>
          </a:xfrm>
          <a:prstGeom prst="downArrow">
            <a:avLst>
              <a:gd name="adj1" fmla="val 50000"/>
              <a:gd name="adj2" fmla="val 50000"/>
            </a:avLst>
          </a:prstGeom>
          <a:solidFill>
            <a:srgbClr val="8064A2"/>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cxnSp>
        <p:nvCxnSpPr>
          <p:cNvPr id="154" name="Google Shape;154;p18"/>
          <p:cNvCxnSpPr/>
          <p:nvPr/>
        </p:nvCxnSpPr>
        <p:spPr>
          <a:xfrm rot="10800000" flipH="1">
            <a:off x="1223133" y="2779567"/>
            <a:ext cx="1018000" cy="14000"/>
          </a:xfrm>
          <a:prstGeom prst="straightConnector1">
            <a:avLst/>
          </a:prstGeom>
          <a:noFill/>
          <a:ln w="28575" cap="flat" cmpd="sng">
            <a:solidFill>
              <a:srgbClr val="000000"/>
            </a:solidFill>
            <a:prstDash val="solid"/>
            <a:round/>
            <a:headEnd type="none" w="med" len="med"/>
            <a:tailEnd type="none" w="med" len="med"/>
          </a:ln>
        </p:spPr>
      </p:cxnSp>
      <p:cxnSp>
        <p:nvCxnSpPr>
          <p:cNvPr id="155" name="Google Shape;155;p18"/>
          <p:cNvCxnSpPr/>
          <p:nvPr/>
        </p:nvCxnSpPr>
        <p:spPr>
          <a:xfrm rot="10800000" flipH="1">
            <a:off x="2239133" y="2679733"/>
            <a:ext cx="1018000" cy="14000"/>
          </a:xfrm>
          <a:prstGeom prst="straightConnector1">
            <a:avLst/>
          </a:prstGeom>
          <a:noFill/>
          <a:ln w="28575" cap="flat" cmpd="sng">
            <a:solidFill>
              <a:srgbClr val="000000"/>
            </a:solidFill>
            <a:prstDash val="solid"/>
            <a:round/>
            <a:headEnd type="none" w="med" len="med"/>
            <a:tailEnd type="none" w="med" len="med"/>
          </a:ln>
        </p:spPr>
      </p:cxnSp>
      <p:cxnSp>
        <p:nvCxnSpPr>
          <p:cNvPr id="156" name="Google Shape;156;p18"/>
          <p:cNvCxnSpPr/>
          <p:nvPr/>
        </p:nvCxnSpPr>
        <p:spPr>
          <a:xfrm rot="10800000" flipH="1">
            <a:off x="3273753" y="3634100"/>
            <a:ext cx="1018000" cy="14000"/>
          </a:xfrm>
          <a:prstGeom prst="straightConnector1">
            <a:avLst/>
          </a:prstGeom>
          <a:noFill/>
          <a:ln w="28575" cap="flat" cmpd="sng">
            <a:solidFill>
              <a:srgbClr val="000000"/>
            </a:solidFill>
            <a:prstDash val="solid"/>
            <a:round/>
            <a:headEnd type="none" w="med" len="med"/>
            <a:tailEnd type="none" w="med" len="med"/>
          </a:ln>
        </p:spPr>
      </p:cxnSp>
      <p:cxnSp>
        <p:nvCxnSpPr>
          <p:cNvPr id="157" name="Google Shape;157;p18"/>
          <p:cNvCxnSpPr>
            <a:endCxn id="126" idx="1"/>
          </p:cNvCxnSpPr>
          <p:nvPr/>
        </p:nvCxnSpPr>
        <p:spPr>
          <a:xfrm>
            <a:off x="4280100" y="3629433"/>
            <a:ext cx="3030400" cy="1312800"/>
          </a:xfrm>
          <a:prstGeom prst="straightConnector1">
            <a:avLst/>
          </a:prstGeom>
          <a:noFill/>
          <a:ln w="28575" cap="flat" cmpd="sng">
            <a:solidFill>
              <a:srgbClr val="000000"/>
            </a:solidFill>
            <a:prstDash val="solid"/>
            <a:round/>
            <a:headEnd type="none" w="med" len="med"/>
            <a:tailEnd type="none" w="med" len="med"/>
          </a:ln>
        </p:spPr>
      </p:cxnSp>
      <p:sp>
        <p:nvSpPr>
          <p:cNvPr id="158" name="Google Shape;158;p18"/>
          <p:cNvSpPr/>
          <p:nvPr/>
        </p:nvSpPr>
        <p:spPr>
          <a:xfrm>
            <a:off x="3604553" y="3185800"/>
            <a:ext cx="320000" cy="424400"/>
          </a:xfrm>
          <a:prstGeom prst="downArrow">
            <a:avLst>
              <a:gd name="adj1" fmla="val 50000"/>
              <a:gd name="adj2" fmla="val 50000"/>
            </a:avLst>
          </a:prstGeom>
          <a:solidFill>
            <a:srgbClr val="8064A2"/>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59" name="Google Shape;159;p18"/>
          <p:cNvSpPr/>
          <p:nvPr/>
        </p:nvSpPr>
        <p:spPr>
          <a:xfrm rot="10800000">
            <a:off x="2588133" y="2722793"/>
            <a:ext cx="320000" cy="367200"/>
          </a:xfrm>
          <a:prstGeom prst="downArrow">
            <a:avLst>
              <a:gd name="adj1" fmla="val 50000"/>
              <a:gd name="adj2" fmla="val 50000"/>
            </a:avLst>
          </a:prstGeom>
          <a:solidFill>
            <a:srgbClr val="8064A2"/>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60" name="Google Shape;160;p18"/>
          <p:cNvSpPr/>
          <p:nvPr/>
        </p:nvSpPr>
        <p:spPr>
          <a:xfrm rot="10800000">
            <a:off x="1558267" y="2807547"/>
            <a:ext cx="320000" cy="296800"/>
          </a:xfrm>
          <a:prstGeom prst="downArrow">
            <a:avLst>
              <a:gd name="adj1" fmla="val 50000"/>
              <a:gd name="adj2" fmla="val 50000"/>
            </a:avLst>
          </a:prstGeom>
          <a:solidFill>
            <a:srgbClr val="8064A2"/>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Tree>
    <p:extLst>
      <p:ext uri="{BB962C8B-B14F-4D97-AF65-F5344CB8AC3E}">
        <p14:creationId xmlns:p14="http://schemas.microsoft.com/office/powerpoint/2010/main" val="123982156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EBB6D-8745-0F45-AAA5-826B2F378AFA}"/>
              </a:ext>
            </a:extLst>
          </p:cNvPr>
          <p:cNvSpPr>
            <a:spLocks noGrp="1"/>
          </p:cNvSpPr>
          <p:nvPr>
            <p:ph type="title"/>
          </p:nvPr>
        </p:nvSpPr>
        <p:spPr/>
        <p:txBody>
          <a:bodyPr/>
          <a:lstStyle/>
          <a:p>
            <a:r>
              <a:rPr lang="en-US" dirty="0"/>
              <a:t>Equality of Predictions vs Underlying Disparities</a:t>
            </a:r>
          </a:p>
        </p:txBody>
      </p:sp>
      <p:sp>
        <p:nvSpPr>
          <p:cNvPr id="4" name="Text Placeholder 3">
            <a:extLst>
              <a:ext uri="{FF2B5EF4-FFF2-40B4-BE49-F238E27FC236}">
                <a16:creationId xmlns:a16="http://schemas.microsoft.com/office/drawing/2014/main" id="{6ADC1676-C693-8548-A62A-1E5765555E9D}"/>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BFAC8F7F-8468-6B4B-A182-4789A5D7C080}"/>
              </a:ext>
            </a:extLst>
          </p:cNvPr>
          <p:cNvPicPr>
            <a:picLocks noChangeAspect="1"/>
          </p:cNvPicPr>
          <p:nvPr/>
        </p:nvPicPr>
        <p:blipFill>
          <a:blip r:embed="rId2"/>
          <a:stretch>
            <a:fillRect/>
          </a:stretch>
        </p:blipFill>
        <p:spPr>
          <a:xfrm>
            <a:off x="2344657" y="1353807"/>
            <a:ext cx="7212980" cy="4882632"/>
          </a:xfrm>
          <a:prstGeom prst="rect">
            <a:avLst/>
          </a:prstGeom>
        </p:spPr>
      </p:pic>
      <p:sp>
        <p:nvSpPr>
          <p:cNvPr id="8" name="Right Brace 7">
            <a:extLst>
              <a:ext uri="{FF2B5EF4-FFF2-40B4-BE49-F238E27FC236}">
                <a16:creationId xmlns:a16="http://schemas.microsoft.com/office/drawing/2014/main" id="{91BF3308-A82C-7B4C-BCE1-FC66CE5E5C41}"/>
              </a:ext>
            </a:extLst>
          </p:cNvPr>
          <p:cNvSpPr/>
          <p:nvPr/>
        </p:nvSpPr>
        <p:spPr>
          <a:xfrm>
            <a:off x="8552329" y="2944905"/>
            <a:ext cx="457200" cy="1411942"/>
          </a:xfrm>
          <a:prstGeom prst="rightBrace">
            <a:avLst>
              <a:gd name="adj1" fmla="val 34803"/>
              <a:gd name="adj2" fmla="val 50953"/>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CEA1A41D-9DAE-304D-9D3B-FD0430E1E7F1}"/>
              </a:ext>
            </a:extLst>
          </p:cNvPr>
          <p:cNvSpPr txBox="1"/>
          <p:nvPr/>
        </p:nvSpPr>
        <p:spPr>
          <a:xfrm>
            <a:off x="9009529" y="3064185"/>
            <a:ext cx="2701381" cy="1200329"/>
          </a:xfrm>
          <a:prstGeom prst="rect">
            <a:avLst/>
          </a:prstGeom>
          <a:noFill/>
        </p:spPr>
        <p:txBody>
          <a:bodyPr wrap="none" rtlCol="0">
            <a:spAutoFit/>
          </a:bodyPr>
          <a:lstStyle/>
          <a:p>
            <a:r>
              <a:rPr lang="en-US" sz="2400" dirty="0">
                <a:solidFill>
                  <a:srgbClr val="FF0000"/>
                </a:solidFill>
              </a:rPr>
              <a:t>Widening Gap:</a:t>
            </a:r>
          </a:p>
          <a:p>
            <a:r>
              <a:rPr lang="en-US" sz="2400" dirty="0">
                <a:solidFill>
                  <a:srgbClr val="FF0000"/>
                </a:solidFill>
              </a:rPr>
              <a:t>Disparities Getting</a:t>
            </a:r>
          </a:p>
          <a:p>
            <a:r>
              <a:rPr lang="en-US" sz="2400" dirty="0">
                <a:solidFill>
                  <a:srgbClr val="FF0000"/>
                </a:solidFill>
              </a:rPr>
              <a:t>Larger Over Time</a:t>
            </a:r>
          </a:p>
        </p:txBody>
      </p:sp>
    </p:spTree>
    <p:extLst>
      <p:ext uri="{BB962C8B-B14F-4D97-AF65-F5344CB8AC3E}">
        <p14:creationId xmlns:p14="http://schemas.microsoft.com/office/powerpoint/2010/main" val="45749063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F0DF292-49CF-5B4A-848A-A7CFDD0BFDF9}"/>
              </a:ext>
            </a:extLst>
          </p:cNvPr>
          <p:cNvSpPr>
            <a:spLocks noGrp="1"/>
          </p:cNvSpPr>
          <p:nvPr>
            <p:ph type="title"/>
          </p:nvPr>
        </p:nvSpPr>
        <p:spPr/>
        <p:txBody>
          <a:bodyPr/>
          <a:lstStyle/>
          <a:p>
            <a:r>
              <a:rPr lang="en-US" dirty="0"/>
              <a:t>Equality of Predictions vs Underlying Disparities</a:t>
            </a:r>
          </a:p>
        </p:txBody>
      </p:sp>
      <p:sp>
        <p:nvSpPr>
          <p:cNvPr id="6" name="Text Placeholder 5">
            <a:extLst>
              <a:ext uri="{FF2B5EF4-FFF2-40B4-BE49-F238E27FC236}">
                <a16:creationId xmlns:a16="http://schemas.microsoft.com/office/drawing/2014/main" id="{169DAE40-CD44-2E47-B9DC-215B3936C792}"/>
              </a:ext>
            </a:extLst>
          </p:cNvPr>
          <p:cNvSpPr>
            <a:spLocks noGrp="1"/>
          </p:cNvSpPr>
          <p:nvPr>
            <p:ph type="body" idx="1"/>
          </p:nvPr>
        </p:nvSpPr>
        <p:spPr/>
        <p:txBody>
          <a:bodyPr/>
          <a:lstStyle/>
          <a:p>
            <a:endParaRPr lang="en-US" dirty="0"/>
          </a:p>
        </p:txBody>
      </p:sp>
      <p:pic>
        <p:nvPicPr>
          <p:cNvPr id="4" name="Picture 3">
            <a:extLst>
              <a:ext uri="{FF2B5EF4-FFF2-40B4-BE49-F238E27FC236}">
                <a16:creationId xmlns:a16="http://schemas.microsoft.com/office/drawing/2014/main" id="{E751A8D3-C424-1142-93DE-3AB01747941B}"/>
              </a:ext>
            </a:extLst>
          </p:cNvPr>
          <p:cNvPicPr>
            <a:picLocks noChangeAspect="1"/>
          </p:cNvPicPr>
          <p:nvPr/>
        </p:nvPicPr>
        <p:blipFill rotWithShape="1">
          <a:blip r:embed="rId2"/>
          <a:srcRect r="5093"/>
          <a:stretch/>
        </p:blipFill>
        <p:spPr>
          <a:xfrm>
            <a:off x="2536478" y="1140191"/>
            <a:ext cx="6822675" cy="4768095"/>
          </a:xfrm>
          <a:prstGeom prst="rect">
            <a:avLst/>
          </a:prstGeom>
        </p:spPr>
      </p:pic>
      <p:sp>
        <p:nvSpPr>
          <p:cNvPr id="7" name="Right Brace 6">
            <a:extLst>
              <a:ext uri="{FF2B5EF4-FFF2-40B4-BE49-F238E27FC236}">
                <a16:creationId xmlns:a16="http://schemas.microsoft.com/office/drawing/2014/main" id="{4FEA53CD-E774-C747-A747-AF71B4ADCCBC}"/>
              </a:ext>
            </a:extLst>
          </p:cNvPr>
          <p:cNvSpPr/>
          <p:nvPr/>
        </p:nvSpPr>
        <p:spPr>
          <a:xfrm>
            <a:off x="8740587" y="3213847"/>
            <a:ext cx="334332" cy="599319"/>
          </a:xfrm>
          <a:prstGeom prst="rightBrace">
            <a:avLst>
              <a:gd name="adj1" fmla="val 34803"/>
              <a:gd name="adj2" fmla="val 50953"/>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12A310A9-DB68-594E-9927-D7BB02846EBA}"/>
              </a:ext>
            </a:extLst>
          </p:cNvPr>
          <p:cNvSpPr txBox="1"/>
          <p:nvPr/>
        </p:nvSpPr>
        <p:spPr>
          <a:xfrm>
            <a:off x="9074919" y="2921891"/>
            <a:ext cx="2938625" cy="1200329"/>
          </a:xfrm>
          <a:prstGeom prst="rect">
            <a:avLst/>
          </a:prstGeom>
          <a:noFill/>
        </p:spPr>
        <p:txBody>
          <a:bodyPr wrap="none" rtlCol="0">
            <a:spAutoFit/>
          </a:bodyPr>
          <a:lstStyle/>
          <a:p>
            <a:r>
              <a:rPr lang="en-US" sz="2400" dirty="0">
                <a:solidFill>
                  <a:srgbClr val="FF0000"/>
                </a:solidFill>
              </a:rPr>
              <a:t>Parallel Lines:</a:t>
            </a:r>
          </a:p>
          <a:p>
            <a:r>
              <a:rPr lang="en-US" sz="2400" dirty="0">
                <a:solidFill>
                  <a:srgbClr val="FF0000"/>
                </a:solidFill>
              </a:rPr>
              <a:t>Disparities Remain</a:t>
            </a:r>
          </a:p>
          <a:p>
            <a:r>
              <a:rPr lang="en-US" sz="2400" dirty="0">
                <a:solidFill>
                  <a:srgbClr val="FF0000"/>
                </a:solidFill>
              </a:rPr>
              <a:t>Constant Over Time</a:t>
            </a:r>
          </a:p>
        </p:txBody>
      </p:sp>
    </p:spTree>
    <p:extLst>
      <p:ext uri="{BB962C8B-B14F-4D97-AF65-F5344CB8AC3E}">
        <p14:creationId xmlns:p14="http://schemas.microsoft.com/office/powerpoint/2010/main" val="278981129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A70519-48A5-9043-A177-99F36CB45964}"/>
              </a:ext>
            </a:extLst>
          </p:cNvPr>
          <p:cNvSpPr>
            <a:spLocks noGrp="1"/>
          </p:cNvSpPr>
          <p:nvPr>
            <p:ph type="title"/>
          </p:nvPr>
        </p:nvSpPr>
        <p:spPr/>
        <p:txBody>
          <a:bodyPr/>
          <a:lstStyle/>
          <a:p>
            <a:r>
              <a:rPr lang="en-US" dirty="0"/>
              <a:t>Equality of Predictions vs Underlying Disparities</a:t>
            </a:r>
          </a:p>
        </p:txBody>
      </p:sp>
      <p:sp>
        <p:nvSpPr>
          <p:cNvPr id="6" name="Text Placeholder 5">
            <a:extLst>
              <a:ext uri="{FF2B5EF4-FFF2-40B4-BE49-F238E27FC236}">
                <a16:creationId xmlns:a16="http://schemas.microsoft.com/office/drawing/2014/main" id="{6C2FF91A-73DB-A446-94DE-90616198D0D2}"/>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EE1A7F39-118C-1641-B203-DB4F035F48A3}"/>
              </a:ext>
            </a:extLst>
          </p:cNvPr>
          <p:cNvPicPr>
            <a:picLocks noChangeAspect="1"/>
          </p:cNvPicPr>
          <p:nvPr/>
        </p:nvPicPr>
        <p:blipFill rotWithShape="1">
          <a:blip r:embed="rId2"/>
          <a:srcRect r="1293"/>
          <a:stretch/>
        </p:blipFill>
        <p:spPr>
          <a:xfrm>
            <a:off x="2091888" y="1173563"/>
            <a:ext cx="7259377" cy="4911268"/>
          </a:xfrm>
          <a:prstGeom prst="rect">
            <a:avLst/>
          </a:prstGeom>
        </p:spPr>
      </p:pic>
      <p:sp>
        <p:nvSpPr>
          <p:cNvPr id="7" name="TextBox 6">
            <a:extLst>
              <a:ext uri="{FF2B5EF4-FFF2-40B4-BE49-F238E27FC236}">
                <a16:creationId xmlns:a16="http://schemas.microsoft.com/office/drawing/2014/main" id="{6E9DC26A-4B53-EA44-91FA-BA0FDF6ED0A0}"/>
              </a:ext>
            </a:extLst>
          </p:cNvPr>
          <p:cNvSpPr txBox="1"/>
          <p:nvPr/>
        </p:nvSpPr>
        <p:spPr>
          <a:xfrm>
            <a:off x="9094470" y="2828835"/>
            <a:ext cx="3028393" cy="1200329"/>
          </a:xfrm>
          <a:prstGeom prst="rect">
            <a:avLst/>
          </a:prstGeom>
          <a:noFill/>
        </p:spPr>
        <p:txBody>
          <a:bodyPr wrap="none" rtlCol="0">
            <a:spAutoFit/>
          </a:bodyPr>
          <a:lstStyle/>
          <a:p>
            <a:r>
              <a:rPr lang="en-US" sz="2400" dirty="0">
                <a:solidFill>
                  <a:srgbClr val="FF0000"/>
                </a:solidFill>
              </a:rPr>
              <a:t>Converging Lines:</a:t>
            </a:r>
          </a:p>
          <a:p>
            <a:r>
              <a:rPr lang="en-US" sz="2400" dirty="0">
                <a:solidFill>
                  <a:srgbClr val="FF0000"/>
                </a:solidFill>
              </a:rPr>
              <a:t>Disparities Decrease</a:t>
            </a:r>
          </a:p>
          <a:p>
            <a:r>
              <a:rPr lang="en-US" sz="2400" dirty="0">
                <a:solidFill>
                  <a:srgbClr val="FF0000"/>
                </a:solidFill>
              </a:rPr>
              <a:t>Over Time</a:t>
            </a:r>
          </a:p>
        </p:txBody>
      </p:sp>
      <p:cxnSp>
        <p:nvCxnSpPr>
          <p:cNvPr id="9" name="Straight Connector 8">
            <a:extLst>
              <a:ext uri="{FF2B5EF4-FFF2-40B4-BE49-F238E27FC236}">
                <a16:creationId xmlns:a16="http://schemas.microsoft.com/office/drawing/2014/main" id="{1D67A756-235A-B747-A4EB-C44DD6D14D98}"/>
              </a:ext>
            </a:extLst>
          </p:cNvPr>
          <p:cNvCxnSpPr/>
          <p:nvPr/>
        </p:nvCxnSpPr>
        <p:spPr>
          <a:xfrm flipV="1">
            <a:off x="8431306" y="3429000"/>
            <a:ext cx="663164" cy="38523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690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22F21-27CE-1645-952A-B978ECD75663}"/>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AE81B94F-803A-FC46-90FD-58206EE5A442}"/>
              </a:ext>
            </a:extLst>
          </p:cNvPr>
          <p:cNvSpPr>
            <a:spLocks noGrp="1"/>
          </p:cNvSpPr>
          <p:nvPr>
            <p:ph type="body" idx="1"/>
          </p:nvPr>
        </p:nvSpPr>
        <p:spPr/>
        <p:txBody>
          <a:bodyPr/>
          <a:lstStyle/>
          <a:p>
            <a:endParaRPr lang="en-US"/>
          </a:p>
        </p:txBody>
      </p:sp>
      <p:pic>
        <p:nvPicPr>
          <p:cNvPr id="10" name="Picture 9">
            <a:extLst>
              <a:ext uri="{FF2B5EF4-FFF2-40B4-BE49-F238E27FC236}">
                <a16:creationId xmlns:a16="http://schemas.microsoft.com/office/drawing/2014/main" id="{D34345D3-91E0-704D-AA84-958713E88CAB}"/>
              </a:ext>
            </a:extLst>
          </p:cNvPr>
          <p:cNvPicPr>
            <a:picLocks noChangeAspect="1"/>
          </p:cNvPicPr>
          <p:nvPr/>
        </p:nvPicPr>
        <p:blipFill>
          <a:blip r:embed="rId2"/>
          <a:stretch>
            <a:fillRect/>
          </a:stretch>
        </p:blipFill>
        <p:spPr>
          <a:xfrm>
            <a:off x="1543265" y="85344"/>
            <a:ext cx="8797720" cy="6370320"/>
          </a:xfrm>
          <a:prstGeom prst="rect">
            <a:avLst/>
          </a:prstGeom>
        </p:spPr>
      </p:pic>
      <p:cxnSp>
        <p:nvCxnSpPr>
          <p:cNvPr id="12" name="Straight Connector 11">
            <a:extLst>
              <a:ext uri="{FF2B5EF4-FFF2-40B4-BE49-F238E27FC236}">
                <a16:creationId xmlns:a16="http://schemas.microsoft.com/office/drawing/2014/main" id="{5FED73F4-7BC1-3742-91A1-10FAB3B87E09}"/>
              </a:ext>
            </a:extLst>
          </p:cNvPr>
          <p:cNvCxnSpPr/>
          <p:nvPr/>
        </p:nvCxnSpPr>
        <p:spPr>
          <a:xfrm>
            <a:off x="1914144" y="243840"/>
            <a:ext cx="6498336" cy="5388864"/>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Connector 13">
            <a:extLst>
              <a:ext uri="{FF2B5EF4-FFF2-40B4-BE49-F238E27FC236}">
                <a16:creationId xmlns:a16="http://schemas.microsoft.com/office/drawing/2014/main" id="{230A5851-2DE0-8B4F-97BA-853F6FB0FF57}"/>
              </a:ext>
            </a:extLst>
          </p:cNvPr>
          <p:cNvCxnSpPr/>
          <p:nvPr/>
        </p:nvCxnSpPr>
        <p:spPr>
          <a:xfrm>
            <a:off x="3791712" y="4108704"/>
            <a:ext cx="841248" cy="1487424"/>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Straight Connector 14">
            <a:extLst>
              <a:ext uri="{FF2B5EF4-FFF2-40B4-BE49-F238E27FC236}">
                <a16:creationId xmlns:a16="http://schemas.microsoft.com/office/drawing/2014/main" id="{3C318E8E-6BF4-E549-9E73-CE4A5369284B}"/>
              </a:ext>
            </a:extLst>
          </p:cNvPr>
          <p:cNvCxnSpPr>
            <a:cxnSpLocks/>
          </p:cNvCxnSpPr>
          <p:nvPr/>
        </p:nvCxnSpPr>
        <p:spPr>
          <a:xfrm>
            <a:off x="3791712" y="2633472"/>
            <a:ext cx="3657600" cy="2999232"/>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91504441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9"/>
          <p:cNvSpPr txBox="1"/>
          <p:nvPr/>
        </p:nvSpPr>
        <p:spPr>
          <a:xfrm>
            <a:off x="457733" y="358733"/>
            <a:ext cx="11694000" cy="1018000"/>
          </a:xfrm>
          <a:prstGeom prst="rect">
            <a:avLst/>
          </a:prstGeom>
          <a:noFill/>
          <a:ln>
            <a:noFill/>
          </a:ln>
        </p:spPr>
        <p:txBody>
          <a:bodyPr spcFirstLastPara="1" wrap="square" lIns="121900" tIns="121900" rIns="121900" bIns="121900" anchor="t" anchorCtr="0">
            <a:noAutofit/>
          </a:bodyPr>
          <a:lstStyle/>
          <a:p>
            <a:pPr algn="ctr" defTabSz="1219170"/>
            <a:r>
              <a:rPr lang="en" sz="4267">
                <a:latin typeface="Calibri"/>
                <a:ea typeface="Calibri"/>
                <a:cs typeface="Calibri"/>
                <a:sym typeface="Calibri"/>
              </a:rPr>
              <a:t>Menu of Options</a:t>
            </a:r>
            <a:endParaRPr sz="4267">
              <a:latin typeface="Calibri"/>
              <a:ea typeface="Calibri"/>
              <a:cs typeface="Calibri"/>
              <a:sym typeface="Calibri"/>
            </a:endParaRPr>
          </a:p>
        </p:txBody>
      </p:sp>
      <p:sp>
        <p:nvSpPr>
          <p:cNvPr id="166" name="Google Shape;166;p19"/>
          <p:cNvSpPr/>
          <p:nvPr/>
        </p:nvSpPr>
        <p:spPr>
          <a:xfrm>
            <a:off x="3383700" y="3554967"/>
            <a:ext cx="3791200" cy="1131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67" name="Google Shape;167;p19"/>
          <p:cNvSpPr/>
          <p:nvPr/>
        </p:nvSpPr>
        <p:spPr>
          <a:xfrm>
            <a:off x="7362333" y="3554967"/>
            <a:ext cx="3791200" cy="1131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68" name="Google Shape;168;p19"/>
          <p:cNvSpPr/>
          <p:nvPr/>
        </p:nvSpPr>
        <p:spPr>
          <a:xfrm>
            <a:off x="3383700" y="4889367"/>
            <a:ext cx="3791200" cy="1131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69" name="Google Shape;169;p19"/>
          <p:cNvSpPr/>
          <p:nvPr/>
        </p:nvSpPr>
        <p:spPr>
          <a:xfrm>
            <a:off x="7362333" y="4889367"/>
            <a:ext cx="3791200" cy="1131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70" name="Google Shape;170;p19"/>
          <p:cNvSpPr txBox="1"/>
          <p:nvPr/>
        </p:nvSpPr>
        <p:spPr>
          <a:xfrm>
            <a:off x="3701900" y="1493767"/>
            <a:ext cx="3154800" cy="537200"/>
          </a:xfrm>
          <a:prstGeom prst="rect">
            <a:avLst/>
          </a:prstGeom>
          <a:noFill/>
          <a:ln>
            <a:noFill/>
          </a:ln>
        </p:spPr>
        <p:txBody>
          <a:bodyPr spcFirstLastPara="1" wrap="square" lIns="121900" tIns="121900" rIns="121900" bIns="121900" anchor="ctr" anchorCtr="0">
            <a:noAutofit/>
          </a:bodyPr>
          <a:lstStyle/>
          <a:p>
            <a:pPr algn="ctr" defTabSz="1219170"/>
            <a:r>
              <a:rPr lang="en" sz="3200">
                <a:latin typeface="Calibri"/>
                <a:ea typeface="Calibri"/>
                <a:cs typeface="Calibri"/>
                <a:sym typeface="Calibri"/>
              </a:rPr>
              <a:t>Current Scale</a:t>
            </a:r>
            <a:endParaRPr sz="3200">
              <a:latin typeface="Calibri"/>
              <a:ea typeface="Calibri"/>
              <a:cs typeface="Calibri"/>
              <a:sym typeface="Calibri"/>
            </a:endParaRPr>
          </a:p>
        </p:txBody>
      </p:sp>
      <p:sp>
        <p:nvSpPr>
          <p:cNvPr id="171" name="Google Shape;171;p19"/>
          <p:cNvSpPr txBox="1"/>
          <p:nvPr/>
        </p:nvSpPr>
        <p:spPr>
          <a:xfrm>
            <a:off x="7680533" y="1493767"/>
            <a:ext cx="3154800" cy="537200"/>
          </a:xfrm>
          <a:prstGeom prst="rect">
            <a:avLst/>
          </a:prstGeom>
          <a:noFill/>
          <a:ln>
            <a:noFill/>
          </a:ln>
        </p:spPr>
        <p:txBody>
          <a:bodyPr spcFirstLastPara="1" wrap="square" lIns="121900" tIns="121900" rIns="121900" bIns="121900" anchor="ctr" anchorCtr="0">
            <a:noAutofit/>
          </a:bodyPr>
          <a:lstStyle/>
          <a:p>
            <a:pPr algn="ctr" defTabSz="1219170"/>
            <a:r>
              <a:rPr lang="en" sz="3200">
                <a:latin typeface="Calibri"/>
                <a:ea typeface="Calibri"/>
                <a:cs typeface="Calibri"/>
                <a:sym typeface="Calibri"/>
              </a:rPr>
              <a:t>Expanded Scale</a:t>
            </a:r>
            <a:endParaRPr sz="3200">
              <a:latin typeface="Calibri"/>
              <a:ea typeface="Calibri"/>
              <a:cs typeface="Calibri"/>
              <a:sym typeface="Calibri"/>
            </a:endParaRPr>
          </a:p>
        </p:txBody>
      </p:sp>
      <p:sp>
        <p:nvSpPr>
          <p:cNvPr id="172" name="Google Shape;172;p19"/>
          <p:cNvSpPr txBox="1"/>
          <p:nvPr/>
        </p:nvSpPr>
        <p:spPr>
          <a:xfrm>
            <a:off x="965733" y="3554967"/>
            <a:ext cx="2418000" cy="1131200"/>
          </a:xfrm>
          <a:prstGeom prst="rect">
            <a:avLst/>
          </a:prstGeom>
          <a:noFill/>
          <a:ln>
            <a:noFill/>
          </a:ln>
        </p:spPr>
        <p:txBody>
          <a:bodyPr spcFirstLastPara="1" wrap="square" lIns="121900" tIns="121900" rIns="121900" bIns="121900" anchor="ctr" anchorCtr="0">
            <a:noAutofit/>
          </a:bodyPr>
          <a:lstStyle/>
          <a:p>
            <a:pPr algn="ctr" defTabSz="1219170"/>
            <a:r>
              <a:rPr lang="en" sz="3200">
                <a:latin typeface="Calibri"/>
                <a:ea typeface="Calibri"/>
                <a:cs typeface="Calibri"/>
                <a:sym typeface="Calibri"/>
              </a:rPr>
              <a:t>Equalize</a:t>
            </a:r>
            <a:endParaRPr sz="3200">
              <a:latin typeface="Calibri"/>
              <a:ea typeface="Calibri"/>
              <a:cs typeface="Calibri"/>
              <a:sym typeface="Calibri"/>
            </a:endParaRPr>
          </a:p>
          <a:p>
            <a:pPr algn="ctr" defTabSz="1219170"/>
            <a:r>
              <a:rPr lang="en" sz="3200">
                <a:latin typeface="Calibri"/>
                <a:ea typeface="Calibri"/>
                <a:cs typeface="Calibri"/>
                <a:sym typeface="Calibri"/>
              </a:rPr>
              <a:t>Recall</a:t>
            </a:r>
            <a:endParaRPr sz="3200">
              <a:latin typeface="Calibri"/>
              <a:ea typeface="Calibri"/>
              <a:cs typeface="Calibri"/>
              <a:sym typeface="Calibri"/>
            </a:endParaRPr>
          </a:p>
        </p:txBody>
      </p:sp>
      <p:sp>
        <p:nvSpPr>
          <p:cNvPr id="173" name="Google Shape;173;p19"/>
          <p:cNvSpPr txBox="1"/>
          <p:nvPr/>
        </p:nvSpPr>
        <p:spPr>
          <a:xfrm>
            <a:off x="965733" y="4889367"/>
            <a:ext cx="2418000" cy="1131200"/>
          </a:xfrm>
          <a:prstGeom prst="rect">
            <a:avLst/>
          </a:prstGeom>
          <a:noFill/>
          <a:ln>
            <a:noFill/>
          </a:ln>
        </p:spPr>
        <p:txBody>
          <a:bodyPr spcFirstLastPara="1" wrap="square" lIns="121900" tIns="121900" rIns="121900" bIns="121900" anchor="ctr" anchorCtr="0">
            <a:noAutofit/>
          </a:bodyPr>
          <a:lstStyle/>
          <a:p>
            <a:pPr algn="ctr" defTabSz="1219170"/>
            <a:r>
              <a:rPr lang="en" sz="3200">
                <a:latin typeface="Calibri"/>
                <a:ea typeface="Calibri"/>
                <a:cs typeface="Calibri"/>
                <a:sym typeface="Calibri"/>
              </a:rPr>
              <a:t>Reduce</a:t>
            </a:r>
            <a:endParaRPr sz="3200">
              <a:latin typeface="Calibri"/>
              <a:ea typeface="Calibri"/>
              <a:cs typeface="Calibri"/>
              <a:sym typeface="Calibri"/>
            </a:endParaRPr>
          </a:p>
          <a:p>
            <a:pPr algn="ctr" defTabSz="1219170"/>
            <a:r>
              <a:rPr lang="en" sz="3200">
                <a:latin typeface="Calibri"/>
                <a:ea typeface="Calibri"/>
                <a:cs typeface="Calibri"/>
                <a:sym typeface="Calibri"/>
              </a:rPr>
              <a:t>Disparities</a:t>
            </a:r>
            <a:endParaRPr sz="3200">
              <a:latin typeface="Calibri"/>
              <a:ea typeface="Calibri"/>
              <a:cs typeface="Calibri"/>
              <a:sym typeface="Calibri"/>
            </a:endParaRPr>
          </a:p>
        </p:txBody>
      </p:sp>
      <p:sp>
        <p:nvSpPr>
          <p:cNvPr id="174" name="Google Shape;174;p19"/>
          <p:cNvSpPr/>
          <p:nvPr/>
        </p:nvSpPr>
        <p:spPr>
          <a:xfrm>
            <a:off x="3383700" y="2220567"/>
            <a:ext cx="3791200" cy="1131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75" name="Google Shape;175;p19"/>
          <p:cNvSpPr txBox="1"/>
          <p:nvPr/>
        </p:nvSpPr>
        <p:spPr>
          <a:xfrm>
            <a:off x="965733" y="2220567"/>
            <a:ext cx="2418000" cy="1131200"/>
          </a:xfrm>
          <a:prstGeom prst="rect">
            <a:avLst/>
          </a:prstGeom>
          <a:noFill/>
          <a:ln>
            <a:noFill/>
          </a:ln>
        </p:spPr>
        <p:txBody>
          <a:bodyPr spcFirstLastPara="1" wrap="square" lIns="121900" tIns="121900" rIns="121900" bIns="121900" anchor="ctr" anchorCtr="0">
            <a:noAutofit/>
          </a:bodyPr>
          <a:lstStyle/>
          <a:p>
            <a:pPr algn="ctr" defTabSz="1219170"/>
            <a:r>
              <a:rPr lang="en" sz="3200">
                <a:latin typeface="Calibri"/>
                <a:ea typeface="Calibri"/>
                <a:cs typeface="Calibri"/>
                <a:sym typeface="Calibri"/>
              </a:rPr>
              <a:t>No</a:t>
            </a:r>
            <a:endParaRPr sz="3200">
              <a:latin typeface="Calibri"/>
              <a:ea typeface="Calibri"/>
              <a:cs typeface="Calibri"/>
              <a:sym typeface="Calibri"/>
            </a:endParaRPr>
          </a:p>
          <a:p>
            <a:pPr algn="ctr" defTabSz="1219170"/>
            <a:r>
              <a:rPr lang="en" sz="3200">
                <a:latin typeface="Calibri"/>
                <a:ea typeface="Calibri"/>
                <a:cs typeface="Calibri"/>
                <a:sym typeface="Calibri"/>
              </a:rPr>
              <a:t>Constraint</a:t>
            </a:r>
            <a:endParaRPr sz="3200">
              <a:latin typeface="Calibri"/>
              <a:ea typeface="Calibri"/>
              <a:cs typeface="Calibri"/>
              <a:sym typeface="Calibri"/>
            </a:endParaRPr>
          </a:p>
        </p:txBody>
      </p:sp>
    </p:spTree>
    <p:extLst>
      <p:ext uri="{BB962C8B-B14F-4D97-AF65-F5344CB8AC3E}">
        <p14:creationId xmlns:p14="http://schemas.microsoft.com/office/powerpoint/2010/main" val="70114667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0"/>
          <p:cNvSpPr txBox="1"/>
          <p:nvPr/>
        </p:nvSpPr>
        <p:spPr>
          <a:xfrm>
            <a:off x="457733" y="358733"/>
            <a:ext cx="11694000" cy="1018000"/>
          </a:xfrm>
          <a:prstGeom prst="rect">
            <a:avLst/>
          </a:prstGeom>
          <a:noFill/>
          <a:ln>
            <a:noFill/>
          </a:ln>
        </p:spPr>
        <p:txBody>
          <a:bodyPr spcFirstLastPara="1" wrap="square" lIns="121900" tIns="121900" rIns="121900" bIns="121900" anchor="t" anchorCtr="0">
            <a:noAutofit/>
          </a:bodyPr>
          <a:lstStyle/>
          <a:p>
            <a:pPr algn="ctr" defTabSz="1219170"/>
            <a:r>
              <a:rPr lang="en" sz="4267">
                <a:latin typeface="Calibri"/>
                <a:ea typeface="Calibri"/>
                <a:cs typeface="Calibri"/>
                <a:sym typeface="Calibri"/>
              </a:rPr>
              <a:t>Menu of Options</a:t>
            </a:r>
            <a:endParaRPr sz="4267">
              <a:latin typeface="Calibri"/>
              <a:ea typeface="Calibri"/>
              <a:cs typeface="Calibri"/>
              <a:sym typeface="Calibri"/>
            </a:endParaRPr>
          </a:p>
        </p:txBody>
      </p:sp>
      <p:sp>
        <p:nvSpPr>
          <p:cNvPr id="181" name="Google Shape;181;p20"/>
          <p:cNvSpPr/>
          <p:nvPr/>
        </p:nvSpPr>
        <p:spPr>
          <a:xfrm>
            <a:off x="3383700" y="3554967"/>
            <a:ext cx="3791200" cy="1131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82" name="Google Shape;182;p20"/>
          <p:cNvSpPr/>
          <p:nvPr/>
        </p:nvSpPr>
        <p:spPr>
          <a:xfrm>
            <a:off x="7362333" y="3554967"/>
            <a:ext cx="3791200" cy="1131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83" name="Google Shape;183;p20"/>
          <p:cNvSpPr/>
          <p:nvPr/>
        </p:nvSpPr>
        <p:spPr>
          <a:xfrm>
            <a:off x="3383700" y="4889367"/>
            <a:ext cx="3791200" cy="1131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84" name="Google Shape;184;p20"/>
          <p:cNvSpPr/>
          <p:nvPr/>
        </p:nvSpPr>
        <p:spPr>
          <a:xfrm>
            <a:off x="7362333" y="4889367"/>
            <a:ext cx="3791200" cy="1131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85" name="Google Shape;185;p20"/>
          <p:cNvSpPr txBox="1"/>
          <p:nvPr/>
        </p:nvSpPr>
        <p:spPr>
          <a:xfrm>
            <a:off x="3701900" y="1493767"/>
            <a:ext cx="3154800" cy="537200"/>
          </a:xfrm>
          <a:prstGeom prst="rect">
            <a:avLst/>
          </a:prstGeom>
          <a:noFill/>
          <a:ln>
            <a:noFill/>
          </a:ln>
        </p:spPr>
        <p:txBody>
          <a:bodyPr spcFirstLastPara="1" wrap="square" lIns="121900" tIns="121900" rIns="121900" bIns="121900" anchor="ctr" anchorCtr="0">
            <a:noAutofit/>
          </a:bodyPr>
          <a:lstStyle/>
          <a:p>
            <a:pPr algn="ctr" defTabSz="1219170"/>
            <a:r>
              <a:rPr lang="en" sz="3200">
                <a:latin typeface="Calibri"/>
                <a:ea typeface="Calibri"/>
                <a:cs typeface="Calibri"/>
                <a:sym typeface="Calibri"/>
              </a:rPr>
              <a:t>Current Scale</a:t>
            </a:r>
            <a:endParaRPr sz="3200">
              <a:latin typeface="Calibri"/>
              <a:ea typeface="Calibri"/>
              <a:cs typeface="Calibri"/>
              <a:sym typeface="Calibri"/>
            </a:endParaRPr>
          </a:p>
        </p:txBody>
      </p:sp>
      <p:sp>
        <p:nvSpPr>
          <p:cNvPr id="186" name="Google Shape;186;p20"/>
          <p:cNvSpPr txBox="1"/>
          <p:nvPr/>
        </p:nvSpPr>
        <p:spPr>
          <a:xfrm>
            <a:off x="7680533" y="1493767"/>
            <a:ext cx="3154800" cy="537200"/>
          </a:xfrm>
          <a:prstGeom prst="rect">
            <a:avLst/>
          </a:prstGeom>
          <a:noFill/>
          <a:ln>
            <a:noFill/>
          </a:ln>
        </p:spPr>
        <p:txBody>
          <a:bodyPr spcFirstLastPara="1" wrap="square" lIns="121900" tIns="121900" rIns="121900" bIns="121900" anchor="ctr" anchorCtr="0">
            <a:noAutofit/>
          </a:bodyPr>
          <a:lstStyle/>
          <a:p>
            <a:pPr algn="ctr" defTabSz="1219170"/>
            <a:r>
              <a:rPr lang="en" sz="3200">
                <a:latin typeface="Calibri"/>
                <a:ea typeface="Calibri"/>
                <a:cs typeface="Calibri"/>
                <a:sym typeface="Calibri"/>
              </a:rPr>
              <a:t>Expanded Scale</a:t>
            </a:r>
            <a:endParaRPr sz="3200">
              <a:latin typeface="Calibri"/>
              <a:ea typeface="Calibri"/>
              <a:cs typeface="Calibri"/>
              <a:sym typeface="Calibri"/>
            </a:endParaRPr>
          </a:p>
        </p:txBody>
      </p:sp>
      <p:sp>
        <p:nvSpPr>
          <p:cNvPr id="187" name="Google Shape;187;p20"/>
          <p:cNvSpPr txBox="1"/>
          <p:nvPr/>
        </p:nvSpPr>
        <p:spPr>
          <a:xfrm>
            <a:off x="965733" y="3554967"/>
            <a:ext cx="2418000" cy="1131200"/>
          </a:xfrm>
          <a:prstGeom prst="rect">
            <a:avLst/>
          </a:prstGeom>
          <a:noFill/>
          <a:ln>
            <a:noFill/>
          </a:ln>
        </p:spPr>
        <p:txBody>
          <a:bodyPr spcFirstLastPara="1" wrap="square" lIns="121900" tIns="121900" rIns="121900" bIns="121900" anchor="ctr" anchorCtr="0">
            <a:noAutofit/>
          </a:bodyPr>
          <a:lstStyle/>
          <a:p>
            <a:pPr algn="ctr" defTabSz="1219170"/>
            <a:r>
              <a:rPr lang="en" sz="3200">
                <a:latin typeface="Calibri"/>
                <a:ea typeface="Calibri"/>
                <a:cs typeface="Calibri"/>
                <a:sym typeface="Calibri"/>
              </a:rPr>
              <a:t>Equalize</a:t>
            </a:r>
            <a:endParaRPr sz="3200">
              <a:latin typeface="Calibri"/>
              <a:ea typeface="Calibri"/>
              <a:cs typeface="Calibri"/>
              <a:sym typeface="Calibri"/>
            </a:endParaRPr>
          </a:p>
          <a:p>
            <a:pPr algn="ctr" defTabSz="1219170"/>
            <a:r>
              <a:rPr lang="en" sz="3200">
                <a:latin typeface="Calibri"/>
                <a:ea typeface="Calibri"/>
                <a:cs typeface="Calibri"/>
                <a:sym typeface="Calibri"/>
              </a:rPr>
              <a:t>Recall</a:t>
            </a:r>
            <a:endParaRPr sz="3200">
              <a:latin typeface="Calibri"/>
              <a:ea typeface="Calibri"/>
              <a:cs typeface="Calibri"/>
              <a:sym typeface="Calibri"/>
            </a:endParaRPr>
          </a:p>
        </p:txBody>
      </p:sp>
      <p:sp>
        <p:nvSpPr>
          <p:cNvPr id="188" name="Google Shape;188;p20"/>
          <p:cNvSpPr txBox="1"/>
          <p:nvPr/>
        </p:nvSpPr>
        <p:spPr>
          <a:xfrm>
            <a:off x="965733" y="4889367"/>
            <a:ext cx="2418000" cy="1131200"/>
          </a:xfrm>
          <a:prstGeom prst="rect">
            <a:avLst/>
          </a:prstGeom>
          <a:noFill/>
          <a:ln>
            <a:noFill/>
          </a:ln>
        </p:spPr>
        <p:txBody>
          <a:bodyPr spcFirstLastPara="1" wrap="square" lIns="121900" tIns="121900" rIns="121900" bIns="121900" anchor="ctr" anchorCtr="0">
            <a:noAutofit/>
          </a:bodyPr>
          <a:lstStyle/>
          <a:p>
            <a:pPr algn="ctr" defTabSz="1219170"/>
            <a:r>
              <a:rPr lang="en" sz="3200">
                <a:latin typeface="Calibri"/>
                <a:ea typeface="Calibri"/>
                <a:cs typeface="Calibri"/>
                <a:sym typeface="Calibri"/>
              </a:rPr>
              <a:t>Reduce</a:t>
            </a:r>
            <a:endParaRPr sz="3200">
              <a:latin typeface="Calibri"/>
              <a:ea typeface="Calibri"/>
              <a:cs typeface="Calibri"/>
              <a:sym typeface="Calibri"/>
            </a:endParaRPr>
          </a:p>
          <a:p>
            <a:pPr algn="ctr" defTabSz="1219170"/>
            <a:r>
              <a:rPr lang="en" sz="3200">
                <a:latin typeface="Calibri"/>
                <a:ea typeface="Calibri"/>
                <a:cs typeface="Calibri"/>
                <a:sym typeface="Calibri"/>
              </a:rPr>
              <a:t>Disparities</a:t>
            </a:r>
            <a:endParaRPr sz="3200">
              <a:latin typeface="Calibri"/>
              <a:ea typeface="Calibri"/>
              <a:cs typeface="Calibri"/>
              <a:sym typeface="Calibri"/>
            </a:endParaRPr>
          </a:p>
        </p:txBody>
      </p:sp>
      <p:sp>
        <p:nvSpPr>
          <p:cNvPr id="189" name="Google Shape;189;p20"/>
          <p:cNvSpPr/>
          <p:nvPr/>
        </p:nvSpPr>
        <p:spPr>
          <a:xfrm>
            <a:off x="3383700" y="2220567"/>
            <a:ext cx="3791200" cy="1131200"/>
          </a:xfrm>
          <a:prstGeom prst="rect">
            <a:avLst/>
          </a:prstGeom>
          <a:solidFill>
            <a:srgbClr val="4F81BE"/>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defTabSz="1219170"/>
            <a:r>
              <a:rPr lang="en" sz="2667">
                <a:solidFill>
                  <a:srgbClr val="FFFFFF"/>
                </a:solidFill>
              </a:rPr>
              <a:t>INITIAL</a:t>
            </a:r>
            <a:endParaRPr sz="2667">
              <a:solidFill>
                <a:srgbClr val="FFFFFF"/>
              </a:solidFill>
            </a:endParaRPr>
          </a:p>
          <a:p>
            <a:pPr algn="ctr" defTabSz="1219170"/>
            <a:r>
              <a:rPr lang="en" sz="2667">
                <a:solidFill>
                  <a:srgbClr val="FFFFFF"/>
                </a:solidFill>
              </a:rPr>
              <a:t>MODEL</a:t>
            </a:r>
            <a:endParaRPr sz="2667">
              <a:solidFill>
                <a:srgbClr val="FFFFFF"/>
              </a:solidFill>
            </a:endParaRPr>
          </a:p>
        </p:txBody>
      </p:sp>
      <p:sp>
        <p:nvSpPr>
          <p:cNvPr id="190" name="Google Shape;190;p20"/>
          <p:cNvSpPr txBox="1"/>
          <p:nvPr/>
        </p:nvSpPr>
        <p:spPr>
          <a:xfrm>
            <a:off x="965733" y="2220567"/>
            <a:ext cx="2418000" cy="1131200"/>
          </a:xfrm>
          <a:prstGeom prst="rect">
            <a:avLst/>
          </a:prstGeom>
          <a:noFill/>
          <a:ln>
            <a:noFill/>
          </a:ln>
        </p:spPr>
        <p:txBody>
          <a:bodyPr spcFirstLastPara="1" wrap="square" lIns="121900" tIns="121900" rIns="121900" bIns="121900" anchor="ctr" anchorCtr="0">
            <a:noAutofit/>
          </a:bodyPr>
          <a:lstStyle/>
          <a:p>
            <a:pPr algn="ctr" defTabSz="1219170"/>
            <a:r>
              <a:rPr lang="en" sz="3200">
                <a:solidFill>
                  <a:srgbClr val="4F81BD"/>
                </a:solidFill>
                <a:latin typeface="Calibri"/>
                <a:ea typeface="Calibri"/>
                <a:cs typeface="Calibri"/>
                <a:sym typeface="Calibri"/>
              </a:rPr>
              <a:t>No</a:t>
            </a:r>
            <a:endParaRPr sz="3200">
              <a:solidFill>
                <a:srgbClr val="4F81BD"/>
              </a:solidFill>
              <a:latin typeface="Calibri"/>
              <a:ea typeface="Calibri"/>
              <a:cs typeface="Calibri"/>
              <a:sym typeface="Calibri"/>
            </a:endParaRPr>
          </a:p>
          <a:p>
            <a:pPr algn="ctr" defTabSz="1219170"/>
            <a:r>
              <a:rPr lang="en" sz="3200">
                <a:solidFill>
                  <a:srgbClr val="4F81BD"/>
                </a:solidFill>
                <a:latin typeface="Calibri"/>
                <a:ea typeface="Calibri"/>
                <a:cs typeface="Calibri"/>
                <a:sym typeface="Calibri"/>
              </a:rPr>
              <a:t>Constraint</a:t>
            </a:r>
            <a:endParaRPr sz="3200">
              <a:solidFill>
                <a:srgbClr val="4F81BD"/>
              </a:solidFill>
              <a:latin typeface="Calibri"/>
              <a:ea typeface="Calibri"/>
              <a:cs typeface="Calibri"/>
              <a:sym typeface="Calibri"/>
            </a:endParaRPr>
          </a:p>
        </p:txBody>
      </p:sp>
    </p:spTree>
    <p:extLst>
      <p:ext uri="{BB962C8B-B14F-4D97-AF65-F5344CB8AC3E}">
        <p14:creationId xmlns:p14="http://schemas.microsoft.com/office/powerpoint/2010/main" val="308668853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1"/>
          <p:cNvSpPr txBox="1"/>
          <p:nvPr/>
        </p:nvSpPr>
        <p:spPr>
          <a:xfrm>
            <a:off x="457733" y="358733"/>
            <a:ext cx="11694000" cy="1018000"/>
          </a:xfrm>
          <a:prstGeom prst="rect">
            <a:avLst/>
          </a:prstGeom>
          <a:noFill/>
          <a:ln>
            <a:noFill/>
          </a:ln>
        </p:spPr>
        <p:txBody>
          <a:bodyPr spcFirstLastPara="1" wrap="square" lIns="121900" tIns="121900" rIns="121900" bIns="121900" anchor="t" anchorCtr="0">
            <a:noAutofit/>
          </a:bodyPr>
          <a:lstStyle/>
          <a:p>
            <a:pPr algn="ctr" defTabSz="1219170"/>
            <a:r>
              <a:rPr lang="en" sz="4267">
                <a:latin typeface="Calibri"/>
                <a:ea typeface="Calibri"/>
                <a:cs typeface="Calibri"/>
                <a:sym typeface="Calibri"/>
              </a:rPr>
              <a:t>Menu of Options</a:t>
            </a:r>
            <a:endParaRPr sz="4267">
              <a:latin typeface="Calibri"/>
              <a:ea typeface="Calibri"/>
              <a:cs typeface="Calibri"/>
              <a:sym typeface="Calibri"/>
            </a:endParaRPr>
          </a:p>
        </p:txBody>
      </p:sp>
      <p:sp>
        <p:nvSpPr>
          <p:cNvPr id="196" name="Google Shape;196;p21"/>
          <p:cNvSpPr/>
          <p:nvPr/>
        </p:nvSpPr>
        <p:spPr>
          <a:xfrm>
            <a:off x="3383700" y="3554967"/>
            <a:ext cx="3791200" cy="1131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97" name="Google Shape;197;p21"/>
          <p:cNvSpPr/>
          <p:nvPr/>
        </p:nvSpPr>
        <p:spPr>
          <a:xfrm>
            <a:off x="7362333" y="3554967"/>
            <a:ext cx="3791200" cy="1131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198" name="Google Shape;198;p21"/>
          <p:cNvSpPr/>
          <p:nvPr/>
        </p:nvSpPr>
        <p:spPr>
          <a:xfrm>
            <a:off x="3383700" y="3554967"/>
            <a:ext cx="3791200" cy="2465600"/>
          </a:xfrm>
          <a:prstGeom prst="rect">
            <a:avLst/>
          </a:prstGeom>
          <a:solidFill>
            <a:srgbClr val="4F81BE"/>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defTabSz="1219170"/>
            <a:r>
              <a:rPr lang="en" sz="2667">
                <a:solidFill>
                  <a:srgbClr val="FFFFFF"/>
                </a:solidFill>
              </a:rPr>
              <a:t>EXPLICIT</a:t>
            </a:r>
            <a:endParaRPr sz="2667">
              <a:solidFill>
                <a:srgbClr val="FFFFFF"/>
              </a:solidFill>
            </a:endParaRPr>
          </a:p>
          <a:p>
            <a:pPr algn="ctr" defTabSz="1219170"/>
            <a:r>
              <a:rPr lang="en" sz="2667">
                <a:solidFill>
                  <a:srgbClr val="FFFFFF"/>
                </a:solidFill>
              </a:rPr>
              <a:t>EQUITY / EFFICIENCY</a:t>
            </a:r>
            <a:endParaRPr sz="2667">
              <a:solidFill>
                <a:srgbClr val="FFFFFF"/>
              </a:solidFill>
            </a:endParaRPr>
          </a:p>
          <a:p>
            <a:pPr algn="ctr" defTabSz="1219170"/>
            <a:r>
              <a:rPr lang="en" sz="2667">
                <a:solidFill>
                  <a:srgbClr val="FFFFFF"/>
                </a:solidFill>
              </a:rPr>
              <a:t>TRADE-OFF</a:t>
            </a:r>
            <a:endParaRPr sz="2667">
              <a:solidFill>
                <a:srgbClr val="FFFFFF"/>
              </a:solidFill>
            </a:endParaRPr>
          </a:p>
        </p:txBody>
      </p:sp>
      <p:sp>
        <p:nvSpPr>
          <p:cNvPr id="199" name="Google Shape;199;p21"/>
          <p:cNvSpPr/>
          <p:nvPr/>
        </p:nvSpPr>
        <p:spPr>
          <a:xfrm>
            <a:off x="7362333" y="3554967"/>
            <a:ext cx="3791200" cy="2465600"/>
          </a:xfrm>
          <a:prstGeom prst="rect">
            <a:avLst/>
          </a:prstGeom>
          <a:solidFill>
            <a:srgbClr val="8064A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defTabSz="1219170"/>
            <a:r>
              <a:rPr lang="en" sz="2667">
                <a:solidFill>
                  <a:srgbClr val="FFFFFF"/>
                </a:solidFill>
              </a:rPr>
              <a:t>“COST OF</a:t>
            </a:r>
            <a:endParaRPr sz="2667">
              <a:solidFill>
                <a:srgbClr val="FFFFFF"/>
              </a:solidFill>
            </a:endParaRPr>
          </a:p>
          <a:p>
            <a:pPr algn="ctr" defTabSz="1219170"/>
            <a:r>
              <a:rPr lang="en" sz="2667">
                <a:solidFill>
                  <a:srgbClr val="FFFFFF"/>
                </a:solidFill>
              </a:rPr>
              <a:t>EQUITY”</a:t>
            </a:r>
            <a:endParaRPr sz="2667">
              <a:solidFill>
                <a:srgbClr val="FFFFFF"/>
              </a:solidFill>
            </a:endParaRPr>
          </a:p>
        </p:txBody>
      </p:sp>
      <p:sp>
        <p:nvSpPr>
          <p:cNvPr id="200" name="Google Shape;200;p21"/>
          <p:cNvSpPr txBox="1"/>
          <p:nvPr/>
        </p:nvSpPr>
        <p:spPr>
          <a:xfrm>
            <a:off x="3701900" y="1493767"/>
            <a:ext cx="3154800" cy="537200"/>
          </a:xfrm>
          <a:prstGeom prst="rect">
            <a:avLst/>
          </a:prstGeom>
          <a:noFill/>
          <a:ln>
            <a:noFill/>
          </a:ln>
        </p:spPr>
        <p:txBody>
          <a:bodyPr spcFirstLastPara="1" wrap="square" lIns="121900" tIns="121900" rIns="121900" bIns="121900" anchor="ctr" anchorCtr="0">
            <a:noAutofit/>
          </a:bodyPr>
          <a:lstStyle/>
          <a:p>
            <a:pPr algn="ctr" defTabSz="1219170"/>
            <a:r>
              <a:rPr lang="en" sz="3200">
                <a:solidFill>
                  <a:srgbClr val="4F81BD"/>
                </a:solidFill>
                <a:latin typeface="Calibri"/>
                <a:ea typeface="Calibri"/>
                <a:cs typeface="Calibri"/>
                <a:sym typeface="Calibri"/>
              </a:rPr>
              <a:t>Current Scale</a:t>
            </a:r>
            <a:endParaRPr sz="3200">
              <a:solidFill>
                <a:srgbClr val="4F81BD"/>
              </a:solidFill>
              <a:latin typeface="Calibri"/>
              <a:ea typeface="Calibri"/>
              <a:cs typeface="Calibri"/>
              <a:sym typeface="Calibri"/>
            </a:endParaRPr>
          </a:p>
        </p:txBody>
      </p:sp>
      <p:sp>
        <p:nvSpPr>
          <p:cNvPr id="201" name="Google Shape;201;p21"/>
          <p:cNvSpPr txBox="1"/>
          <p:nvPr/>
        </p:nvSpPr>
        <p:spPr>
          <a:xfrm>
            <a:off x="7680533" y="1493767"/>
            <a:ext cx="3154800" cy="537200"/>
          </a:xfrm>
          <a:prstGeom prst="rect">
            <a:avLst/>
          </a:prstGeom>
          <a:noFill/>
          <a:ln>
            <a:noFill/>
          </a:ln>
        </p:spPr>
        <p:txBody>
          <a:bodyPr spcFirstLastPara="1" wrap="square" lIns="121900" tIns="121900" rIns="121900" bIns="121900" anchor="ctr" anchorCtr="0">
            <a:noAutofit/>
          </a:bodyPr>
          <a:lstStyle/>
          <a:p>
            <a:pPr algn="ctr" defTabSz="1219170"/>
            <a:r>
              <a:rPr lang="en" sz="3200">
                <a:solidFill>
                  <a:srgbClr val="8064A2"/>
                </a:solidFill>
                <a:latin typeface="Calibri"/>
                <a:ea typeface="Calibri"/>
                <a:cs typeface="Calibri"/>
                <a:sym typeface="Calibri"/>
              </a:rPr>
              <a:t>Expanded Scale</a:t>
            </a:r>
            <a:endParaRPr sz="3200">
              <a:solidFill>
                <a:srgbClr val="8064A2"/>
              </a:solidFill>
              <a:latin typeface="Calibri"/>
              <a:ea typeface="Calibri"/>
              <a:cs typeface="Calibri"/>
              <a:sym typeface="Calibri"/>
            </a:endParaRPr>
          </a:p>
        </p:txBody>
      </p:sp>
      <p:sp>
        <p:nvSpPr>
          <p:cNvPr id="202" name="Google Shape;202;p21"/>
          <p:cNvSpPr txBox="1"/>
          <p:nvPr/>
        </p:nvSpPr>
        <p:spPr>
          <a:xfrm>
            <a:off x="965733" y="3554967"/>
            <a:ext cx="2418000" cy="1131200"/>
          </a:xfrm>
          <a:prstGeom prst="rect">
            <a:avLst/>
          </a:prstGeom>
          <a:noFill/>
          <a:ln>
            <a:noFill/>
          </a:ln>
        </p:spPr>
        <p:txBody>
          <a:bodyPr spcFirstLastPara="1" wrap="square" lIns="121900" tIns="121900" rIns="121900" bIns="121900" anchor="ctr" anchorCtr="0">
            <a:noAutofit/>
          </a:bodyPr>
          <a:lstStyle/>
          <a:p>
            <a:pPr algn="ctr" defTabSz="1219170"/>
            <a:r>
              <a:rPr lang="en" sz="3200">
                <a:latin typeface="Calibri"/>
                <a:ea typeface="Calibri"/>
                <a:cs typeface="Calibri"/>
                <a:sym typeface="Calibri"/>
              </a:rPr>
              <a:t>Equalize</a:t>
            </a:r>
            <a:endParaRPr sz="3200">
              <a:latin typeface="Calibri"/>
              <a:ea typeface="Calibri"/>
              <a:cs typeface="Calibri"/>
              <a:sym typeface="Calibri"/>
            </a:endParaRPr>
          </a:p>
          <a:p>
            <a:pPr algn="ctr" defTabSz="1219170"/>
            <a:r>
              <a:rPr lang="en" sz="3200">
                <a:latin typeface="Calibri"/>
                <a:ea typeface="Calibri"/>
                <a:cs typeface="Calibri"/>
                <a:sym typeface="Calibri"/>
              </a:rPr>
              <a:t>Recall</a:t>
            </a:r>
            <a:endParaRPr sz="3200">
              <a:latin typeface="Calibri"/>
              <a:ea typeface="Calibri"/>
              <a:cs typeface="Calibri"/>
              <a:sym typeface="Calibri"/>
            </a:endParaRPr>
          </a:p>
        </p:txBody>
      </p:sp>
      <p:sp>
        <p:nvSpPr>
          <p:cNvPr id="203" name="Google Shape;203;p21"/>
          <p:cNvSpPr txBox="1"/>
          <p:nvPr/>
        </p:nvSpPr>
        <p:spPr>
          <a:xfrm>
            <a:off x="965733" y="4889367"/>
            <a:ext cx="2418000" cy="1131200"/>
          </a:xfrm>
          <a:prstGeom prst="rect">
            <a:avLst/>
          </a:prstGeom>
          <a:noFill/>
          <a:ln>
            <a:noFill/>
          </a:ln>
        </p:spPr>
        <p:txBody>
          <a:bodyPr spcFirstLastPara="1" wrap="square" lIns="121900" tIns="121900" rIns="121900" bIns="121900" anchor="ctr" anchorCtr="0">
            <a:noAutofit/>
          </a:bodyPr>
          <a:lstStyle/>
          <a:p>
            <a:pPr algn="ctr" defTabSz="1219170"/>
            <a:r>
              <a:rPr lang="en" sz="3200">
                <a:latin typeface="Calibri"/>
                <a:ea typeface="Calibri"/>
                <a:cs typeface="Calibri"/>
                <a:sym typeface="Calibri"/>
              </a:rPr>
              <a:t>Reduce</a:t>
            </a:r>
            <a:endParaRPr sz="3200">
              <a:latin typeface="Calibri"/>
              <a:ea typeface="Calibri"/>
              <a:cs typeface="Calibri"/>
              <a:sym typeface="Calibri"/>
            </a:endParaRPr>
          </a:p>
          <a:p>
            <a:pPr algn="ctr" defTabSz="1219170"/>
            <a:r>
              <a:rPr lang="en" sz="3200">
                <a:latin typeface="Calibri"/>
                <a:ea typeface="Calibri"/>
                <a:cs typeface="Calibri"/>
                <a:sym typeface="Calibri"/>
              </a:rPr>
              <a:t>Disparities</a:t>
            </a:r>
            <a:endParaRPr sz="3200">
              <a:latin typeface="Calibri"/>
              <a:ea typeface="Calibri"/>
              <a:cs typeface="Calibri"/>
              <a:sym typeface="Calibri"/>
            </a:endParaRPr>
          </a:p>
        </p:txBody>
      </p:sp>
      <p:sp>
        <p:nvSpPr>
          <p:cNvPr id="204" name="Google Shape;204;p21"/>
          <p:cNvSpPr/>
          <p:nvPr/>
        </p:nvSpPr>
        <p:spPr>
          <a:xfrm>
            <a:off x="3383700" y="2220567"/>
            <a:ext cx="3791200" cy="1131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205" name="Google Shape;205;p21"/>
          <p:cNvSpPr txBox="1"/>
          <p:nvPr/>
        </p:nvSpPr>
        <p:spPr>
          <a:xfrm>
            <a:off x="965733" y="2220567"/>
            <a:ext cx="2418000" cy="1131200"/>
          </a:xfrm>
          <a:prstGeom prst="rect">
            <a:avLst/>
          </a:prstGeom>
          <a:noFill/>
          <a:ln>
            <a:noFill/>
          </a:ln>
        </p:spPr>
        <p:txBody>
          <a:bodyPr spcFirstLastPara="1" wrap="square" lIns="121900" tIns="121900" rIns="121900" bIns="121900" anchor="ctr" anchorCtr="0">
            <a:noAutofit/>
          </a:bodyPr>
          <a:lstStyle/>
          <a:p>
            <a:pPr algn="ctr" defTabSz="1219170"/>
            <a:r>
              <a:rPr lang="en" sz="3200">
                <a:latin typeface="Calibri"/>
                <a:ea typeface="Calibri"/>
                <a:cs typeface="Calibri"/>
                <a:sym typeface="Calibri"/>
              </a:rPr>
              <a:t>No</a:t>
            </a:r>
            <a:endParaRPr sz="3200">
              <a:latin typeface="Calibri"/>
              <a:ea typeface="Calibri"/>
              <a:cs typeface="Calibri"/>
              <a:sym typeface="Calibri"/>
            </a:endParaRPr>
          </a:p>
          <a:p>
            <a:pPr algn="ctr" defTabSz="1219170"/>
            <a:r>
              <a:rPr lang="en" sz="3200">
                <a:latin typeface="Calibri"/>
                <a:ea typeface="Calibri"/>
                <a:cs typeface="Calibri"/>
                <a:sym typeface="Calibri"/>
              </a:rPr>
              <a:t>Constraint</a:t>
            </a:r>
            <a:endParaRPr sz="3200">
              <a:latin typeface="Calibri"/>
              <a:ea typeface="Calibri"/>
              <a:cs typeface="Calibri"/>
              <a:sym typeface="Calibri"/>
            </a:endParaRPr>
          </a:p>
        </p:txBody>
      </p:sp>
    </p:spTree>
    <p:extLst>
      <p:ext uri="{BB962C8B-B14F-4D97-AF65-F5344CB8AC3E}">
        <p14:creationId xmlns:p14="http://schemas.microsoft.com/office/powerpoint/2010/main" val="396737811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2"/>
          <p:cNvSpPr txBox="1"/>
          <p:nvPr/>
        </p:nvSpPr>
        <p:spPr>
          <a:xfrm>
            <a:off x="457733" y="358733"/>
            <a:ext cx="11694000" cy="1018000"/>
          </a:xfrm>
          <a:prstGeom prst="rect">
            <a:avLst/>
          </a:prstGeom>
          <a:noFill/>
          <a:ln>
            <a:noFill/>
          </a:ln>
        </p:spPr>
        <p:txBody>
          <a:bodyPr spcFirstLastPara="1" wrap="square" lIns="121900" tIns="121900" rIns="121900" bIns="121900" anchor="t" anchorCtr="0">
            <a:noAutofit/>
          </a:bodyPr>
          <a:lstStyle/>
          <a:p>
            <a:pPr algn="ctr" defTabSz="1219170"/>
            <a:r>
              <a:rPr lang="en" sz="4267">
                <a:latin typeface="Calibri"/>
                <a:ea typeface="Calibri"/>
                <a:cs typeface="Calibri"/>
                <a:sym typeface="Calibri"/>
              </a:rPr>
              <a:t>Menu of Options</a:t>
            </a:r>
            <a:endParaRPr sz="4267">
              <a:latin typeface="Calibri"/>
              <a:ea typeface="Calibri"/>
              <a:cs typeface="Calibri"/>
              <a:sym typeface="Calibri"/>
            </a:endParaRPr>
          </a:p>
        </p:txBody>
      </p:sp>
      <p:sp>
        <p:nvSpPr>
          <p:cNvPr id="211" name="Google Shape;211;p22"/>
          <p:cNvSpPr/>
          <p:nvPr/>
        </p:nvSpPr>
        <p:spPr>
          <a:xfrm>
            <a:off x="3383700" y="3554967"/>
            <a:ext cx="3791200" cy="1131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212" name="Google Shape;212;p22"/>
          <p:cNvSpPr/>
          <p:nvPr/>
        </p:nvSpPr>
        <p:spPr>
          <a:xfrm>
            <a:off x="3383733" y="3554967"/>
            <a:ext cx="7770000" cy="1131200"/>
          </a:xfrm>
          <a:prstGeom prst="rect">
            <a:avLst/>
          </a:prstGeom>
          <a:solidFill>
            <a:srgbClr val="4F81BE"/>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defTabSz="1219170"/>
            <a:r>
              <a:rPr lang="en" sz="2667">
                <a:solidFill>
                  <a:srgbClr val="FFFFFF"/>
                </a:solidFill>
              </a:rPr>
              <a:t>IMPROVE OUTCOMES AT SAME</a:t>
            </a:r>
            <a:endParaRPr sz="2667">
              <a:solidFill>
                <a:srgbClr val="FFFFFF"/>
              </a:solidFill>
            </a:endParaRPr>
          </a:p>
          <a:p>
            <a:pPr algn="ctr" defTabSz="1219170"/>
            <a:r>
              <a:rPr lang="en" sz="2667">
                <a:solidFill>
                  <a:srgbClr val="FFFFFF"/>
                </a:solidFill>
              </a:rPr>
              <a:t>RATE ACROSS GROUPS</a:t>
            </a:r>
            <a:endParaRPr sz="2667">
              <a:solidFill>
                <a:srgbClr val="FFFFFF"/>
              </a:solidFill>
            </a:endParaRPr>
          </a:p>
        </p:txBody>
      </p:sp>
      <p:sp>
        <p:nvSpPr>
          <p:cNvPr id="213" name="Google Shape;213;p22"/>
          <p:cNvSpPr/>
          <p:nvPr/>
        </p:nvSpPr>
        <p:spPr>
          <a:xfrm>
            <a:off x="3383700" y="4889367"/>
            <a:ext cx="3791200" cy="1131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214" name="Google Shape;214;p22"/>
          <p:cNvSpPr/>
          <p:nvPr/>
        </p:nvSpPr>
        <p:spPr>
          <a:xfrm>
            <a:off x="3383533" y="4889367"/>
            <a:ext cx="7770000" cy="1131200"/>
          </a:xfrm>
          <a:prstGeom prst="rect">
            <a:avLst/>
          </a:prstGeom>
          <a:solidFill>
            <a:srgbClr val="8064A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defTabSz="1219170"/>
            <a:r>
              <a:rPr lang="en" sz="2667">
                <a:solidFill>
                  <a:srgbClr val="FFFFFF"/>
                </a:solidFill>
              </a:rPr>
              <a:t>IMPROVE OUTCOMES FASTER FOR GROUPS</a:t>
            </a:r>
            <a:endParaRPr sz="2667">
              <a:solidFill>
                <a:srgbClr val="FFFFFF"/>
              </a:solidFill>
            </a:endParaRPr>
          </a:p>
          <a:p>
            <a:pPr algn="ctr" defTabSz="1219170"/>
            <a:r>
              <a:rPr lang="en" sz="2667">
                <a:solidFill>
                  <a:srgbClr val="FFFFFF"/>
                </a:solidFill>
              </a:rPr>
              <a:t>WITH HIGHER INCARCERATION RATES</a:t>
            </a:r>
            <a:endParaRPr sz="2667">
              <a:solidFill>
                <a:srgbClr val="FFFFFF"/>
              </a:solidFill>
            </a:endParaRPr>
          </a:p>
        </p:txBody>
      </p:sp>
      <p:sp>
        <p:nvSpPr>
          <p:cNvPr id="215" name="Google Shape;215;p22"/>
          <p:cNvSpPr txBox="1"/>
          <p:nvPr/>
        </p:nvSpPr>
        <p:spPr>
          <a:xfrm>
            <a:off x="3701900" y="1493767"/>
            <a:ext cx="3154800" cy="537200"/>
          </a:xfrm>
          <a:prstGeom prst="rect">
            <a:avLst/>
          </a:prstGeom>
          <a:noFill/>
          <a:ln>
            <a:noFill/>
          </a:ln>
        </p:spPr>
        <p:txBody>
          <a:bodyPr spcFirstLastPara="1" wrap="square" lIns="121900" tIns="121900" rIns="121900" bIns="121900" anchor="ctr" anchorCtr="0">
            <a:noAutofit/>
          </a:bodyPr>
          <a:lstStyle/>
          <a:p>
            <a:pPr algn="ctr" defTabSz="1219170"/>
            <a:r>
              <a:rPr lang="en" sz="3200">
                <a:latin typeface="Calibri"/>
                <a:ea typeface="Calibri"/>
                <a:cs typeface="Calibri"/>
                <a:sym typeface="Calibri"/>
              </a:rPr>
              <a:t>Current Scale</a:t>
            </a:r>
            <a:endParaRPr sz="3200">
              <a:latin typeface="Calibri"/>
              <a:ea typeface="Calibri"/>
              <a:cs typeface="Calibri"/>
              <a:sym typeface="Calibri"/>
            </a:endParaRPr>
          </a:p>
        </p:txBody>
      </p:sp>
      <p:sp>
        <p:nvSpPr>
          <p:cNvPr id="216" name="Google Shape;216;p22"/>
          <p:cNvSpPr txBox="1"/>
          <p:nvPr/>
        </p:nvSpPr>
        <p:spPr>
          <a:xfrm>
            <a:off x="7680533" y="1493767"/>
            <a:ext cx="3154800" cy="537200"/>
          </a:xfrm>
          <a:prstGeom prst="rect">
            <a:avLst/>
          </a:prstGeom>
          <a:noFill/>
          <a:ln>
            <a:noFill/>
          </a:ln>
        </p:spPr>
        <p:txBody>
          <a:bodyPr spcFirstLastPara="1" wrap="square" lIns="121900" tIns="121900" rIns="121900" bIns="121900" anchor="ctr" anchorCtr="0">
            <a:noAutofit/>
          </a:bodyPr>
          <a:lstStyle/>
          <a:p>
            <a:pPr algn="ctr" defTabSz="1219170"/>
            <a:r>
              <a:rPr lang="en" sz="3200">
                <a:latin typeface="Calibri"/>
                <a:ea typeface="Calibri"/>
                <a:cs typeface="Calibri"/>
                <a:sym typeface="Calibri"/>
              </a:rPr>
              <a:t>Expanded Scale</a:t>
            </a:r>
            <a:endParaRPr sz="3200">
              <a:latin typeface="Calibri"/>
              <a:ea typeface="Calibri"/>
              <a:cs typeface="Calibri"/>
              <a:sym typeface="Calibri"/>
            </a:endParaRPr>
          </a:p>
        </p:txBody>
      </p:sp>
      <p:sp>
        <p:nvSpPr>
          <p:cNvPr id="217" name="Google Shape;217;p22"/>
          <p:cNvSpPr txBox="1"/>
          <p:nvPr/>
        </p:nvSpPr>
        <p:spPr>
          <a:xfrm>
            <a:off x="965733" y="3554967"/>
            <a:ext cx="2418000" cy="1131200"/>
          </a:xfrm>
          <a:prstGeom prst="rect">
            <a:avLst/>
          </a:prstGeom>
          <a:noFill/>
          <a:ln>
            <a:noFill/>
          </a:ln>
        </p:spPr>
        <p:txBody>
          <a:bodyPr spcFirstLastPara="1" wrap="square" lIns="121900" tIns="121900" rIns="121900" bIns="121900" anchor="ctr" anchorCtr="0">
            <a:noAutofit/>
          </a:bodyPr>
          <a:lstStyle/>
          <a:p>
            <a:pPr algn="ctr" defTabSz="1219170"/>
            <a:r>
              <a:rPr lang="en" sz="3200">
                <a:solidFill>
                  <a:srgbClr val="4F81BD"/>
                </a:solidFill>
                <a:latin typeface="Calibri"/>
                <a:ea typeface="Calibri"/>
                <a:cs typeface="Calibri"/>
                <a:sym typeface="Calibri"/>
              </a:rPr>
              <a:t>Equalize</a:t>
            </a:r>
            <a:endParaRPr sz="3200">
              <a:solidFill>
                <a:srgbClr val="4F81BD"/>
              </a:solidFill>
              <a:latin typeface="Calibri"/>
              <a:ea typeface="Calibri"/>
              <a:cs typeface="Calibri"/>
              <a:sym typeface="Calibri"/>
            </a:endParaRPr>
          </a:p>
          <a:p>
            <a:pPr algn="ctr" defTabSz="1219170"/>
            <a:r>
              <a:rPr lang="en" sz="3200">
                <a:solidFill>
                  <a:srgbClr val="4F81BD"/>
                </a:solidFill>
                <a:latin typeface="Calibri"/>
                <a:ea typeface="Calibri"/>
                <a:cs typeface="Calibri"/>
                <a:sym typeface="Calibri"/>
              </a:rPr>
              <a:t>Recall</a:t>
            </a:r>
            <a:endParaRPr sz="3200">
              <a:solidFill>
                <a:srgbClr val="4F81BD"/>
              </a:solidFill>
              <a:latin typeface="Calibri"/>
              <a:ea typeface="Calibri"/>
              <a:cs typeface="Calibri"/>
              <a:sym typeface="Calibri"/>
            </a:endParaRPr>
          </a:p>
        </p:txBody>
      </p:sp>
      <p:sp>
        <p:nvSpPr>
          <p:cNvPr id="218" name="Google Shape;218;p22"/>
          <p:cNvSpPr txBox="1"/>
          <p:nvPr/>
        </p:nvSpPr>
        <p:spPr>
          <a:xfrm>
            <a:off x="965733" y="4889367"/>
            <a:ext cx="2418000" cy="1131200"/>
          </a:xfrm>
          <a:prstGeom prst="rect">
            <a:avLst/>
          </a:prstGeom>
          <a:noFill/>
          <a:ln>
            <a:noFill/>
          </a:ln>
        </p:spPr>
        <p:txBody>
          <a:bodyPr spcFirstLastPara="1" wrap="square" lIns="121900" tIns="121900" rIns="121900" bIns="121900" anchor="ctr" anchorCtr="0">
            <a:noAutofit/>
          </a:bodyPr>
          <a:lstStyle/>
          <a:p>
            <a:pPr algn="ctr" defTabSz="1219170"/>
            <a:r>
              <a:rPr lang="en" sz="3200">
                <a:solidFill>
                  <a:srgbClr val="8064A2"/>
                </a:solidFill>
                <a:latin typeface="Calibri"/>
                <a:ea typeface="Calibri"/>
                <a:cs typeface="Calibri"/>
                <a:sym typeface="Calibri"/>
              </a:rPr>
              <a:t>Reduce</a:t>
            </a:r>
            <a:endParaRPr sz="3200">
              <a:solidFill>
                <a:srgbClr val="8064A2"/>
              </a:solidFill>
              <a:latin typeface="Calibri"/>
              <a:ea typeface="Calibri"/>
              <a:cs typeface="Calibri"/>
              <a:sym typeface="Calibri"/>
            </a:endParaRPr>
          </a:p>
          <a:p>
            <a:pPr algn="ctr" defTabSz="1219170"/>
            <a:r>
              <a:rPr lang="en" sz="3200">
                <a:solidFill>
                  <a:srgbClr val="8064A2"/>
                </a:solidFill>
                <a:latin typeface="Calibri"/>
                <a:ea typeface="Calibri"/>
                <a:cs typeface="Calibri"/>
                <a:sym typeface="Calibri"/>
              </a:rPr>
              <a:t>Disparities</a:t>
            </a:r>
            <a:endParaRPr sz="3200">
              <a:solidFill>
                <a:srgbClr val="8064A2"/>
              </a:solidFill>
              <a:latin typeface="Calibri"/>
              <a:ea typeface="Calibri"/>
              <a:cs typeface="Calibri"/>
              <a:sym typeface="Calibri"/>
            </a:endParaRPr>
          </a:p>
        </p:txBody>
      </p:sp>
      <p:sp>
        <p:nvSpPr>
          <p:cNvPr id="219" name="Google Shape;219;p22"/>
          <p:cNvSpPr/>
          <p:nvPr/>
        </p:nvSpPr>
        <p:spPr>
          <a:xfrm>
            <a:off x="3383700" y="2220567"/>
            <a:ext cx="3791200" cy="1131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70"/>
            <a:endParaRPr sz="1867"/>
          </a:p>
        </p:txBody>
      </p:sp>
      <p:sp>
        <p:nvSpPr>
          <p:cNvPr id="220" name="Google Shape;220;p22"/>
          <p:cNvSpPr txBox="1"/>
          <p:nvPr/>
        </p:nvSpPr>
        <p:spPr>
          <a:xfrm>
            <a:off x="965733" y="2220567"/>
            <a:ext cx="2418000" cy="1131200"/>
          </a:xfrm>
          <a:prstGeom prst="rect">
            <a:avLst/>
          </a:prstGeom>
          <a:noFill/>
          <a:ln>
            <a:noFill/>
          </a:ln>
        </p:spPr>
        <p:txBody>
          <a:bodyPr spcFirstLastPara="1" wrap="square" lIns="121900" tIns="121900" rIns="121900" bIns="121900" anchor="ctr" anchorCtr="0">
            <a:noAutofit/>
          </a:bodyPr>
          <a:lstStyle/>
          <a:p>
            <a:pPr algn="ctr" defTabSz="1219170"/>
            <a:r>
              <a:rPr lang="en" sz="3200">
                <a:latin typeface="Calibri"/>
                <a:ea typeface="Calibri"/>
                <a:cs typeface="Calibri"/>
                <a:sym typeface="Calibri"/>
              </a:rPr>
              <a:t>No</a:t>
            </a:r>
            <a:endParaRPr sz="3200">
              <a:latin typeface="Calibri"/>
              <a:ea typeface="Calibri"/>
              <a:cs typeface="Calibri"/>
              <a:sym typeface="Calibri"/>
            </a:endParaRPr>
          </a:p>
          <a:p>
            <a:pPr algn="ctr" defTabSz="1219170"/>
            <a:r>
              <a:rPr lang="en" sz="3200">
                <a:latin typeface="Calibri"/>
                <a:ea typeface="Calibri"/>
                <a:cs typeface="Calibri"/>
                <a:sym typeface="Calibri"/>
              </a:rPr>
              <a:t>Constraint</a:t>
            </a:r>
            <a:endParaRPr sz="3200">
              <a:latin typeface="Calibri"/>
              <a:ea typeface="Calibri"/>
              <a:cs typeface="Calibri"/>
              <a:sym typeface="Calibri"/>
            </a:endParaRPr>
          </a:p>
        </p:txBody>
      </p:sp>
    </p:spTree>
    <p:extLst>
      <p:ext uri="{BB962C8B-B14F-4D97-AF65-F5344CB8AC3E}">
        <p14:creationId xmlns:p14="http://schemas.microsoft.com/office/powerpoint/2010/main" val="1962501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pic>
        <p:nvPicPr>
          <p:cNvPr id="225" name="Google Shape;225;p23" title="Chart"/>
          <p:cNvPicPr preferRelativeResize="0"/>
          <p:nvPr/>
        </p:nvPicPr>
        <p:blipFill>
          <a:blip r:embed="rId3">
            <a:alphaModFix/>
          </a:blip>
          <a:stretch>
            <a:fillRect/>
          </a:stretch>
        </p:blipFill>
        <p:spPr>
          <a:xfrm>
            <a:off x="203200" y="203201"/>
            <a:ext cx="11785600" cy="5751244"/>
          </a:xfrm>
          <a:prstGeom prst="rect">
            <a:avLst/>
          </a:prstGeom>
          <a:noFill/>
          <a:ln>
            <a:noFill/>
          </a:ln>
        </p:spPr>
      </p:pic>
      <p:cxnSp>
        <p:nvCxnSpPr>
          <p:cNvPr id="226" name="Google Shape;226;p23"/>
          <p:cNvCxnSpPr/>
          <p:nvPr/>
        </p:nvCxnSpPr>
        <p:spPr>
          <a:xfrm>
            <a:off x="3817900" y="5755067"/>
            <a:ext cx="3407600" cy="0"/>
          </a:xfrm>
          <a:prstGeom prst="straightConnector1">
            <a:avLst/>
          </a:prstGeom>
          <a:noFill/>
          <a:ln w="19050" cap="flat" cmpd="sng">
            <a:solidFill>
              <a:srgbClr val="000000"/>
            </a:solidFill>
            <a:prstDash val="solid"/>
            <a:round/>
            <a:headEnd type="none" w="med" len="med"/>
            <a:tailEnd type="none" w="med" len="med"/>
          </a:ln>
        </p:spPr>
      </p:cxnSp>
      <p:sp>
        <p:nvSpPr>
          <p:cNvPr id="227" name="Google Shape;227;p23"/>
          <p:cNvSpPr txBox="1"/>
          <p:nvPr/>
        </p:nvSpPr>
        <p:spPr>
          <a:xfrm>
            <a:off x="4404700" y="5755067"/>
            <a:ext cx="2234000" cy="630000"/>
          </a:xfrm>
          <a:prstGeom prst="rect">
            <a:avLst/>
          </a:prstGeom>
          <a:noFill/>
          <a:ln>
            <a:noFill/>
          </a:ln>
        </p:spPr>
        <p:txBody>
          <a:bodyPr spcFirstLastPara="1" wrap="square" lIns="121900" tIns="121900" rIns="121900" bIns="121900" anchor="t" anchorCtr="0">
            <a:noAutofit/>
          </a:bodyPr>
          <a:lstStyle/>
          <a:p>
            <a:pPr algn="ctr" defTabSz="1219170"/>
            <a:r>
              <a:rPr lang="en" sz="2400">
                <a:latin typeface="Calibri"/>
                <a:ea typeface="Calibri"/>
                <a:cs typeface="Calibri"/>
                <a:sym typeface="Calibri"/>
              </a:rPr>
              <a:t>Expanded Scale</a:t>
            </a:r>
            <a:endParaRPr sz="2400">
              <a:latin typeface="Calibri"/>
              <a:ea typeface="Calibri"/>
              <a:cs typeface="Calibri"/>
              <a:sym typeface="Calibri"/>
            </a:endParaRPr>
          </a:p>
        </p:txBody>
      </p:sp>
      <p:cxnSp>
        <p:nvCxnSpPr>
          <p:cNvPr id="228" name="Google Shape;228;p23"/>
          <p:cNvCxnSpPr/>
          <p:nvPr/>
        </p:nvCxnSpPr>
        <p:spPr>
          <a:xfrm>
            <a:off x="7855733" y="5755067"/>
            <a:ext cx="3407600" cy="0"/>
          </a:xfrm>
          <a:prstGeom prst="straightConnector1">
            <a:avLst/>
          </a:prstGeom>
          <a:noFill/>
          <a:ln w="19050" cap="flat" cmpd="sng">
            <a:solidFill>
              <a:srgbClr val="000000"/>
            </a:solidFill>
            <a:prstDash val="solid"/>
            <a:round/>
            <a:headEnd type="none" w="med" len="med"/>
            <a:tailEnd type="none" w="med" len="med"/>
          </a:ln>
        </p:spPr>
      </p:cxnSp>
      <p:sp>
        <p:nvSpPr>
          <p:cNvPr id="229" name="Google Shape;229;p23"/>
          <p:cNvSpPr txBox="1"/>
          <p:nvPr/>
        </p:nvSpPr>
        <p:spPr>
          <a:xfrm>
            <a:off x="8442533" y="5755067"/>
            <a:ext cx="2234000" cy="630000"/>
          </a:xfrm>
          <a:prstGeom prst="rect">
            <a:avLst/>
          </a:prstGeom>
          <a:noFill/>
          <a:ln>
            <a:noFill/>
          </a:ln>
        </p:spPr>
        <p:txBody>
          <a:bodyPr spcFirstLastPara="1" wrap="square" lIns="121900" tIns="121900" rIns="121900" bIns="121900" anchor="t" anchorCtr="0">
            <a:noAutofit/>
          </a:bodyPr>
          <a:lstStyle/>
          <a:p>
            <a:pPr algn="ctr" defTabSz="1219170"/>
            <a:r>
              <a:rPr lang="en" sz="2400">
                <a:latin typeface="Calibri"/>
                <a:ea typeface="Calibri"/>
                <a:cs typeface="Calibri"/>
                <a:sym typeface="Calibri"/>
              </a:rPr>
              <a:t>Current Scale</a:t>
            </a:r>
            <a:endParaRPr sz="2400">
              <a:latin typeface="Calibri"/>
              <a:ea typeface="Calibri"/>
              <a:cs typeface="Calibri"/>
              <a:sym typeface="Calibri"/>
            </a:endParaRPr>
          </a:p>
        </p:txBody>
      </p:sp>
      <p:cxnSp>
        <p:nvCxnSpPr>
          <p:cNvPr id="230" name="Google Shape;230;p23"/>
          <p:cNvCxnSpPr/>
          <p:nvPr/>
        </p:nvCxnSpPr>
        <p:spPr>
          <a:xfrm>
            <a:off x="1379467" y="5755067"/>
            <a:ext cx="2135200" cy="0"/>
          </a:xfrm>
          <a:prstGeom prst="straightConnector1">
            <a:avLst/>
          </a:prstGeom>
          <a:noFill/>
          <a:ln w="19050" cap="flat" cmpd="sng">
            <a:solidFill>
              <a:srgbClr val="000000"/>
            </a:solidFill>
            <a:prstDash val="solid"/>
            <a:round/>
            <a:headEnd type="none" w="med" len="med"/>
            <a:tailEnd type="none" w="med" len="med"/>
          </a:ln>
        </p:spPr>
      </p:cxnSp>
      <p:sp>
        <p:nvSpPr>
          <p:cNvPr id="231" name="Google Shape;231;p23"/>
          <p:cNvSpPr txBox="1"/>
          <p:nvPr/>
        </p:nvSpPr>
        <p:spPr>
          <a:xfrm>
            <a:off x="1301900" y="5755067"/>
            <a:ext cx="2234000" cy="630000"/>
          </a:xfrm>
          <a:prstGeom prst="rect">
            <a:avLst/>
          </a:prstGeom>
          <a:noFill/>
          <a:ln>
            <a:noFill/>
          </a:ln>
        </p:spPr>
        <p:txBody>
          <a:bodyPr spcFirstLastPara="1" wrap="square" lIns="121900" tIns="121900" rIns="121900" bIns="121900" anchor="t" anchorCtr="0">
            <a:noAutofit/>
          </a:bodyPr>
          <a:lstStyle/>
          <a:p>
            <a:pPr algn="ctr" defTabSz="1219170"/>
            <a:r>
              <a:rPr lang="en" sz="2400">
                <a:latin typeface="Calibri"/>
                <a:ea typeface="Calibri"/>
                <a:cs typeface="Calibri"/>
                <a:sym typeface="Calibri"/>
              </a:rPr>
              <a:t>Base Model</a:t>
            </a:r>
            <a:endParaRPr sz="2400">
              <a:latin typeface="Calibri"/>
              <a:ea typeface="Calibri"/>
              <a:cs typeface="Calibri"/>
              <a:sym typeface="Calibri"/>
            </a:endParaRPr>
          </a:p>
        </p:txBody>
      </p:sp>
    </p:spTree>
    <p:extLst>
      <p:ext uri="{BB962C8B-B14F-4D97-AF65-F5344CB8AC3E}">
        <p14:creationId xmlns:p14="http://schemas.microsoft.com/office/powerpoint/2010/main" val="37132760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24" title="Chart"/>
          <p:cNvPicPr preferRelativeResize="0"/>
          <p:nvPr/>
        </p:nvPicPr>
        <p:blipFill>
          <a:blip r:embed="rId3">
            <a:alphaModFix/>
          </a:blip>
          <a:stretch>
            <a:fillRect/>
          </a:stretch>
        </p:blipFill>
        <p:spPr>
          <a:xfrm>
            <a:off x="1733551" y="316301"/>
            <a:ext cx="8724900" cy="5848351"/>
          </a:xfrm>
          <a:prstGeom prst="rect">
            <a:avLst/>
          </a:prstGeom>
          <a:noFill/>
          <a:ln>
            <a:noFill/>
          </a:ln>
        </p:spPr>
      </p:pic>
      <p:pic>
        <p:nvPicPr>
          <p:cNvPr id="237" name="Google Shape;237;p24"/>
          <p:cNvPicPr preferRelativeResize="0"/>
          <p:nvPr/>
        </p:nvPicPr>
        <p:blipFill>
          <a:blip r:embed="rId4">
            <a:alphaModFix/>
          </a:blip>
          <a:stretch>
            <a:fillRect/>
          </a:stretch>
        </p:blipFill>
        <p:spPr>
          <a:xfrm>
            <a:off x="3738233" y="5872977"/>
            <a:ext cx="6075467" cy="476000"/>
          </a:xfrm>
          <a:prstGeom prst="rect">
            <a:avLst/>
          </a:prstGeom>
          <a:noFill/>
          <a:ln>
            <a:noFill/>
          </a:ln>
        </p:spPr>
      </p:pic>
    </p:spTree>
    <p:extLst>
      <p:ext uri="{BB962C8B-B14F-4D97-AF65-F5344CB8AC3E}">
        <p14:creationId xmlns:p14="http://schemas.microsoft.com/office/powerpoint/2010/main" val="381639706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5"/>
          <p:cNvSpPr txBox="1"/>
          <p:nvPr/>
        </p:nvSpPr>
        <p:spPr>
          <a:xfrm>
            <a:off x="609600" y="274639"/>
            <a:ext cx="10972800" cy="1143200"/>
          </a:xfrm>
          <a:prstGeom prst="rect">
            <a:avLst/>
          </a:prstGeom>
          <a:noFill/>
          <a:ln>
            <a:noFill/>
          </a:ln>
        </p:spPr>
        <p:txBody>
          <a:bodyPr spcFirstLastPara="1" wrap="square" lIns="121900" tIns="121900" rIns="121900" bIns="121900" anchor="t" anchorCtr="0">
            <a:noAutofit/>
          </a:bodyPr>
          <a:lstStyle/>
          <a:p>
            <a:pPr algn="ctr" defTabSz="1219170"/>
            <a:r>
              <a:rPr lang="en" sz="3200"/>
              <a:t>Little Equity/Efficiency Trade-Off at Current Scale</a:t>
            </a:r>
            <a:endParaRPr sz="3200"/>
          </a:p>
        </p:txBody>
      </p:sp>
      <p:sp>
        <p:nvSpPr>
          <p:cNvPr id="243" name="Google Shape;243;p25"/>
          <p:cNvSpPr txBox="1"/>
          <p:nvPr/>
        </p:nvSpPr>
        <p:spPr>
          <a:xfrm>
            <a:off x="1032349" y="1206300"/>
            <a:ext cx="2940800" cy="5122000"/>
          </a:xfrm>
          <a:prstGeom prst="rect">
            <a:avLst/>
          </a:prstGeom>
          <a:solidFill>
            <a:srgbClr val="797979"/>
          </a:solidFill>
          <a:ln>
            <a:noFill/>
          </a:ln>
        </p:spPr>
        <p:txBody>
          <a:bodyPr spcFirstLastPara="1" wrap="square" lIns="121900" tIns="121900" rIns="121900" bIns="121900" anchor="t" anchorCtr="0">
            <a:noAutofit/>
          </a:bodyPr>
          <a:lstStyle/>
          <a:p>
            <a:pPr algn="ctr" defTabSz="1219170">
              <a:lnSpc>
                <a:spcPct val="114000"/>
              </a:lnSpc>
            </a:pPr>
            <a:r>
              <a:rPr lang="en" sz="3200" b="1" dirty="0">
                <a:solidFill>
                  <a:srgbClr val="FFFFFF"/>
                </a:solidFill>
              </a:rPr>
              <a:t>Top 150</a:t>
            </a:r>
            <a:endParaRPr sz="3200" b="1" dirty="0">
              <a:solidFill>
                <a:srgbClr val="FFFFFF"/>
              </a:solidFill>
            </a:endParaRPr>
          </a:p>
          <a:p>
            <a:pPr defTabSz="1219170">
              <a:lnSpc>
                <a:spcPct val="114000"/>
              </a:lnSpc>
              <a:spcBef>
                <a:spcPts val="667"/>
              </a:spcBef>
            </a:pPr>
            <a:endParaRPr sz="3200" dirty="0">
              <a:solidFill>
                <a:srgbClr val="FFFFFF"/>
              </a:solidFill>
            </a:endParaRPr>
          </a:p>
          <a:p>
            <a:pPr algn="ctr" defTabSz="1219170">
              <a:lnSpc>
                <a:spcPct val="114000"/>
              </a:lnSpc>
              <a:spcBef>
                <a:spcPts val="667"/>
              </a:spcBef>
            </a:pPr>
            <a:endParaRPr sz="2133" dirty="0">
              <a:solidFill>
                <a:srgbClr val="FFFFFF"/>
              </a:solidFill>
            </a:endParaRPr>
          </a:p>
          <a:p>
            <a:pPr algn="ctr" defTabSz="1219170">
              <a:lnSpc>
                <a:spcPct val="114000"/>
              </a:lnSpc>
              <a:spcBef>
                <a:spcPts val="667"/>
              </a:spcBef>
            </a:pPr>
            <a:r>
              <a:rPr lang="en" sz="4000" dirty="0">
                <a:solidFill>
                  <a:srgbClr val="FFFFFF"/>
                </a:solidFill>
              </a:rPr>
              <a:t>72.7%</a:t>
            </a:r>
            <a:endParaRPr sz="4000" dirty="0">
              <a:solidFill>
                <a:srgbClr val="FFFFFF"/>
              </a:solidFill>
            </a:endParaRPr>
          </a:p>
          <a:p>
            <a:pPr algn="ctr" defTabSz="1219170">
              <a:lnSpc>
                <a:spcPct val="114000"/>
              </a:lnSpc>
              <a:spcBef>
                <a:spcPts val="667"/>
              </a:spcBef>
            </a:pPr>
            <a:r>
              <a:rPr lang="en" sz="2400" dirty="0">
                <a:solidFill>
                  <a:srgbClr val="FFFFFF"/>
                </a:solidFill>
              </a:rPr>
              <a:t>Precision</a:t>
            </a:r>
            <a:endParaRPr sz="2400" dirty="0">
              <a:solidFill>
                <a:srgbClr val="FFFFFF"/>
              </a:solidFill>
            </a:endParaRPr>
          </a:p>
          <a:p>
            <a:pPr algn="ctr" defTabSz="1219170">
              <a:lnSpc>
                <a:spcPct val="114000"/>
              </a:lnSpc>
              <a:spcBef>
                <a:spcPts val="667"/>
              </a:spcBef>
            </a:pPr>
            <a:endParaRPr sz="2133" dirty="0">
              <a:solidFill>
                <a:srgbClr val="FFFFFF"/>
              </a:solidFill>
            </a:endParaRPr>
          </a:p>
          <a:p>
            <a:pPr algn="ctr" defTabSz="1219170">
              <a:lnSpc>
                <a:spcPct val="114000"/>
              </a:lnSpc>
              <a:spcBef>
                <a:spcPts val="667"/>
              </a:spcBef>
            </a:pPr>
            <a:r>
              <a:rPr lang="en" sz="4000" dirty="0">
                <a:solidFill>
                  <a:srgbClr val="FFFFFF"/>
                </a:solidFill>
              </a:rPr>
              <a:t>150</a:t>
            </a:r>
            <a:endParaRPr sz="4000" dirty="0">
              <a:solidFill>
                <a:srgbClr val="FFFFFF"/>
              </a:solidFill>
            </a:endParaRPr>
          </a:p>
          <a:p>
            <a:pPr algn="ctr" defTabSz="1219170">
              <a:lnSpc>
                <a:spcPct val="114000"/>
              </a:lnSpc>
              <a:spcBef>
                <a:spcPts val="667"/>
              </a:spcBef>
              <a:spcAft>
                <a:spcPts val="667"/>
              </a:spcAft>
            </a:pPr>
            <a:r>
              <a:rPr lang="en" sz="2400" dirty="0">
                <a:solidFill>
                  <a:srgbClr val="FFFFFF"/>
                </a:solidFill>
              </a:rPr>
              <a:t>Total Count</a:t>
            </a:r>
            <a:endParaRPr sz="2400" dirty="0">
              <a:solidFill>
                <a:srgbClr val="FFFFFF"/>
              </a:solidFill>
            </a:endParaRPr>
          </a:p>
        </p:txBody>
      </p:sp>
      <p:sp>
        <p:nvSpPr>
          <p:cNvPr id="244" name="Google Shape;244;p25"/>
          <p:cNvSpPr txBox="1"/>
          <p:nvPr/>
        </p:nvSpPr>
        <p:spPr>
          <a:xfrm>
            <a:off x="4626851" y="1206300"/>
            <a:ext cx="2940800" cy="5122000"/>
          </a:xfrm>
          <a:prstGeom prst="rect">
            <a:avLst/>
          </a:prstGeom>
          <a:solidFill>
            <a:srgbClr val="008080"/>
          </a:solidFill>
          <a:ln>
            <a:noFill/>
          </a:ln>
        </p:spPr>
        <p:txBody>
          <a:bodyPr spcFirstLastPara="1" wrap="square" lIns="121900" tIns="121900" rIns="121900" bIns="121900" anchor="t" anchorCtr="0">
            <a:noAutofit/>
          </a:bodyPr>
          <a:lstStyle/>
          <a:p>
            <a:pPr algn="ctr" defTabSz="1219170">
              <a:lnSpc>
                <a:spcPct val="114000"/>
              </a:lnSpc>
            </a:pPr>
            <a:r>
              <a:rPr lang="en" sz="3200" b="1" dirty="0">
                <a:solidFill>
                  <a:srgbClr val="FFFFFF"/>
                </a:solidFill>
              </a:rPr>
              <a:t>Equal</a:t>
            </a:r>
            <a:endParaRPr sz="3200" b="1" dirty="0">
              <a:solidFill>
                <a:srgbClr val="FFFFFF"/>
              </a:solidFill>
            </a:endParaRPr>
          </a:p>
          <a:p>
            <a:pPr algn="ctr" defTabSz="1219170">
              <a:lnSpc>
                <a:spcPct val="114000"/>
              </a:lnSpc>
              <a:spcBef>
                <a:spcPts val="667"/>
              </a:spcBef>
            </a:pPr>
            <a:r>
              <a:rPr lang="en" sz="3200" b="1" dirty="0">
                <a:solidFill>
                  <a:srgbClr val="FFFFFF"/>
                </a:solidFill>
              </a:rPr>
              <a:t>Recall</a:t>
            </a:r>
            <a:endParaRPr sz="2133" dirty="0">
              <a:solidFill>
                <a:srgbClr val="FFFFFF"/>
              </a:solidFill>
            </a:endParaRPr>
          </a:p>
          <a:p>
            <a:pPr algn="ctr" defTabSz="1219170">
              <a:lnSpc>
                <a:spcPct val="114000"/>
              </a:lnSpc>
              <a:spcBef>
                <a:spcPts val="667"/>
              </a:spcBef>
            </a:pPr>
            <a:endParaRPr sz="2133" dirty="0">
              <a:solidFill>
                <a:srgbClr val="FFFFFF"/>
              </a:solidFill>
            </a:endParaRPr>
          </a:p>
          <a:p>
            <a:pPr algn="ctr" defTabSz="1219170">
              <a:lnSpc>
                <a:spcPct val="114000"/>
              </a:lnSpc>
              <a:spcBef>
                <a:spcPts val="667"/>
              </a:spcBef>
            </a:pPr>
            <a:r>
              <a:rPr lang="en" sz="4000" dirty="0">
                <a:solidFill>
                  <a:srgbClr val="FFFFFF"/>
                </a:solidFill>
              </a:rPr>
              <a:t>70.7%</a:t>
            </a:r>
            <a:endParaRPr sz="4000" dirty="0">
              <a:solidFill>
                <a:srgbClr val="FFFFFF"/>
              </a:solidFill>
            </a:endParaRPr>
          </a:p>
          <a:p>
            <a:pPr algn="ctr" defTabSz="1219170">
              <a:lnSpc>
                <a:spcPct val="114000"/>
              </a:lnSpc>
              <a:spcBef>
                <a:spcPts val="667"/>
              </a:spcBef>
            </a:pPr>
            <a:r>
              <a:rPr lang="en" sz="2400" dirty="0">
                <a:solidFill>
                  <a:srgbClr val="FFFFFF"/>
                </a:solidFill>
              </a:rPr>
              <a:t>Precision</a:t>
            </a:r>
            <a:endParaRPr sz="2400" dirty="0">
              <a:solidFill>
                <a:srgbClr val="FFFFFF"/>
              </a:solidFill>
            </a:endParaRPr>
          </a:p>
          <a:p>
            <a:pPr algn="ctr" defTabSz="1219170">
              <a:lnSpc>
                <a:spcPct val="114000"/>
              </a:lnSpc>
              <a:spcBef>
                <a:spcPts val="667"/>
              </a:spcBef>
            </a:pPr>
            <a:endParaRPr sz="2133" dirty="0">
              <a:solidFill>
                <a:srgbClr val="FFFFFF"/>
              </a:solidFill>
            </a:endParaRPr>
          </a:p>
          <a:p>
            <a:pPr algn="ctr" defTabSz="1219170">
              <a:lnSpc>
                <a:spcPct val="114000"/>
              </a:lnSpc>
              <a:spcBef>
                <a:spcPts val="667"/>
              </a:spcBef>
            </a:pPr>
            <a:r>
              <a:rPr lang="en" sz="4000" dirty="0">
                <a:solidFill>
                  <a:srgbClr val="FFFFFF"/>
                </a:solidFill>
              </a:rPr>
              <a:t>150</a:t>
            </a:r>
            <a:endParaRPr sz="4000" dirty="0">
              <a:solidFill>
                <a:srgbClr val="FFFFFF"/>
              </a:solidFill>
            </a:endParaRPr>
          </a:p>
          <a:p>
            <a:pPr algn="ctr" defTabSz="1219170">
              <a:lnSpc>
                <a:spcPct val="114000"/>
              </a:lnSpc>
              <a:spcBef>
                <a:spcPts val="667"/>
              </a:spcBef>
              <a:spcAft>
                <a:spcPts val="667"/>
              </a:spcAft>
            </a:pPr>
            <a:r>
              <a:rPr lang="en" sz="2400" dirty="0">
                <a:solidFill>
                  <a:srgbClr val="FFFFFF"/>
                </a:solidFill>
              </a:rPr>
              <a:t>Total Count</a:t>
            </a:r>
            <a:endParaRPr sz="2400" dirty="0">
              <a:solidFill>
                <a:srgbClr val="FFFFFF"/>
              </a:solidFill>
            </a:endParaRPr>
          </a:p>
        </p:txBody>
      </p:sp>
      <p:sp>
        <p:nvSpPr>
          <p:cNvPr id="245" name="Google Shape;245;p25"/>
          <p:cNvSpPr txBox="1"/>
          <p:nvPr/>
        </p:nvSpPr>
        <p:spPr>
          <a:xfrm>
            <a:off x="8221249" y="1206300"/>
            <a:ext cx="2938400" cy="5122000"/>
          </a:xfrm>
          <a:prstGeom prst="rect">
            <a:avLst/>
          </a:prstGeom>
          <a:solidFill>
            <a:srgbClr val="4682B4"/>
          </a:solidFill>
          <a:ln>
            <a:noFill/>
          </a:ln>
        </p:spPr>
        <p:txBody>
          <a:bodyPr spcFirstLastPara="1" wrap="square" lIns="121900" tIns="121900" rIns="121900" bIns="121900" anchor="t" anchorCtr="0">
            <a:noAutofit/>
          </a:bodyPr>
          <a:lstStyle/>
          <a:p>
            <a:pPr algn="ctr" defTabSz="1219170">
              <a:lnSpc>
                <a:spcPct val="114000"/>
              </a:lnSpc>
            </a:pPr>
            <a:r>
              <a:rPr lang="en" sz="3200" b="1" dirty="0">
                <a:solidFill>
                  <a:srgbClr val="FFFFFF"/>
                </a:solidFill>
              </a:rPr>
              <a:t>Proportional</a:t>
            </a:r>
            <a:endParaRPr sz="3200" b="1" dirty="0">
              <a:solidFill>
                <a:srgbClr val="FFFFFF"/>
              </a:solidFill>
            </a:endParaRPr>
          </a:p>
          <a:p>
            <a:pPr algn="ctr" defTabSz="1219170">
              <a:lnSpc>
                <a:spcPct val="114000"/>
              </a:lnSpc>
              <a:spcBef>
                <a:spcPts val="667"/>
              </a:spcBef>
            </a:pPr>
            <a:r>
              <a:rPr lang="en" sz="3200" b="1" dirty="0">
                <a:solidFill>
                  <a:srgbClr val="FFFFFF"/>
                </a:solidFill>
              </a:rPr>
              <a:t>Recall</a:t>
            </a:r>
            <a:endParaRPr sz="2133" dirty="0">
              <a:solidFill>
                <a:srgbClr val="FFFFFF"/>
              </a:solidFill>
            </a:endParaRPr>
          </a:p>
          <a:p>
            <a:pPr algn="ctr" defTabSz="1219170">
              <a:lnSpc>
                <a:spcPct val="114000"/>
              </a:lnSpc>
              <a:spcBef>
                <a:spcPts val="667"/>
              </a:spcBef>
            </a:pPr>
            <a:endParaRPr sz="2133" dirty="0">
              <a:solidFill>
                <a:srgbClr val="FFFFFF"/>
              </a:solidFill>
            </a:endParaRPr>
          </a:p>
          <a:p>
            <a:pPr algn="ctr" defTabSz="1219170">
              <a:lnSpc>
                <a:spcPct val="114000"/>
              </a:lnSpc>
              <a:spcBef>
                <a:spcPts val="667"/>
              </a:spcBef>
            </a:pPr>
            <a:r>
              <a:rPr lang="en" sz="4000" dirty="0">
                <a:solidFill>
                  <a:srgbClr val="FFFFFF"/>
                </a:solidFill>
              </a:rPr>
              <a:t>70.7%</a:t>
            </a:r>
            <a:endParaRPr sz="4000" dirty="0">
              <a:solidFill>
                <a:srgbClr val="FFFFFF"/>
              </a:solidFill>
            </a:endParaRPr>
          </a:p>
          <a:p>
            <a:pPr algn="ctr" defTabSz="1219170">
              <a:lnSpc>
                <a:spcPct val="114000"/>
              </a:lnSpc>
              <a:spcBef>
                <a:spcPts val="667"/>
              </a:spcBef>
            </a:pPr>
            <a:r>
              <a:rPr lang="en" sz="2400" dirty="0">
                <a:solidFill>
                  <a:srgbClr val="FFFFFF"/>
                </a:solidFill>
              </a:rPr>
              <a:t>Precision</a:t>
            </a:r>
            <a:endParaRPr sz="2400" dirty="0">
              <a:solidFill>
                <a:srgbClr val="FFFFFF"/>
              </a:solidFill>
            </a:endParaRPr>
          </a:p>
          <a:p>
            <a:pPr algn="ctr" defTabSz="1219170">
              <a:lnSpc>
                <a:spcPct val="114000"/>
              </a:lnSpc>
              <a:spcBef>
                <a:spcPts val="667"/>
              </a:spcBef>
            </a:pPr>
            <a:endParaRPr sz="2133" dirty="0">
              <a:solidFill>
                <a:srgbClr val="FFFFFF"/>
              </a:solidFill>
            </a:endParaRPr>
          </a:p>
          <a:p>
            <a:pPr algn="ctr" defTabSz="1219170">
              <a:lnSpc>
                <a:spcPct val="114000"/>
              </a:lnSpc>
              <a:spcBef>
                <a:spcPts val="667"/>
              </a:spcBef>
            </a:pPr>
            <a:r>
              <a:rPr lang="en" sz="4000" dirty="0">
                <a:solidFill>
                  <a:srgbClr val="FFFFFF"/>
                </a:solidFill>
              </a:rPr>
              <a:t>150</a:t>
            </a:r>
            <a:endParaRPr sz="4000" dirty="0">
              <a:solidFill>
                <a:srgbClr val="FFFFFF"/>
              </a:solidFill>
            </a:endParaRPr>
          </a:p>
          <a:p>
            <a:pPr algn="ctr" defTabSz="1219170">
              <a:lnSpc>
                <a:spcPct val="114000"/>
              </a:lnSpc>
              <a:spcBef>
                <a:spcPts val="667"/>
              </a:spcBef>
              <a:spcAft>
                <a:spcPts val="667"/>
              </a:spcAft>
            </a:pPr>
            <a:r>
              <a:rPr lang="en" sz="2400" dirty="0">
                <a:solidFill>
                  <a:srgbClr val="FFFFFF"/>
                </a:solidFill>
              </a:rPr>
              <a:t>Total Count</a:t>
            </a:r>
            <a:endParaRPr sz="2400" dirty="0">
              <a:solidFill>
                <a:srgbClr val="FFFFFF"/>
              </a:solidFill>
            </a:endParaRPr>
          </a:p>
        </p:txBody>
      </p:sp>
    </p:spTree>
    <p:extLst>
      <p:ext uri="{BB962C8B-B14F-4D97-AF65-F5344CB8AC3E}">
        <p14:creationId xmlns:p14="http://schemas.microsoft.com/office/powerpoint/2010/main" val="2110971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dcca6070-2678-43f1-aa3e-f0872c6d5106"/>
  <p:tag name="SLIDO_EVENT_UUID" val="0161bee7-9b52-48ab-bd01-308fc07c8a33"/>
  <p:tag name="SLIDO_EVENT_SECTION_UUID" val="53f7b2fd-9b37-4ce9-89ff-a9a7d9b782ad"/>
</p:tagLst>
</file>

<file path=ppt/tags/tag2.xml><?xml version="1.0" encoding="utf-8"?>
<p:tagLst xmlns:a="http://schemas.openxmlformats.org/drawingml/2006/main" xmlns:r="http://schemas.openxmlformats.org/officeDocument/2006/relationships" xmlns:p="http://schemas.openxmlformats.org/presentationml/2006/main">
  <p:tag name="SLIDO_TYPE" val="SlidoPoll"/>
  <p:tag name="SLIDO_POLL_UUID" val="3b3f78aa-b1a6-4e2d-b363-a3064c3f7709"/>
  <p:tag name="SLIDO_TIMELINE" val="W3sic2hvd1Jlc3VsdHMiOmZhbHNlLCJwb2xsUXVlc3Rpb25VdWlkIjoiMWFjZWVmY2QtMWU3My00MjUwLTg4MWUtNmI0NGI3NzU4NTNmIn0seyJzaG93UmVzdWx0cyI6dHJ1ZSwicG9sbFF1ZXN0aW9uVXVpZCI6IjFhY2VlZmNkLTFlNzMtNDI1MC04ODFlLTZiNDRiNzc1ODUzZiJ9XQ=="/>
</p:tagLst>
</file>

<file path=ppt/tags/tag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OpenText"/>
</p:tagLst>
</file>

<file path=ppt/tags/tag4.xml><?xml version="1.0" encoding="utf-8"?>
<p:tagLst xmlns:a="http://schemas.openxmlformats.org/drawingml/2006/main" xmlns:r="http://schemas.openxmlformats.org/officeDocument/2006/relationships" xmlns:p="http://schemas.openxmlformats.org/presentationml/2006/main">
  <p:tag name="SLIDO_ELEMENT" val="titl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rayid class uchica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aia-porto-ghani-2018" id="{82BABE80-AE8E-FF4E-85C0-B54C44AB8DF2}" vid="{E9C63820-0DC0-E74F-8230-5D2113CC263A}"/>
    </a:ext>
  </a:extLst>
</a:theme>
</file>

<file path=ppt/theme/theme4.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939</TotalTime>
  <Words>2870</Words>
  <Application>Microsoft Macintosh PowerPoint</Application>
  <PresentationFormat>Widescreen</PresentationFormat>
  <Paragraphs>526</Paragraphs>
  <Slides>90</Slides>
  <Notes>45</Notes>
  <HiddenSlides>4</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90</vt:i4>
      </vt:variant>
    </vt:vector>
  </HeadingPairs>
  <TitlesOfParts>
    <vt:vector size="103" baseType="lpstr">
      <vt:lpstr>Arial</vt:lpstr>
      <vt:lpstr>Calibri</vt:lpstr>
      <vt:lpstr>Calibri Light</vt:lpstr>
      <vt:lpstr>Century Gothic</vt:lpstr>
      <vt:lpstr>Helvetica Neue</vt:lpstr>
      <vt:lpstr>Lato</vt:lpstr>
      <vt:lpstr>Roboto</vt:lpstr>
      <vt:lpstr>Source Sans Pro</vt:lpstr>
      <vt:lpstr>Trebuchet MS</vt:lpstr>
      <vt:lpstr>Office Theme</vt:lpstr>
      <vt:lpstr>Simple Light</vt:lpstr>
      <vt:lpstr>rayid class uchicago</vt:lpstr>
      <vt:lpstr>1_Simple Light</vt:lpstr>
      <vt:lpstr>PowerPoint Presentation</vt:lpstr>
      <vt:lpstr>PowerPoint Presentation</vt:lpstr>
      <vt:lpstr>PowerPoint Presentation</vt:lpstr>
      <vt:lpstr>PowerPoint Presentation</vt:lpstr>
      <vt:lpstr>Compared to what?</vt:lpstr>
      <vt:lpstr>Workflow</vt:lpstr>
      <vt:lpstr>The focus should not just be on making the ML model fair but rather on making the overall system and outcomes fair</vt:lpstr>
      <vt:lpstr>PowerPoint Presentation</vt:lpstr>
      <vt:lpstr>Many Bias Measures: How do we select what we design for?</vt:lpstr>
      <vt:lpstr>Many Bias Measures: How do we select what we design for?</vt:lpstr>
      <vt:lpstr>Many Bias Measures: How do we select what we care about?</vt:lpstr>
      <vt:lpstr>Why do we have to choose?</vt:lpstr>
      <vt:lpstr>Incompatibility Between Fairness Metrics</vt:lpstr>
      <vt:lpstr>Consider Three Metrics…</vt:lpstr>
      <vt:lpstr>Consider Three Metrics…</vt:lpstr>
      <vt:lpstr>PowerPoint Presentation</vt:lpstr>
      <vt:lpstr>PowerPoint Presentation</vt:lpstr>
      <vt:lpstr>PowerPoint Presentation</vt:lpstr>
      <vt:lpstr>PowerPoint Presentation</vt:lpstr>
      <vt:lpstr>PowerPoint Presentation</vt:lpstr>
      <vt:lpstr>Incompatibility Between Fairness Metrics</vt:lpstr>
      <vt:lpstr>Incompatibility Between Fairness Metrics</vt:lpstr>
      <vt:lpstr>Incompatibility Between Fairness Metrics</vt:lpstr>
      <vt:lpstr>Incompatibility Between Fairness Metrics</vt:lpstr>
      <vt:lpstr>Incompatibility Between Fairness Metrics</vt:lpstr>
      <vt:lpstr>Does that mean we cannot achieve fairness in ML? models?</vt:lpstr>
      <vt:lpstr>PowerPoint Presentation</vt:lpstr>
      <vt:lpstr>The focus should not just on making the ML model fair but rather on making the overall system and outcomes fair</vt:lpstr>
      <vt:lpstr>PowerPoint Presentation</vt:lpstr>
      <vt:lpstr>What do you need to audit predictions of a model?</vt:lpstr>
      <vt:lpstr>Bias Audit flow</vt:lpstr>
      <vt:lpstr>PowerPoint Presentation</vt:lpstr>
      <vt:lpstr>Audit COMPAS using Aequitas</vt:lpstr>
      <vt:lpstr>Aequitas Summary for COMPAS</vt:lpstr>
      <vt:lpstr>Disparity Chart</vt:lpstr>
      <vt:lpstr> Auditing a Model for Bias  (click on link to load  notebook and run setup)</vt:lpstr>
      <vt:lpstr>The focus should not just on making the ML model fair but rather on making the overall system and outcomes fair</vt:lpstr>
      <vt:lpstr>Diagnosing the root causes of bias in AI/ML Systems</vt:lpstr>
      <vt:lpstr>Even within the ML Pipeline, bias can be introduced in every step</vt:lpstr>
      <vt:lpstr>Action/Intervention Bias</vt:lpstr>
      <vt:lpstr>The focus should not just on making the ML model fair but rather on making the overall system and outcomes fair</vt:lpstr>
      <vt:lpstr>ML Fairness Workflow</vt:lpstr>
      <vt:lpstr>How can we reduce bias in ML models?</vt:lpstr>
      <vt:lpstr>Exploring Trade-Offs</vt:lpstr>
      <vt:lpstr>Exploring Trade-Offs</vt:lpstr>
      <vt:lpstr>Exploring Trade-Offs</vt:lpstr>
      <vt:lpstr>Exploring Trade-Offs</vt:lpstr>
      <vt:lpstr>Exploring Trade-Offs</vt:lpstr>
      <vt:lpstr>Exploring Trade-Offs</vt:lpstr>
      <vt:lpstr>Case Study: Reducing Misdemeanor Recidivism through Diversion and Social Service Programs</vt:lpstr>
      <vt:lpstr>Policy Menu</vt:lpstr>
      <vt:lpstr>PowerPoint Presentation</vt:lpstr>
      <vt:lpstr>We may not have to sacrifice accuracy in order to get fairness  but  we do have to deliberately and explicitly design our AI systems for equity and fairness</vt:lpstr>
      <vt:lpstr>PowerPoint Presentation</vt:lpstr>
      <vt:lpstr>Some common practitioner (mis)perceptions</vt:lpstr>
      <vt:lpstr>Useful Resources</vt:lpstr>
      <vt:lpstr>Appendix</vt:lpstr>
      <vt:lpstr>Legal and Social Principles</vt:lpstr>
      <vt:lpstr>Legal and Social Principles</vt:lpstr>
      <vt:lpstr>Legal Perspectives and Challenges</vt:lpstr>
      <vt:lpstr>Legal Perspectives and Challenges</vt:lpstr>
      <vt:lpstr>Legal Perspectives and Challenges</vt:lpstr>
      <vt:lpstr>Legal Perspectives and Challenges</vt:lpstr>
      <vt:lpstr>Legal Perspectives and Challenges</vt:lpstr>
      <vt:lpstr>Legal Perspectives and Challenges</vt:lpstr>
      <vt:lpstr>Legal Perspectives and Challenges</vt:lpstr>
      <vt:lpstr>Legal Perspectives and Challenges</vt:lpstr>
      <vt:lpstr>Legal Perspectives and Challenges</vt:lpstr>
      <vt:lpstr>Legal Perspectives and Challenges</vt:lpstr>
      <vt:lpstr>Three Concepts of Fairness in ML</vt:lpstr>
      <vt:lpstr>Practical Challenges with Individual Fairness</vt:lpstr>
      <vt:lpstr>Where does this leave us?</vt:lpstr>
      <vt:lpstr>PowerPoint Presentation</vt:lpstr>
      <vt:lpstr>Case Study: Post-hoc Adjustments and Policy Goals</vt:lpstr>
      <vt:lpstr>Case Study: Post-hoc Adjustments and Policy Goals</vt:lpstr>
      <vt:lpstr>PowerPoint Presentation</vt:lpstr>
      <vt:lpstr>PowerPoint Presentation</vt:lpstr>
      <vt:lpstr>PowerPoint Presentation</vt:lpstr>
      <vt:lpstr>PowerPoint Presentation</vt:lpstr>
      <vt:lpstr>Equality of Predictions vs Underlying Disparities</vt:lpstr>
      <vt:lpstr>Equality of Predictions vs Underlying Disparities</vt:lpstr>
      <vt:lpstr>Equality of Predictions vs Underlying Disparities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Kit Rodolfa</dc:creator>
  <cp:lastModifiedBy>Rayid Ghani</cp:lastModifiedBy>
  <cp:revision>14</cp:revision>
  <dcterms:created xsi:type="dcterms:W3CDTF">2021-11-08T18:26:40Z</dcterms:created>
  <dcterms:modified xsi:type="dcterms:W3CDTF">2025-10-30T14:26:42Z</dcterms:modified>
</cp:coreProperties>
</file>