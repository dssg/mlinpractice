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604" r:id="rId3"/>
    <p:sldId id="649" r:id="rId4"/>
    <p:sldId id="651" r:id="rId5"/>
    <p:sldId id="642" r:id="rId6"/>
    <p:sldId id="643" r:id="rId7"/>
    <p:sldId id="644" r:id="rId8"/>
    <p:sldId id="645" r:id="rId9"/>
    <p:sldId id="647" r:id="rId10"/>
    <p:sldId id="646" r:id="rId11"/>
    <p:sldId id="639" r:id="rId12"/>
    <p:sldId id="640" r:id="rId13"/>
    <p:sldId id="637" r:id="rId14"/>
    <p:sldId id="648" r:id="rId15"/>
  </p:sldIdLst>
  <p:sldSz cx="12192000" cy="6858000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WqGpmJnm2LhSO/E7EgiMMs26K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1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8"/>
    <p:restoredTop sz="71018"/>
  </p:normalViewPr>
  <p:slideViewPr>
    <p:cSldViewPr snapToGrid="0" snapToObjects="1">
      <p:cViewPr varScale="1">
        <p:scale>
          <a:sx n="111" d="100"/>
          <a:sy n="111" d="100"/>
        </p:scale>
        <p:origin x="8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57C77D-0E1C-A648-B183-432DD962C6B2}" type="doc">
      <dgm:prSet loTypeId="urn:microsoft.com/office/officeart/2005/8/layout/venn1" loCatId="" qsTypeId="urn:microsoft.com/office/officeart/2005/8/quickstyle/simple1" qsCatId="simple" csTypeId="urn:microsoft.com/office/officeart/2005/8/colors/colorful3" csCatId="colorful" phldr="1"/>
      <dgm:spPr/>
    </dgm:pt>
    <dgm:pt modelId="{DE738E1A-6BB3-A240-B753-992A04EAD23E}">
      <dgm:prSet phldrT="[Text]"/>
      <dgm:spPr/>
      <dgm:t>
        <a:bodyPr/>
        <a:lstStyle/>
        <a:p>
          <a:r>
            <a:rPr lang="en-US" dirty="0"/>
            <a:t>ML</a:t>
          </a:r>
        </a:p>
      </dgm:t>
    </dgm:pt>
    <dgm:pt modelId="{3871ECB3-34BC-AF48-9ECA-74F54C91C709}" type="parTrans" cxnId="{4F5EFA5B-A316-E145-BCE0-EE16C0EFDCAF}">
      <dgm:prSet/>
      <dgm:spPr/>
      <dgm:t>
        <a:bodyPr/>
        <a:lstStyle/>
        <a:p>
          <a:endParaRPr lang="en-US"/>
        </a:p>
      </dgm:t>
    </dgm:pt>
    <dgm:pt modelId="{A7B5B8AF-3B94-3643-BA4B-2B6939857791}" type="sibTrans" cxnId="{4F5EFA5B-A316-E145-BCE0-EE16C0EFDCAF}">
      <dgm:prSet/>
      <dgm:spPr/>
      <dgm:t>
        <a:bodyPr/>
        <a:lstStyle/>
        <a:p>
          <a:endParaRPr lang="en-US"/>
        </a:p>
      </dgm:t>
    </dgm:pt>
    <dgm:pt modelId="{5DB87B44-C26D-FE49-83B3-94909855F7DB}">
      <dgm:prSet phldrT="[Text]"/>
      <dgm:spPr/>
      <dgm:t>
        <a:bodyPr/>
        <a:lstStyle/>
        <a:p>
          <a:r>
            <a:rPr lang="en-US" dirty="0"/>
            <a:t>Data Engineering</a:t>
          </a:r>
        </a:p>
      </dgm:t>
    </dgm:pt>
    <dgm:pt modelId="{B3FE052E-AD9B-F544-8152-675B506B6F60}" type="parTrans" cxnId="{BA08A8A5-828E-6B44-8801-DFB23AF4F140}">
      <dgm:prSet/>
      <dgm:spPr/>
      <dgm:t>
        <a:bodyPr/>
        <a:lstStyle/>
        <a:p>
          <a:endParaRPr lang="en-US"/>
        </a:p>
      </dgm:t>
    </dgm:pt>
    <dgm:pt modelId="{3BC7D9AE-F324-2744-A4E1-091DB32DC56B}" type="sibTrans" cxnId="{BA08A8A5-828E-6B44-8801-DFB23AF4F140}">
      <dgm:prSet/>
      <dgm:spPr/>
      <dgm:t>
        <a:bodyPr/>
        <a:lstStyle/>
        <a:p>
          <a:endParaRPr lang="en-US"/>
        </a:p>
      </dgm:t>
    </dgm:pt>
    <dgm:pt modelId="{EACABDE3-30D0-1B44-BADF-85776226233F}">
      <dgm:prSet phldrT="[Text]"/>
      <dgm:spPr/>
      <dgm:t>
        <a:bodyPr/>
        <a:lstStyle/>
        <a:p>
          <a:r>
            <a:rPr lang="en-US" dirty="0"/>
            <a:t>DevOps</a:t>
          </a:r>
        </a:p>
      </dgm:t>
    </dgm:pt>
    <dgm:pt modelId="{5640CC68-724D-B74A-9E10-AB8B8277F1F7}" type="parTrans" cxnId="{955C7144-A21A-8148-A727-969EB6EF41DA}">
      <dgm:prSet/>
      <dgm:spPr/>
      <dgm:t>
        <a:bodyPr/>
        <a:lstStyle/>
        <a:p>
          <a:endParaRPr lang="en-US"/>
        </a:p>
      </dgm:t>
    </dgm:pt>
    <dgm:pt modelId="{48177681-87CC-084C-94FD-509A1B894EEC}" type="sibTrans" cxnId="{955C7144-A21A-8148-A727-969EB6EF41DA}">
      <dgm:prSet/>
      <dgm:spPr/>
      <dgm:t>
        <a:bodyPr/>
        <a:lstStyle/>
        <a:p>
          <a:endParaRPr lang="en-US"/>
        </a:p>
      </dgm:t>
    </dgm:pt>
    <dgm:pt modelId="{911C574F-43BF-BC49-8517-6F266D3D5BE6}" type="pres">
      <dgm:prSet presAssocID="{E957C77D-0E1C-A648-B183-432DD962C6B2}" presName="compositeShape" presStyleCnt="0">
        <dgm:presLayoutVars>
          <dgm:chMax val="7"/>
          <dgm:dir/>
          <dgm:resizeHandles val="exact"/>
        </dgm:presLayoutVars>
      </dgm:prSet>
      <dgm:spPr/>
    </dgm:pt>
    <dgm:pt modelId="{CA58215C-F128-3B47-800F-48B7FF899E1B}" type="pres">
      <dgm:prSet presAssocID="{DE738E1A-6BB3-A240-B753-992A04EAD23E}" presName="circ1" presStyleLbl="vennNode1" presStyleIdx="0" presStyleCnt="3"/>
      <dgm:spPr/>
    </dgm:pt>
    <dgm:pt modelId="{E49B0654-5B65-264E-BD57-9400BA745380}" type="pres">
      <dgm:prSet presAssocID="{DE738E1A-6BB3-A240-B753-992A04EAD23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99F484E-CAC4-2D43-8F17-034318A932FC}" type="pres">
      <dgm:prSet presAssocID="{5DB87B44-C26D-FE49-83B3-94909855F7DB}" presName="circ2" presStyleLbl="vennNode1" presStyleIdx="1" presStyleCnt="3"/>
      <dgm:spPr/>
    </dgm:pt>
    <dgm:pt modelId="{CDB3F0AB-2AE0-EA42-B7B2-8758BCC69FB0}" type="pres">
      <dgm:prSet presAssocID="{5DB87B44-C26D-FE49-83B3-94909855F7D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E9AA81B-116D-0343-A252-3A3CCB9455F2}" type="pres">
      <dgm:prSet presAssocID="{EACABDE3-30D0-1B44-BADF-85776226233F}" presName="circ3" presStyleLbl="vennNode1" presStyleIdx="2" presStyleCnt="3"/>
      <dgm:spPr/>
    </dgm:pt>
    <dgm:pt modelId="{8DD1F1B0-1AB5-EC47-BEB7-303745D66946}" type="pres">
      <dgm:prSet presAssocID="{EACABDE3-30D0-1B44-BADF-85776226233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1DC262B-6790-AD43-9F19-A658FDF3860C}" type="presOf" srcId="{EACABDE3-30D0-1B44-BADF-85776226233F}" destId="{8DD1F1B0-1AB5-EC47-BEB7-303745D66946}" srcOrd="1" destOrd="0" presId="urn:microsoft.com/office/officeart/2005/8/layout/venn1"/>
    <dgm:cxn modelId="{955C7144-A21A-8148-A727-969EB6EF41DA}" srcId="{E957C77D-0E1C-A648-B183-432DD962C6B2}" destId="{EACABDE3-30D0-1B44-BADF-85776226233F}" srcOrd="2" destOrd="0" parTransId="{5640CC68-724D-B74A-9E10-AB8B8277F1F7}" sibTransId="{48177681-87CC-084C-94FD-509A1B894EEC}"/>
    <dgm:cxn modelId="{FCCB3449-D440-9643-94C5-6294F43798C4}" type="presOf" srcId="{5DB87B44-C26D-FE49-83B3-94909855F7DB}" destId="{CDB3F0AB-2AE0-EA42-B7B2-8758BCC69FB0}" srcOrd="1" destOrd="0" presId="urn:microsoft.com/office/officeart/2005/8/layout/venn1"/>
    <dgm:cxn modelId="{4F5EFA5B-A316-E145-BCE0-EE16C0EFDCAF}" srcId="{E957C77D-0E1C-A648-B183-432DD962C6B2}" destId="{DE738E1A-6BB3-A240-B753-992A04EAD23E}" srcOrd="0" destOrd="0" parTransId="{3871ECB3-34BC-AF48-9ECA-74F54C91C709}" sibTransId="{A7B5B8AF-3B94-3643-BA4B-2B6939857791}"/>
    <dgm:cxn modelId="{60D1C960-063B-BE42-9C73-BBD2C6A5F86A}" type="presOf" srcId="{5DB87B44-C26D-FE49-83B3-94909855F7DB}" destId="{B99F484E-CAC4-2D43-8F17-034318A932FC}" srcOrd="0" destOrd="0" presId="urn:microsoft.com/office/officeart/2005/8/layout/venn1"/>
    <dgm:cxn modelId="{BA08A8A5-828E-6B44-8801-DFB23AF4F140}" srcId="{E957C77D-0E1C-A648-B183-432DD962C6B2}" destId="{5DB87B44-C26D-FE49-83B3-94909855F7DB}" srcOrd="1" destOrd="0" parTransId="{B3FE052E-AD9B-F544-8152-675B506B6F60}" sibTransId="{3BC7D9AE-F324-2744-A4E1-091DB32DC56B}"/>
    <dgm:cxn modelId="{FD26DBA5-B31B-6A4B-A7A2-5A8777EA74B7}" type="presOf" srcId="{DE738E1A-6BB3-A240-B753-992A04EAD23E}" destId="{E49B0654-5B65-264E-BD57-9400BA745380}" srcOrd="1" destOrd="0" presId="urn:microsoft.com/office/officeart/2005/8/layout/venn1"/>
    <dgm:cxn modelId="{543F9EC4-DA51-7840-914C-2FA4AA06FA3D}" type="presOf" srcId="{EACABDE3-30D0-1B44-BADF-85776226233F}" destId="{BE9AA81B-116D-0343-A252-3A3CCB9455F2}" srcOrd="0" destOrd="0" presId="urn:microsoft.com/office/officeart/2005/8/layout/venn1"/>
    <dgm:cxn modelId="{C445DFC4-2238-9C48-90F6-920ACF11D56A}" type="presOf" srcId="{DE738E1A-6BB3-A240-B753-992A04EAD23E}" destId="{CA58215C-F128-3B47-800F-48B7FF899E1B}" srcOrd="0" destOrd="0" presId="urn:microsoft.com/office/officeart/2005/8/layout/venn1"/>
    <dgm:cxn modelId="{65DC90C5-C04B-CD4C-A026-94DC21652A80}" type="presOf" srcId="{E957C77D-0E1C-A648-B183-432DD962C6B2}" destId="{911C574F-43BF-BC49-8517-6F266D3D5BE6}" srcOrd="0" destOrd="0" presId="urn:microsoft.com/office/officeart/2005/8/layout/venn1"/>
    <dgm:cxn modelId="{12D88300-CF8A-6240-8935-773202C12A20}" type="presParOf" srcId="{911C574F-43BF-BC49-8517-6F266D3D5BE6}" destId="{CA58215C-F128-3B47-800F-48B7FF899E1B}" srcOrd="0" destOrd="0" presId="urn:microsoft.com/office/officeart/2005/8/layout/venn1"/>
    <dgm:cxn modelId="{F356863D-9419-914B-B440-34C5DC141913}" type="presParOf" srcId="{911C574F-43BF-BC49-8517-6F266D3D5BE6}" destId="{E49B0654-5B65-264E-BD57-9400BA745380}" srcOrd="1" destOrd="0" presId="urn:microsoft.com/office/officeart/2005/8/layout/venn1"/>
    <dgm:cxn modelId="{2C85FF88-1DA9-8443-8629-803E57877E3B}" type="presParOf" srcId="{911C574F-43BF-BC49-8517-6F266D3D5BE6}" destId="{B99F484E-CAC4-2D43-8F17-034318A932FC}" srcOrd="2" destOrd="0" presId="urn:microsoft.com/office/officeart/2005/8/layout/venn1"/>
    <dgm:cxn modelId="{6CE583FD-7D1B-7749-932A-C3AD069B2125}" type="presParOf" srcId="{911C574F-43BF-BC49-8517-6F266D3D5BE6}" destId="{CDB3F0AB-2AE0-EA42-B7B2-8758BCC69FB0}" srcOrd="3" destOrd="0" presId="urn:microsoft.com/office/officeart/2005/8/layout/venn1"/>
    <dgm:cxn modelId="{93D13971-DEEB-CE4E-9A20-4382D93088DD}" type="presParOf" srcId="{911C574F-43BF-BC49-8517-6F266D3D5BE6}" destId="{BE9AA81B-116D-0343-A252-3A3CCB9455F2}" srcOrd="4" destOrd="0" presId="urn:microsoft.com/office/officeart/2005/8/layout/venn1"/>
    <dgm:cxn modelId="{9549C3B5-DB6A-014F-99E5-7582E96B47D7}" type="presParOf" srcId="{911C574F-43BF-BC49-8517-6F266D3D5BE6}" destId="{8DD1F1B0-1AB5-EC47-BEB7-303745D66946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9C9E70-EFD4-524F-88F3-3370A9C14867}" type="doc">
      <dgm:prSet loTypeId="urn:microsoft.com/office/officeart/2005/8/layout/hList3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AD8B894-D4BB-6B42-ADC2-B1359473DA62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sz="4400" dirty="0"/>
            <a:t>Pipelines</a:t>
          </a:r>
        </a:p>
      </dgm:t>
    </dgm:pt>
    <dgm:pt modelId="{AFE956BE-98FF-0F4B-97E6-301EFFD0EBCF}" type="parTrans" cxnId="{C1052A7F-3AEC-FA4A-B27B-103A7B36D922}">
      <dgm:prSet/>
      <dgm:spPr/>
      <dgm:t>
        <a:bodyPr/>
        <a:lstStyle/>
        <a:p>
          <a:endParaRPr lang="en-US"/>
        </a:p>
      </dgm:t>
    </dgm:pt>
    <dgm:pt modelId="{AA534BFB-568C-E745-BF85-2E08E90EE142}" type="sibTrans" cxnId="{C1052A7F-3AEC-FA4A-B27B-103A7B36D922}">
      <dgm:prSet/>
      <dgm:spPr/>
      <dgm:t>
        <a:bodyPr/>
        <a:lstStyle/>
        <a:p>
          <a:endParaRPr lang="en-US"/>
        </a:p>
      </dgm:t>
    </dgm:pt>
    <dgm:pt modelId="{2130A752-11EE-9645-9072-0DAC93E92942}">
      <dgm:prSet phldrT="[Text]" custT="1"/>
      <dgm:spPr>
        <a:solidFill>
          <a:srgbClr val="00B050"/>
        </a:solidFill>
      </dgm:spPr>
      <dgm:t>
        <a:bodyPr anchor="t"/>
        <a:lstStyle/>
        <a:p>
          <a:r>
            <a:rPr lang="en-US" sz="3600" dirty="0"/>
            <a:t>Scoring/Inference Pipeline</a:t>
          </a:r>
        </a:p>
      </dgm:t>
    </dgm:pt>
    <dgm:pt modelId="{8EECBF4C-1449-1B46-AF73-6294470701ED}" type="parTrans" cxnId="{6C77EBED-798C-B34E-93D8-6E8FCFA3783E}">
      <dgm:prSet/>
      <dgm:spPr/>
      <dgm:t>
        <a:bodyPr/>
        <a:lstStyle/>
        <a:p>
          <a:endParaRPr lang="en-US"/>
        </a:p>
      </dgm:t>
    </dgm:pt>
    <dgm:pt modelId="{DFB03E72-4A01-3945-8A56-9785CBA82CB5}" type="sibTrans" cxnId="{6C77EBED-798C-B34E-93D8-6E8FCFA3783E}">
      <dgm:prSet/>
      <dgm:spPr/>
      <dgm:t>
        <a:bodyPr/>
        <a:lstStyle/>
        <a:p>
          <a:endParaRPr lang="en-US"/>
        </a:p>
      </dgm:t>
    </dgm:pt>
    <dgm:pt modelId="{9D0F2440-02FC-2E4E-B589-30381E13BD50}">
      <dgm:prSet phldrT="[Text]" custT="1"/>
      <dgm:spPr>
        <a:solidFill>
          <a:schemeClr val="accent1">
            <a:lumMod val="75000"/>
          </a:schemeClr>
        </a:solidFill>
      </dgm:spPr>
      <dgm:t>
        <a:bodyPr anchor="t"/>
        <a:lstStyle/>
        <a:p>
          <a:r>
            <a:rPr lang="en-US" sz="3600" dirty="0"/>
            <a:t>Monitoring Pipeline</a:t>
          </a:r>
        </a:p>
      </dgm:t>
    </dgm:pt>
    <dgm:pt modelId="{22367A4A-B46B-8F43-B453-F6CFA22CD193}" type="parTrans" cxnId="{A6A005C7-2186-F74F-BCC6-32D2901225DD}">
      <dgm:prSet/>
      <dgm:spPr/>
      <dgm:t>
        <a:bodyPr/>
        <a:lstStyle/>
        <a:p>
          <a:endParaRPr lang="en-US"/>
        </a:p>
      </dgm:t>
    </dgm:pt>
    <dgm:pt modelId="{78451A57-E57A-1A45-ABB9-CA755052A49A}" type="sibTrans" cxnId="{A6A005C7-2186-F74F-BCC6-32D2901225DD}">
      <dgm:prSet/>
      <dgm:spPr/>
      <dgm:t>
        <a:bodyPr/>
        <a:lstStyle/>
        <a:p>
          <a:endParaRPr lang="en-US"/>
        </a:p>
      </dgm:t>
    </dgm:pt>
    <dgm:pt modelId="{A8796B89-14BF-F84A-B633-59812658E286}">
      <dgm:prSet phldrT="[Text]" custT="1"/>
      <dgm:spPr/>
      <dgm:t>
        <a:bodyPr anchor="t"/>
        <a:lstStyle/>
        <a:p>
          <a:r>
            <a:rPr lang="en-US" sz="3600" dirty="0"/>
            <a:t>Retraining Pipeline</a:t>
          </a:r>
        </a:p>
      </dgm:t>
    </dgm:pt>
    <dgm:pt modelId="{92D1C782-1B64-2B4E-9AE7-7B78EEB4F153}" type="parTrans" cxnId="{907DCF2F-B7F1-204E-9E22-535B6A22E285}">
      <dgm:prSet/>
      <dgm:spPr/>
      <dgm:t>
        <a:bodyPr/>
        <a:lstStyle/>
        <a:p>
          <a:endParaRPr lang="en-US"/>
        </a:p>
      </dgm:t>
    </dgm:pt>
    <dgm:pt modelId="{11A7BDB4-5D3C-2A49-A69B-4C77835B05AC}" type="sibTrans" cxnId="{907DCF2F-B7F1-204E-9E22-535B6A22E285}">
      <dgm:prSet/>
      <dgm:spPr/>
      <dgm:t>
        <a:bodyPr/>
        <a:lstStyle/>
        <a:p>
          <a:endParaRPr lang="en-US"/>
        </a:p>
      </dgm:t>
    </dgm:pt>
    <dgm:pt modelId="{F17FFE44-D367-B649-AF9F-0B61A9143F73}" type="pres">
      <dgm:prSet presAssocID="{299C9E70-EFD4-524F-88F3-3370A9C14867}" presName="composite" presStyleCnt="0">
        <dgm:presLayoutVars>
          <dgm:chMax val="1"/>
          <dgm:dir/>
          <dgm:resizeHandles val="exact"/>
        </dgm:presLayoutVars>
      </dgm:prSet>
      <dgm:spPr/>
    </dgm:pt>
    <dgm:pt modelId="{B247B12E-B918-074B-83EB-D1650CC6C76C}" type="pres">
      <dgm:prSet presAssocID="{EAD8B894-D4BB-6B42-ADC2-B1359473DA62}" presName="roof" presStyleLbl="dkBgShp" presStyleIdx="0" presStyleCnt="2" custScaleY="55675" custLinFactNeighborY="-12375"/>
      <dgm:spPr/>
    </dgm:pt>
    <dgm:pt modelId="{79C725B1-6CE2-6A40-B3E7-4222AACBB381}" type="pres">
      <dgm:prSet presAssocID="{EAD8B894-D4BB-6B42-ADC2-B1359473DA62}" presName="pillars" presStyleCnt="0"/>
      <dgm:spPr/>
    </dgm:pt>
    <dgm:pt modelId="{49E702B8-61B7-3149-A0BB-D3EC084FAB2F}" type="pres">
      <dgm:prSet presAssocID="{EAD8B894-D4BB-6B42-ADC2-B1359473DA62}" presName="pillar1" presStyleLbl="node1" presStyleIdx="0" presStyleCnt="3" custScaleY="132038" custLinFactNeighborX="-147" custLinFactNeighborY="844">
        <dgm:presLayoutVars>
          <dgm:bulletEnabled val="1"/>
        </dgm:presLayoutVars>
      </dgm:prSet>
      <dgm:spPr/>
    </dgm:pt>
    <dgm:pt modelId="{81AA30E3-49D4-F847-9900-5ACD86BCCFCA}" type="pres">
      <dgm:prSet presAssocID="{9D0F2440-02FC-2E4E-B589-30381E13BD50}" presName="pillarX" presStyleLbl="node1" presStyleIdx="1" presStyleCnt="3" custScaleY="132038" custLinFactNeighborY="951">
        <dgm:presLayoutVars>
          <dgm:bulletEnabled val="1"/>
        </dgm:presLayoutVars>
      </dgm:prSet>
      <dgm:spPr/>
    </dgm:pt>
    <dgm:pt modelId="{8CF45317-480A-FF4E-94FF-CA1B0B717651}" type="pres">
      <dgm:prSet presAssocID="{A8796B89-14BF-F84A-B633-59812658E286}" presName="pillarX" presStyleLbl="node1" presStyleIdx="2" presStyleCnt="3" custScaleY="132038" custLinFactNeighborY="951">
        <dgm:presLayoutVars>
          <dgm:bulletEnabled val="1"/>
        </dgm:presLayoutVars>
      </dgm:prSet>
      <dgm:spPr/>
    </dgm:pt>
    <dgm:pt modelId="{7D3E1294-3ECF-4242-BD50-FF988BE7AC41}" type="pres">
      <dgm:prSet presAssocID="{EAD8B894-D4BB-6B42-ADC2-B1359473DA62}" presName="base" presStyleLbl="dkBgShp" presStyleIdx="1" presStyleCnt="2" custFlipVert="1" custScaleY="45295"/>
      <dgm:spPr>
        <a:noFill/>
        <a:ln>
          <a:noFill/>
        </a:ln>
      </dgm:spPr>
    </dgm:pt>
  </dgm:ptLst>
  <dgm:cxnLst>
    <dgm:cxn modelId="{D3D93D0B-1787-CC4E-AACD-A456C32EC18C}" type="presOf" srcId="{A8796B89-14BF-F84A-B633-59812658E286}" destId="{8CF45317-480A-FF4E-94FF-CA1B0B717651}" srcOrd="0" destOrd="0" presId="urn:microsoft.com/office/officeart/2005/8/layout/hList3"/>
    <dgm:cxn modelId="{BDB5D524-04AB-8844-9348-DD8EBDF3FC23}" type="presOf" srcId="{EAD8B894-D4BB-6B42-ADC2-B1359473DA62}" destId="{B247B12E-B918-074B-83EB-D1650CC6C76C}" srcOrd="0" destOrd="0" presId="urn:microsoft.com/office/officeart/2005/8/layout/hList3"/>
    <dgm:cxn modelId="{907DCF2F-B7F1-204E-9E22-535B6A22E285}" srcId="{EAD8B894-D4BB-6B42-ADC2-B1359473DA62}" destId="{A8796B89-14BF-F84A-B633-59812658E286}" srcOrd="2" destOrd="0" parTransId="{92D1C782-1B64-2B4E-9AE7-7B78EEB4F153}" sibTransId="{11A7BDB4-5D3C-2A49-A69B-4C77835B05AC}"/>
    <dgm:cxn modelId="{7C159B31-CFCB-6148-9BEB-61D0B7AB71BA}" type="presOf" srcId="{9D0F2440-02FC-2E4E-B589-30381E13BD50}" destId="{81AA30E3-49D4-F847-9900-5ACD86BCCFCA}" srcOrd="0" destOrd="0" presId="urn:microsoft.com/office/officeart/2005/8/layout/hList3"/>
    <dgm:cxn modelId="{C1052A7F-3AEC-FA4A-B27B-103A7B36D922}" srcId="{299C9E70-EFD4-524F-88F3-3370A9C14867}" destId="{EAD8B894-D4BB-6B42-ADC2-B1359473DA62}" srcOrd="0" destOrd="0" parTransId="{AFE956BE-98FF-0F4B-97E6-301EFFD0EBCF}" sibTransId="{AA534BFB-568C-E745-BF85-2E08E90EE142}"/>
    <dgm:cxn modelId="{2F8A7EA1-612E-8345-9589-2BB94594B755}" type="presOf" srcId="{299C9E70-EFD4-524F-88F3-3370A9C14867}" destId="{F17FFE44-D367-B649-AF9F-0B61A9143F73}" srcOrd="0" destOrd="0" presId="urn:microsoft.com/office/officeart/2005/8/layout/hList3"/>
    <dgm:cxn modelId="{A6A005C7-2186-F74F-BCC6-32D2901225DD}" srcId="{EAD8B894-D4BB-6B42-ADC2-B1359473DA62}" destId="{9D0F2440-02FC-2E4E-B589-30381E13BD50}" srcOrd="1" destOrd="0" parTransId="{22367A4A-B46B-8F43-B453-F6CFA22CD193}" sibTransId="{78451A57-E57A-1A45-ABB9-CA755052A49A}"/>
    <dgm:cxn modelId="{6C77EBED-798C-B34E-93D8-6E8FCFA3783E}" srcId="{EAD8B894-D4BB-6B42-ADC2-B1359473DA62}" destId="{2130A752-11EE-9645-9072-0DAC93E92942}" srcOrd="0" destOrd="0" parTransId="{8EECBF4C-1449-1B46-AF73-6294470701ED}" sibTransId="{DFB03E72-4A01-3945-8A56-9785CBA82CB5}"/>
    <dgm:cxn modelId="{DB33EAF9-9B48-5446-91D6-2A39E3EE4F63}" type="presOf" srcId="{2130A752-11EE-9645-9072-0DAC93E92942}" destId="{49E702B8-61B7-3149-A0BB-D3EC084FAB2F}" srcOrd="0" destOrd="0" presId="urn:microsoft.com/office/officeart/2005/8/layout/hList3"/>
    <dgm:cxn modelId="{6DF566B7-9C90-EB43-BA59-81E6DD588AEB}" type="presParOf" srcId="{F17FFE44-D367-B649-AF9F-0B61A9143F73}" destId="{B247B12E-B918-074B-83EB-D1650CC6C76C}" srcOrd="0" destOrd="0" presId="urn:microsoft.com/office/officeart/2005/8/layout/hList3"/>
    <dgm:cxn modelId="{36211AE9-5C92-6244-B982-6974165769F6}" type="presParOf" srcId="{F17FFE44-D367-B649-AF9F-0B61A9143F73}" destId="{79C725B1-6CE2-6A40-B3E7-4222AACBB381}" srcOrd="1" destOrd="0" presId="urn:microsoft.com/office/officeart/2005/8/layout/hList3"/>
    <dgm:cxn modelId="{27CACAEC-0886-BC45-AE0D-4053F852B8BF}" type="presParOf" srcId="{79C725B1-6CE2-6A40-B3E7-4222AACBB381}" destId="{49E702B8-61B7-3149-A0BB-D3EC084FAB2F}" srcOrd="0" destOrd="0" presId="urn:microsoft.com/office/officeart/2005/8/layout/hList3"/>
    <dgm:cxn modelId="{0519E137-E0BF-D44A-8175-9A0C54D92D90}" type="presParOf" srcId="{79C725B1-6CE2-6A40-B3E7-4222AACBB381}" destId="{81AA30E3-49D4-F847-9900-5ACD86BCCFCA}" srcOrd="1" destOrd="0" presId="urn:microsoft.com/office/officeart/2005/8/layout/hList3"/>
    <dgm:cxn modelId="{7EDC1F49-D355-0048-A090-25A34FC71D79}" type="presParOf" srcId="{79C725B1-6CE2-6A40-B3E7-4222AACBB381}" destId="{8CF45317-480A-FF4E-94FF-CA1B0B717651}" srcOrd="2" destOrd="0" presId="urn:microsoft.com/office/officeart/2005/8/layout/hList3"/>
    <dgm:cxn modelId="{701079B4-F2D8-1A4F-AD91-688E88A32567}" type="presParOf" srcId="{F17FFE44-D367-B649-AF9F-0B61A9143F73}" destId="{7D3E1294-3ECF-4242-BD50-FF988BE7AC41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D8567C-BC2B-8D41-9B33-FA22A56C3158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4DBAA5B-43A1-EE40-80DC-A6501E907B9D}">
      <dgm:prSet phldrT="[Text]"/>
      <dgm:spPr/>
      <dgm:t>
        <a:bodyPr/>
        <a:lstStyle/>
        <a:p>
          <a:r>
            <a:rPr lang="en-US" dirty="0"/>
            <a:t>Data Ingestion</a:t>
          </a:r>
        </a:p>
      </dgm:t>
    </dgm:pt>
    <dgm:pt modelId="{7CF5BA70-F799-1B48-B2AD-F1E3C99C7BA6}" type="parTrans" cxnId="{527BB0DC-CBA3-C546-8001-8DF34E5280B1}">
      <dgm:prSet/>
      <dgm:spPr/>
      <dgm:t>
        <a:bodyPr/>
        <a:lstStyle/>
        <a:p>
          <a:endParaRPr lang="en-US"/>
        </a:p>
      </dgm:t>
    </dgm:pt>
    <dgm:pt modelId="{EF0033C4-7306-9A41-BB82-3CB3DA60F972}" type="sibTrans" cxnId="{527BB0DC-CBA3-C546-8001-8DF34E5280B1}">
      <dgm:prSet/>
      <dgm:spPr/>
      <dgm:t>
        <a:bodyPr/>
        <a:lstStyle/>
        <a:p>
          <a:endParaRPr lang="en-US"/>
        </a:p>
      </dgm:t>
    </dgm:pt>
    <dgm:pt modelId="{1FA9C149-E8D7-774E-A094-CB721AB9DE87}">
      <dgm:prSet phldrT="[Text]"/>
      <dgm:spPr/>
      <dgm:t>
        <a:bodyPr/>
        <a:lstStyle/>
        <a:p>
          <a:r>
            <a:rPr lang="en-US" dirty="0"/>
            <a:t>Data Processing</a:t>
          </a:r>
        </a:p>
      </dgm:t>
    </dgm:pt>
    <dgm:pt modelId="{F3D7C409-FCF7-2048-9F9D-3BF1A010718D}" type="parTrans" cxnId="{DB734C36-7680-A848-B775-35D08E8F0E34}">
      <dgm:prSet/>
      <dgm:spPr/>
      <dgm:t>
        <a:bodyPr/>
        <a:lstStyle/>
        <a:p>
          <a:endParaRPr lang="en-US"/>
        </a:p>
      </dgm:t>
    </dgm:pt>
    <dgm:pt modelId="{95862C3B-2F07-8A48-AE89-A45E2F436134}" type="sibTrans" cxnId="{DB734C36-7680-A848-B775-35D08E8F0E34}">
      <dgm:prSet/>
      <dgm:spPr/>
      <dgm:t>
        <a:bodyPr/>
        <a:lstStyle/>
        <a:p>
          <a:endParaRPr lang="en-US"/>
        </a:p>
      </dgm:t>
    </dgm:pt>
    <dgm:pt modelId="{CA0471F5-79D9-174F-8EDF-44412FBFBF38}">
      <dgm:prSet phldrT="[Text]"/>
      <dgm:spPr/>
      <dgm:t>
        <a:bodyPr/>
        <a:lstStyle/>
        <a:p>
          <a:r>
            <a:rPr lang="en-US" dirty="0"/>
            <a:t>Model Scoring</a:t>
          </a:r>
        </a:p>
      </dgm:t>
    </dgm:pt>
    <dgm:pt modelId="{ABAB9191-6D2A-8545-8F57-9E4F37E3EA4F}" type="parTrans" cxnId="{943F5D6A-2596-164C-8B19-FB3B30CF1286}">
      <dgm:prSet/>
      <dgm:spPr/>
      <dgm:t>
        <a:bodyPr/>
        <a:lstStyle/>
        <a:p>
          <a:endParaRPr lang="en-US"/>
        </a:p>
      </dgm:t>
    </dgm:pt>
    <dgm:pt modelId="{FDB30DD5-F942-C04A-84C1-1561AF7D5C95}" type="sibTrans" cxnId="{943F5D6A-2596-164C-8B19-FB3B30CF1286}">
      <dgm:prSet/>
      <dgm:spPr/>
      <dgm:t>
        <a:bodyPr/>
        <a:lstStyle/>
        <a:p>
          <a:endParaRPr lang="en-US"/>
        </a:p>
      </dgm:t>
    </dgm:pt>
    <dgm:pt modelId="{6224C1F2-3FB4-724A-A926-AD810D5B22EB}">
      <dgm:prSet phldrT="[Text]"/>
      <dgm:spPr/>
      <dgm:t>
        <a:bodyPr/>
        <a:lstStyle/>
        <a:p>
          <a:r>
            <a:rPr lang="en-US" dirty="0"/>
            <a:t>Feature Generation</a:t>
          </a:r>
        </a:p>
      </dgm:t>
    </dgm:pt>
    <dgm:pt modelId="{CB24074D-E129-3A4C-BDEE-8670F7D85580}" type="parTrans" cxnId="{4FD7D7ED-9F21-234C-A442-F4F77F2144E9}">
      <dgm:prSet/>
      <dgm:spPr/>
      <dgm:t>
        <a:bodyPr/>
        <a:lstStyle/>
        <a:p>
          <a:endParaRPr lang="en-US"/>
        </a:p>
      </dgm:t>
    </dgm:pt>
    <dgm:pt modelId="{E34A6D68-36EF-274C-9626-DDD43EB6DD78}" type="sibTrans" cxnId="{4FD7D7ED-9F21-234C-A442-F4F77F2144E9}">
      <dgm:prSet/>
      <dgm:spPr/>
      <dgm:t>
        <a:bodyPr/>
        <a:lstStyle/>
        <a:p>
          <a:endParaRPr lang="en-US"/>
        </a:p>
      </dgm:t>
    </dgm:pt>
    <dgm:pt modelId="{040CD29E-2824-B047-AD70-DA146A135B6D}" type="pres">
      <dgm:prSet presAssocID="{7CD8567C-BC2B-8D41-9B33-FA22A56C3158}" presName="diagram" presStyleCnt="0">
        <dgm:presLayoutVars>
          <dgm:dir/>
          <dgm:resizeHandles val="exact"/>
        </dgm:presLayoutVars>
      </dgm:prSet>
      <dgm:spPr/>
    </dgm:pt>
    <dgm:pt modelId="{F51D6F4A-C16A-B441-B172-9D2640D3C150}" type="pres">
      <dgm:prSet presAssocID="{74DBAA5B-43A1-EE40-80DC-A6501E907B9D}" presName="node" presStyleLbl="node1" presStyleIdx="0" presStyleCnt="4">
        <dgm:presLayoutVars>
          <dgm:bulletEnabled val="1"/>
        </dgm:presLayoutVars>
      </dgm:prSet>
      <dgm:spPr/>
    </dgm:pt>
    <dgm:pt modelId="{BA67CA1D-3A53-A543-858B-77655F1492F9}" type="pres">
      <dgm:prSet presAssocID="{EF0033C4-7306-9A41-BB82-3CB3DA60F972}" presName="sibTrans" presStyleLbl="sibTrans2D1" presStyleIdx="0" presStyleCnt="3"/>
      <dgm:spPr/>
    </dgm:pt>
    <dgm:pt modelId="{80621BAE-FE95-8042-90D9-073417741825}" type="pres">
      <dgm:prSet presAssocID="{EF0033C4-7306-9A41-BB82-3CB3DA60F972}" presName="connectorText" presStyleLbl="sibTrans2D1" presStyleIdx="0" presStyleCnt="3"/>
      <dgm:spPr/>
    </dgm:pt>
    <dgm:pt modelId="{02FB86F0-D1AF-B249-A3A7-BA447781FE4B}" type="pres">
      <dgm:prSet presAssocID="{1FA9C149-E8D7-774E-A094-CB721AB9DE87}" presName="node" presStyleLbl="node1" presStyleIdx="1" presStyleCnt="4">
        <dgm:presLayoutVars>
          <dgm:bulletEnabled val="1"/>
        </dgm:presLayoutVars>
      </dgm:prSet>
      <dgm:spPr/>
    </dgm:pt>
    <dgm:pt modelId="{FEB845CC-6DDC-C24F-968C-5F283CC09AFC}" type="pres">
      <dgm:prSet presAssocID="{95862C3B-2F07-8A48-AE89-A45E2F436134}" presName="sibTrans" presStyleLbl="sibTrans2D1" presStyleIdx="1" presStyleCnt="3"/>
      <dgm:spPr/>
    </dgm:pt>
    <dgm:pt modelId="{85FA6F42-6DE8-5246-B294-8641AFC61194}" type="pres">
      <dgm:prSet presAssocID="{95862C3B-2F07-8A48-AE89-A45E2F436134}" presName="connectorText" presStyleLbl="sibTrans2D1" presStyleIdx="1" presStyleCnt="3"/>
      <dgm:spPr/>
    </dgm:pt>
    <dgm:pt modelId="{4C942239-6A0A-E04B-BA08-6B8F519F43EA}" type="pres">
      <dgm:prSet presAssocID="{6224C1F2-3FB4-724A-A926-AD810D5B22EB}" presName="node" presStyleLbl="node1" presStyleIdx="2" presStyleCnt="4">
        <dgm:presLayoutVars>
          <dgm:bulletEnabled val="1"/>
        </dgm:presLayoutVars>
      </dgm:prSet>
      <dgm:spPr/>
    </dgm:pt>
    <dgm:pt modelId="{23CF6DD0-F77D-F04A-8940-441A3F92FF7B}" type="pres">
      <dgm:prSet presAssocID="{E34A6D68-36EF-274C-9626-DDD43EB6DD78}" presName="sibTrans" presStyleLbl="sibTrans2D1" presStyleIdx="2" presStyleCnt="3"/>
      <dgm:spPr/>
    </dgm:pt>
    <dgm:pt modelId="{07B8748A-98C6-6D45-90A7-3C85820C918B}" type="pres">
      <dgm:prSet presAssocID="{E34A6D68-36EF-274C-9626-DDD43EB6DD78}" presName="connectorText" presStyleLbl="sibTrans2D1" presStyleIdx="2" presStyleCnt="3"/>
      <dgm:spPr/>
    </dgm:pt>
    <dgm:pt modelId="{EAAC873B-3F8F-654C-8C8C-A1EEBC257065}" type="pres">
      <dgm:prSet presAssocID="{CA0471F5-79D9-174F-8EDF-44412FBFBF38}" presName="node" presStyleLbl="node1" presStyleIdx="3" presStyleCnt="4">
        <dgm:presLayoutVars>
          <dgm:bulletEnabled val="1"/>
        </dgm:presLayoutVars>
      </dgm:prSet>
      <dgm:spPr/>
    </dgm:pt>
  </dgm:ptLst>
  <dgm:cxnLst>
    <dgm:cxn modelId="{5A2FEA1B-41E5-E34F-A622-BCE1ED32F4E8}" type="presOf" srcId="{95862C3B-2F07-8A48-AE89-A45E2F436134}" destId="{85FA6F42-6DE8-5246-B294-8641AFC61194}" srcOrd="1" destOrd="0" presId="urn:microsoft.com/office/officeart/2005/8/layout/process5"/>
    <dgm:cxn modelId="{EA1B141D-810A-BC42-AB53-48822154D17B}" type="presOf" srcId="{74DBAA5B-43A1-EE40-80DC-A6501E907B9D}" destId="{F51D6F4A-C16A-B441-B172-9D2640D3C150}" srcOrd="0" destOrd="0" presId="urn:microsoft.com/office/officeart/2005/8/layout/process5"/>
    <dgm:cxn modelId="{DB734C36-7680-A848-B775-35D08E8F0E34}" srcId="{7CD8567C-BC2B-8D41-9B33-FA22A56C3158}" destId="{1FA9C149-E8D7-774E-A094-CB721AB9DE87}" srcOrd="1" destOrd="0" parTransId="{F3D7C409-FCF7-2048-9F9D-3BF1A010718D}" sibTransId="{95862C3B-2F07-8A48-AE89-A45E2F436134}"/>
    <dgm:cxn modelId="{791BB13A-B03D-3346-9481-6317EBC912F0}" type="presOf" srcId="{CA0471F5-79D9-174F-8EDF-44412FBFBF38}" destId="{EAAC873B-3F8F-654C-8C8C-A1EEBC257065}" srcOrd="0" destOrd="0" presId="urn:microsoft.com/office/officeart/2005/8/layout/process5"/>
    <dgm:cxn modelId="{C889773D-6797-6E40-8D65-5C7DA0BFAA54}" type="presOf" srcId="{EF0033C4-7306-9A41-BB82-3CB3DA60F972}" destId="{80621BAE-FE95-8042-90D9-073417741825}" srcOrd="1" destOrd="0" presId="urn:microsoft.com/office/officeart/2005/8/layout/process5"/>
    <dgm:cxn modelId="{6F5D2647-56E4-8E46-9B4C-E27973D040E5}" type="presOf" srcId="{EF0033C4-7306-9A41-BB82-3CB3DA60F972}" destId="{BA67CA1D-3A53-A543-858B-77655F1492F9}" srcOrd="0" destOrd="0" presId="urn:microsoft.com/office/officeart/2005/8/layout/process5"/>
    <dgm:cxn modelId="{95C1C460-E976-954B-93FC-13EA1D4D55AA}" type="presOf" srcId="{7CD8567C-BC2B-8D41-9B33-FA22A56C3158}" destId="{040CD29E-2824-B047-AD70-DA146A135B6D}" srcOrd="0" destOrd="0" presId="urn:microsoft.com/office/officeart/2005/8/layout/process5"/>
    <dgm:cxn modelId="{943F5D6A-2596-164C-8B19-FB3B30CF1286}" srcId="{7CD8567C-BC2B-8D41-9B33-FA22A56C3158}" destId="{CA0471F5-79D9-174F-8EDF-44412FBFBF38}" srcOrd="3" destOrd="0" parTransId="{ABAB9191-6D2A-8545-8F57-9E4F37E3EA4F}" sibTransId="{FDB30DD5-F942-C04A-84C1-1561AF7D5C95}"/>
    <dgm:cxn modelId="{0E15E283-6FD5-2D40-B725-54C17432DF31}" type="presOf" srcId="{E34A6D68-36EF-274C-9626-DDD43EB6DD78}" destId="{07B8748A-98C6-6D45-90A7-3C85820C918B}" srcOrd="1" destOrd="0" presId="urn:microsoft.com/office/officeart/2005/8/layout/process5"/>
    <dgm:cxn modelId="{BC492B94-0C8B-EB43-9CBA-DDA471CADF93}" type="presOf" srcId="{1FA9C149-E8D7-774E-A094-CB721AB9DE87}" destId="{02FB86F0-D1AF-B249-A3A7-BA447781FE4B}" srcOrd="0" destOrd="0" presId="urn:microsoft.com/office/officeart/2005/8/layout/process5"/>
    <dgm:cxn modelId="{1F1E4E9E-6796-7349-991C-DBEC0867CD92}" type="presOf" srcId="{E34A6D68-36EF-274C-9626-DDD43EB6DD78}" destId="{23CF6DD0-F77D-F04A-8940-441A3F92FF7B}" srcOrd="0" destOrd="0" presId="urn:microsoft.com/office/officeart/2005/8/layout/process5"/>
    <dgm:cxn modelId="{6EFDF6B1-4CB0-B04C-801E-26696942F070}" type="presOf" srcId="{6224C1F2-3FB4-724A-A926-AD810D5B22EB}" destId="{4C942239-6A0A-E04B-BA08-6B8F519F43EA}" srcOrd="0" destOrd="0" presId="urn:microsoft.com/office/officeart/2005/8/layout/process5"/>
    <dgm:cxn modelId="{E1EFD1DB-A138-B94F-9D10-7E1E5EC5C824}" type="presOf" srcId="{95862C3B-2F07-8A48-AE89-A45E2F436134}" destId="{FEB845CC-6DDC-C24F-968C-5F283CC09AFC}" srcOrd="0" destOrd="0" presId="urn:microsoft.com/office/officeart/2005/8/layout/process5"/>
    <dgm:cxn modelId="{527BB0DC-CBA3-C546-8001-8DF34E5280B1}" srcId="{7CD8567C-BC2B-8D41-9B33-FA22A56C3158}" destId="{74DBAA5B-43A1-EE40-80DC-A6501E907B9D}" srcOrd="0" destOrd="0" parTransId="{7CF5BA70-F799-1B48-B2AD-F1E3C99C7BA6}" sibTransId="{EF0033C4-7306-9A41-BB82-3CB3DA60F972}"/>
    <dgm:cxn modelId="{4FD7D7ED-9F21-234C-A442-F4F77F2144E9}" srcId="{7CD8567C-BC2B-8D41-9B33-FA22A56C3158}" destId="{6224C1F2-3FB4-724A-A926-AD810D5B22EB}" srcOrd="2" destOrd="0" parTransId="{CB24074D-E129-3A4C-BDEE-8670F7D85580}" sibTransId="{E34A6D68-36EF-274C-9626-DDD43EB6DD78}"/>
    <dgm:cxn modelId="{4EE3DA5D-EA86-6245-8F58-FB819FEDD133}" type="presParOf" srcId="{040CD29E-2824-B047-AD70-DA146A135B6D}" destId="{F51D6F4A-C16A-B441-B172-9D2640D3C150}" srcOrd="0" destOrd="0" presId="urn:microsoft.com/office/officeart/2005/8/layout/process5"/>
    <dgm:cxn modelId="{756E2F05-20E0-974C-AB09-C057F34D8DA1}" type="presParOf" srcId="{040CD29E-2824-B047-AD70-DA146A135B6D}" destId="{BA67CA1D-3A53-A543-858B-77655F1492F9}" srcOrd="1" destOrd="0" presId="urn:microsoft.com/office/officeart/2005/8/layout/process5"/>
    <dgm:cxn modelId="{6313D496-28D3-254E-8487-D31E1DFCF183}" type="presParOf" srcId="{BA67CA1D-3A53-A543-858B-77655F1492F9}" destId="{80621BAE-FE95-8042-90D9-073417741825}" srcOrd="0" destOrd="0" presId="urn:microsoft.com/office/officeart/2005/8/layout/process5"/>
    <dgm:cxn modelId="{B17F8B12-9B53-D04F-BE77-49F723159790}" type="presParOf" srcId="{040CD29E-2824-B047-AD70-DA146A135B6D}" destId="{02FB86F0-D1AF-B249-A3A7-BA447781FE4B}" srcOrd="2" destOrd="0" presId="urn:microsoft.com/office/officeart/2005/8/layout/process5"/>
    <dgm:cxn modelId="{924AB8D4-5C01-F24A-91E1-6EABDE74C54E}" type="presParOf" srcId="{040CD29E-2824-B047-AD70-DA146A135B6D}" destId="{FEB845CC-6DDC-C24F-968C-5F283CC09AFC}" srcOrd="3" destOrd="0" presId="urn:microsoft.com/office/officeart/2005/8/layout/process5"/>
    <dgm:cxn modelId="{07421FE0-FADE-EE4F-823D-A30A4EA93DAD}" type="presParOf" srcId="{FEB845CC-6DDC-C24F-968C-5F283CC09AFC}" destId="{85FA6F42-6DE8-5246-B294-8641AFC61194}" srcOrd="0" destOrd="0" presId="urn:microsoft.com/office/officeart/2005/8/layout/process5"/>
    <dgm:cxn modelId="{8ACE3A22-613C-A547-8552-782193FBF449}" type="presParOf" srcId="{040CD29E-2824-B047-AD70-DA146A135B6D}" destId="{4C942239-6A0A-E04B-BA08-6B8F519F43EA}" srcOrd="4" destOrd="0" presId="urn:microsoft.com/office/officeart/2005/8/layout/process5"/>
    <dgm:cxn modelId="{B01F2B20-8E64-8D44-ADE8-6A4D74B060CD}" type="presParOf" srcId="{040CD29E-2824-B047-AD70-DA146A135B6D}" destId="{23CF6DD0-F77D-F04A-8940-441A3F92FF7B}" srcOrd="5" destOrd="0" presId="urn:microsoft.com/office/officeart/2005/8/layout/process5"/>
    <dgm:cxn modelId="{FA0409C0-BDCF-4342-BC55-45A1197F901B}" type="presParOf" srcId="{23CF6DD0-F77D-F04A-8940-441A3F92FF7B}" destId="{07B8748A-98C6-6D45-90A7-3C85820C918B}" srcOrd="0" destOrd="0" presId="urn:microsoft.com/office/officeart/2005/8/layout/process5"/>
    <dgm:cxn modelId="{1E98CB90-104D-2B42-A6F3-C7D0B432CD00}" type="presParOf" srcId="{040CD29E-2824-B047-AD70-DA146A135B6D}" destId="{EAAC873B-3F8F-654C-8C8C-A1EEBC257065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A414FC-0C20-8948-850C-1A3C66D7AC5C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8D4860-FC91-744A-905B-A681BDB47032}">
      <dgm:prSet phldrT="[Text]" custT="1"/>
      <dgm:spPr/>
      <dgm:t>
        <a:bodyPr/>
        <a:lstStyle/>
        <a:p>
          <a:r>
            <a:rPr lang="en-US" sz="2000" dirty="0"/>
            <a:t>Data monitoring</a:t>
          </a:r>
        </a:p>
      </dgm:t>
    </dgm:pt>
    <dgm:pt modelId="{03ACE0B7-623C-CD4F-B078-E9CF9F4B3E87}" type="parTrans" cxnId="{5696592C-136B-1545-91B3-59BD38B45095}">
      <dgm:prSet/>
      <dgm:spPr/>
      <dgm:t>
        <a:bodyPr/>
        <a:lstStyle/>
        <a:p>
          <a:endParaRPr lang="en-US" sz="1600"/>
        </a:p>
      </dgm:t>
    </dgm:pt>
    <dgm:pt modelId="{96B9CFFD-0D57-D743-95FB-02CFAAD09802}" type="sibTrans" cxnId="{5696592C-136B-1545-91B3-59BD38B45095}">
      <dgm:prSet/>
      <dgm:spPr/>
      <dgm:t>
        <a:bodyPr/>
        <a:lstStyle/>
        <a:p>
          <a:endParaRPr lang="en-US" sz="1600"/>
        </a:p>
      </dgm:t>
    </dgm:pt>
    <dgm:pt modelId="{DF9AF0AD-B77B-884B-A4B0-7224D05389BF}">
      <dgm:prSet phldrT="[Text]" custT="1"/>
      <dgm:spPr/>
      <dgm:t>
        <a:bodyPr/>
        <a:lstStyle/>
        <a:p>
          <a:r>
            <a:rPr lang="en-US" sz="2000" dirty="0"/>
            <a:t>Feature Monitoring</a:t>
          </a:r>
        </a:p>
      </dgm:t>
    </dgm:pt>
    <dgm:pt modelId="{BBB577C3-9A26-F548-AE54-5A40C354C567}" type="parTrans" cxnId="{2DEC8572-8815-F44A-BBF8-922666B41E9D}">
      <dgm:prSet/>
      <dgm:spPr/>
      <dgm:t>
        <a:bodyPr/>
        <a:lstStyle/>
        <a:p>
          <a:endParaRPr lang="en-US" sz="1600"/>
        </a:p>
      </dgm:t>
    </dgm:pt>
    <dgm:pt modelId="{185CD7AC-D4B8-164A-BD69-51BBB9E7E831}" type="sibTrans" cxnId="{2DEC8572-8815-F44A-BBF8-922666B41E9D}">
      <dgm:prSet/>
      <dgm:spPr/>
      <dgm:t>
        <a:bodyPr/>
        <a:lstStyle/>
        <a:p>
          <a:endParaRPr lang="en-US" sz="1600"/>
        </a:p>
      </dgm:t>
    </dgm:pt>
    <dgm:pt modelId="{2CB3D561-18F4-D44C-9E72-711411B5795E}">
      <dgm:prSet phldrT="[Text]" custT="1"/>
      <dgm:spPr/>
      <dgm:t>
        <a:bodyPr/>
        <a:lstStyle/>
        <a:p>
          <a:r>
            <a:rPr lang="en-US" sz="2000" dirty="0"/>
            <a:t>Model Monitoring</a:t>
          </a:r>
        </a:p>
      </dgm:t>
    </dgm:pt>
    <dgm:pt modelId="{CD8C8885-861A-4044-8496-E8A4D861BAFA}" type="parTrans" cxnId="{0559790F-03D2-E742-BC0A-CEE72AEDEEC4}">
      <dgm:prSet/>
      <dgm:spPr/>
      <dgm:t>
        <a:bodyPr/>
        <a:lstStyle/>
        <a:p>
          <a:endParaRPr lang="en-US" sz="1600"/>
        </a:p>
      </dgm:t>
    </dgm:pt>
    <dgm:pt modelId="{DCAD82E6-C19D-2343-9CA7-A7AE65309DB3}" type="sibTrans" cxnId="{0559790F-03D2-E742-BC0A-CEE72AEDEEC4}">
      <dgm:prSet/>
      <dgm:spPr/>
      <dgm:t>
        <a:bodyPr/>
        <a:lstStyle/>
        <a:p>
          <a:endParaRPr lang="en-US" sz="1600"/>
        </a:p>
      </dgm:t>
    </dgm:pt>
    <dgm:pt modelId="{0F90AA8B-0116-0F48-AA0D-271530C55C42}">
      <dgm:prSet phldrT="[Text]" custT="1"/>
      <dgm:spPr/>
      <dgm:t>
        <a:bodyPr/>
        <a:lstStyle/>
        <a:p>
          <a:r>
            <a:rPr lang="en-US" sz="2000" dirty="0"/>
            <a:t>Outcome Monitoring</a:t>
          </a:r>
        </a:p>
      </dgm:t>
    </dgm:pt>
    <dgm:pt modelId="{AAB26CAE-75F5-4544-8E2D-09FBE0E6C4B3}" type="parTrans" cxnId="{36AE99F4-7EC6-BC4B-A3C4-59ECDF7F5F25}">
      <dgm:prSet/>
      <dgm:spPr/>
      <dgm:t>
        <a:bodyPr/>
        <a:lstStyle/>
        <a:p>
          <a:endParaRPr lang="en-US" sz="1600"/>
        </a:p>
      </dgm:t>
    </dgm:pt>
    <dgm:pt modelId="{47BA30B8-E2EA-4D4A-B01C-4DE20AF34CA0}" type="sibTrans" cxnId="{36AE99F4-7EC6-BC4B-A3C4-59ECDF7F5F25}">
      <dgm:prSet/>
      <dgm:spPr/>
      <dgm:t>
        <a:bodyPr/>
        <a:lstStyle/>
        <a:p>
          <a:endParaRPr lang="en-US" sz="1600"/>
        </a:p>
      </dgm:t>
    </dgm:pt>
    <dgm:pt modelId="{52906E67-3B5B-6E41-91B3-B4DB5AF6F656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2000" dirty="0"/>
            <a:t>System Monitoring</a:t>
          </a:r>
        </a:p>
      </dgm:t>
    </dgm:pt>
    <dgm:pt modelId="{36787DC2-986D-184A-B5BE-643C7E506FB5}" type="parTrans" cxnId="{712BF1D2-DDAE-0D4E-84AF-D766BCAEF578}">
      <dgm:prSet/>
      <dgm:spPr/>
      <dgm:t>
        <a:bodyPr/>
        <a:lstStyle/>
        <a:p>
          <a:endParaRPr lang="en-US" sz="1600"/>
        </a:p>
      </dgm:t>
    </dgm:pt>
    <dgm:pt modelId="{1847DA10-AAC8-B34B-A7D1-D087CFDE6F68}" type="sibTrans" cxnId="{712BF1D2-DDAE-0D4E-84AF-D766BCAEF578}">
      <dgm:prSet/>
      <dgm:spPr/>
      <dgm:t>
        <a:bodyPr/>
        <a:lstStyle/>
        <a:p>
          <a:endParaRPr lang="en-US" sz="1600"/>
        </a:p>
      </dgm:t>
    </dgm:pt>
    <dgm:pt modelId="{32FF96DC-F5F7-6F4C-B12E-F79C045B4764}" type="pres">
      <dgm:prSet presAssocID="{C6A414FC-0C20-8948-850C-1A3C66D7AC5C}" presName="diagram" presStyleCnt="0">
        <dgm:presLayoutVars>
          <dgm:dir/>
          <dgm:resizeHandles val="exact"/>
        </dgm:presLayoutVars>
      </dgm:prSet>
      <dgm:spPr/>
    </dgm:pt>
    <dgm:pt modelId="{DBBB5417-5B32-AF42-9C37-206C654EAC1D}" type="pres">
      <dgm:prSet presAssocID="{578D4860-FC91-744A-905B-A681BDB47032}" presName="node" presStyleLbl="node1" presStyleIdx="0" presStyleCnt="5">
        <dgm:presLayoutVars>
          <dgm:bulletEnabled val="1"/>
        </dgm:presLayoutVars>
      </dgm:prSet>
      <dgm:spPr/>
    </dgm:pt>
    <dgm:pt modelId="{9001B965-EFAB-9B4D-83A9-639B715D3A26}" type="pres">
      <dgm:prSet presAssocID="{96B9CFFD-0D57-D743-95FB-02CFAAD09802}" presName="sibTrans" presStyleCnt="0"/>
      <dgm:spPr/>
    </dgm:pt>
    <dgm:pt modelId="{F7710CA4-D842-B44A-810D-D70A95290430}" type="pres">
      <dgm:prSet presAssocID="{DF9AF0AD-B77B-884B-A4B0-7224D05389BF}" presName="node" presStyleLbl="node1" presStyleIdx="1" presStyleCnt="5">
        <dgm:presLayoutVars>
          <dgm:bulletEnabled val="1"/>
        </dgm:presLayoutVars>
      </dgm:prSet>
      <dgm:spPr/>
    </dgm:pt>
    <dgm:pt modelId="{68921D5B-77CE-4F43-824D-7FDB2561C59E}" type="pres">
      <dgm:prSet presAssocID="{185CD7AC-D4B8-164A-BD69-51BBB9E7E831}" presName="sibTrans" presStyleCnt="0"/>
      <dgm:spPr/>
    </dgm:pt>
    <dgm:pt modelId="{223AFF46-FC64-3043-9BAC-C1242F8751DE}" type="pres">
      <dgm:prSet presAssocID="{2CB3D561-18F4-D44C-9E72-711411B5795E}" presName="node" presStyleLbl="node1" presStyleIdx="2" presStyleCnt="5">
        <dgm:presLayoutVars>
          <dgm:bulletEnabled val="1"/>
        </dgm:presLayoutVars>
      </dgm:prSet>
      <dgm:spPr/>
    </dgm:pt>
    <dgm:pt modelId="{7C84727C-1B19-9740-9238-B150E8B6452E}" type="pres">
      <dgm:prSet presAssocID="{DCAD82E6-C19D-2343-9CA7-A7AE65309DB3}" presName="sibTrans" presStyleCnt="0"/>
      <dgm:spPr/>
    </dgm:pt>
    <dgm:pt modelId="{5A96ABD4-11C4-B740-99C5-1B8085EBDB56}" type="pres">
      <dgm:prSet presAssocID="{0F90AA8B-0116-0F48-AA0D-271530C55C42}" presName="node" presStyleLbl="node1" presStyleIdx="3" presStyleCnt="5">
        <dgm:presLayoutVars>
          <dgm:bulletEnabled val="1"/>
        </dgm:presLayoutVars>
      </dgm:prSet>
      <dgm:spPr/>
    </dgm:pt>
    <dgm:pt modelId="{95946380-6B37-DA43-843C-5D08F4E0CBD0}" type="pres">
      <dgm:prSet presAssocID="{47BA30B8-E2EA-4D4A-B01C-4DE20AF34CA0}" presName="sibTrans" presStyleCnt="0"/>
      <dgm:spPr/>
    </dgm:pt>
    <dgm:pt modelId="{9EC7C0BF-7BCB-2D47-9684-FECA25D883EC}" type="pres">
      <dgm:prSet presAssocID="{52906E67-3B5B-6E41-91B3-B4DB5AF6F656}" presName="node" presStyleLbl="node1" presStyleIdx="4" presStyleCnt="5">
        <dgm:presLayoutVars>
          <dgm:bulletEnabled val="1"/>
        </dgm:presLayoutVars>
      </dgm:prSet>
      <dgm:spPr/>
    </dgm:pt>
  </dgm:ptLst>
  <dgm:cxnLst>
    <dgm:cxn modelId="{7763840A-E912-CF41-9858-D8BAD6055957}" type="presOf" srcId="{DF9AF0AD-B77B-884B-A4B0-7224D05389BF}" destId="{F7710CA4-D842-B44A-810D-D70A95290430}" srcOrd="0" destOrd="0" presId="urn:microsoft.com/office/officeart/2005/8/layout/default"/>
    <dgm:cxn modelId="{0559790F-03D2-E742-BC0A-CEE72AEDEEC4}" srcId="{C6A414FC-0C20-8948-850C-1A3C66D7AC5C}" destId="{2CB3D561-18F4-D44C-9E72-711411B5795E}" srcOrd="2" destOrd="0" parTransId="{CD8C8885-861A-4044-8496-E8A4D861BAFA}" sibTransId="{DCAD82E6-C19D-2343-9CA7-A7AE65309DB3}"/>
    <dgm:cxn modelId="{84A4CC25-E3A5-7642-B5D1-066C3AB4232A}" type="presOf" srcId="{C6A414FC-0C20-8948-850C-1A3C66D7AC5C}" destId="{32FF96DC-F5F7-6F4C-B12E-F79C045B4764}" srcOrd="0" destOrd="0" presId="urn:microsoft.com/office/officeart/2005/8/layout/default"/>
    <dgm:cxn modelId="{45AD7528-FD77-7E47-B54A-E606303625B3}" type="presOf" srcId="{52906E67-3B5B-6E41-91B3-B4DB5AF6F656}" destId="{9EC7C0BF-7BCB-2D47-9684-FECA25D883EC}" srcOrd="0" destOrd="0" presId="urn:microsoft.com/office/officeart/2005/8/layout/default"/>
    <dgm:cxn modelId="{5696592C-136B-1545-91B3-59BD38B45095}" srcId="{C6A414FC-0C20-8948-850C-1A3C66D7AC5C}" destId="{578D4860-FC91-744A-905B-A681BDB47032}" srcOrd="0" destOrd="0" parTransId="{03ACE0B7-623C-CD4F-B078-E9CF9F4B3E87}" sibTransId="{96B9CFFD-0D57-D743-95FB-02CFAAD09802}"/>
    <dgm:cxn modelId="{042A0C2D-FA4A-B646-AAED-987504D6845B}" type="presOf" srcId="{578D4860-FC91-744A-905B-A681BDB47032}" destId="{DBBB5417-5B32-AF42-9C37-206C654EAC1D}" srcOrd="0" destOrd="0" presId="urn:microsoft.com/office/officeart/2005/8/layout/default"/>
    <dgm:cxn modelId="{74DCD62D-92EE-9342-A679-9B639F095DCD}" type="presOf" srcId="{2CB3D561-18F4-D44C-9E72-711411B5795E}" destId="{223AFF46-FC64-3043-9BAC-C1242F8751DE}" srcOrd="0" destOrd="0" presId="urn:microsoft.com/office/officeart/2005/8/layout/default"/>
    <dgm:cxn modelId="{50BB1D41-7A0C-0B40-95B0-B4F46B7E1D33}" type="presOf" srcId="{0F90AA8B-0116-0F48-AA0D-271530C55C42}" destId="{5A96ABD4-11C4-B740-99C5-1B8085EBDB56}" srcOrd="0" destOrd="0" presId="urn:microsoft.com/office/officeart/2005/8/layout/default"/>
    <dgm:cxn modelId="{2DEC8572-8815-F44A-BBF8-922666B41E9D}" srcId="{C6A414FC-0C20-8948-850C-1A3C66D7AC5C}" destId="{DF9AF0AD-B77B-884B-A4B0-7224D05389BF}" srcOrd="1" destOrd="0" parTransId="{BBB577C3-9A26-F548-AE54-5A40C354C567}" sibTransId="{185CD7AC-D4B8-164A-BD69-51BBB9E7E831}"/>
    <dgm:cxn modelId="{712BF1D2-DDAE-0D4E-84AF-D766BCAEF578}" srcId="{C6A414FC-0C20-8948-850C-1A3C66D7AC5C}" destId="{52906E67-3B5B-6E41-91B3-B4DB5AF6F656}" srcOrd="4" destOrd="0" parTransId="{36787DC2-986D-184A-B5BE-643C7E506FB5}" sibTransId="{1847DA10-AAC8-B34B-A7D1-D087CFDE6F68}"/>
    <dgm:cxn modelId="{36AE99F4-7EC6-BC4B-A3C4-59ECDF7F5F25}" srcId="{C6A414FC-0C20-8948-850C-1A3C66D7AC5C}" destId="{0F90AA8B-0116-0F48-AA0D-271530C55C42}" srcOrd="3" destOrd="0" parTransId="{AAB26CAE-75F5-4544-8E2D-09FBE0E6C4B3}" sibTransId="{47BA30B8-E2EA-4D4A-B01C-4DE20AF34CA0}"/>
    <dgm:cxn modelId="{535900EE-A319-8C49-A794-AA3FD053C5A4}" type="presParOf" srcId="{32FF96DC-F5F7-6F4C-B12E-F79C045B4764}" destId="{DBBB5417-5B32-AF42-9C37-206C654EAC1D}" srcOrd="0" destOrd="0" presId="urn:microsoft.com/office/officeart/2005/8/layout/default"/>
    <dgm:cxn modelId="{1D486969-E43D-924E-B32F-A50BE6B64205}" type="presParOf" srcId="{32FF96DC-F5F7-6F4C-B12E-F79C045B4764}" destId="{9001B965-EFAB-9B4D-83A9-639B715D3A26}" srcOrd="1" destOrd="0" presId="urn:microsoft.com/office/officeart/2005/8/layout/default"/>
    <dgm:cxn modelId="{80A05FEB-A78D-0E4C-BE40-61C8E9676F8D}" type="presParOf" srcId="{32FF96DC-F5F7-6F4C-B12E-F79C045B4764}" destId="{F7710CA4-D842-B44A-810D-D70A95290430}" srcOrd="2" destOrd="0" presId="urn:microsoft.com/office/officeart/2005/8/layout/default"/>
    <dgm:cxn modelId="{1A598EDF-3C6E-9246-B646-82AD8E501697}" type="presParOf" srcId="{32FF96DC-F5F7-6F4C-B12E-F79C045B4764}" destId="{68921D5B-77CE-4F43-824D-7FDB2561C59E}" srcOrd="3" destOrd="0" presId="urn:microsoft.com/office/officeart/2005/8/layout/default"/>
    <dgm:cxn modelId="{B3FFE846-254B-734E-84DE-E2B13292D827}" type="presParOf" srcId="{32FF96DC-F5F7-6F4C-B12E-F79C045B4764}" destId="{223AFF46-FC64-3043-9BAC-C1242F8751DE}" srcOrd="4" destOrd="0" presId="urn:microsoft.com/office/officeart/2005/8/layout/default"/>
    <dgm:cxn modelId="{3D5E8A34-25C5-4540-BF3B-9E3792838E9C}" type="presParOf" srcId="{32FF96DC-F5F7-6F4C-B12E-F79C045B4764}" destId="{7C84727C-1B19-9740-9238-B150E8B6452E}" srcOrd="5" destOrd="0" presId="urn:microsoft.com/office/officeart/2005/8/layout/default"/>
    <dgm:cxn modelId="{99821911-70D3-6A47-AE41-392690281DD5}" type="presParOf" srcId="{32FF96DC-F5F7-6F4C-B12E-F79C045B4764}" destId="{5A96ABD4-11C4-B740-99C5-1B8085EBDB56}" srcOrd="6" destOrd="0" presId="urn:microsoft.com/office/officeart/2005/8/layout/default"/>
    <dgm:cxn modelId="{0EFC5B96-AFE3-2247-B576-24AD3C7CC933}" type="presParOf" srcId="{32FF96DC-F5F7-6F4C-B12E-F79C045B4764}" destId="{95946380-6B37-DA43-843C-5D08F4E0CBD0}" srcOrd="7" destOrd="0" presId="urn:microsoft.com/office/officeart/2005/8/layout/default"/>
    <dgm:cxn modelId="{36EF5159-DFEA-FD48-A102-6693DAE63FD1}" type="presParOf" srcId="{32FF96DC-F5F7-6F4C-B12E-F79C045B4764}" destId="{9EC7C0BF-7BCB-2D47-9684-FECA25D883E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8215C-F128-3B47-800F-48B7FF899E1B}">
      <dsp:nvSpPr>
        <dsp:cNvPr id="0" name=""/>
        <dsp:cNvSpPr/>
      </dsp:nvSpPr>
      <dsp:spPr>
        <a:xfrm>
          <a:off x="1689825" y="47519"/>
          <a:ext cx="2280919" cy="2280919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ML</a:t>
          </a:r>
        </a:p>
      </dsp:txBody>
      <dsp:txXfrm>
        <a:off x="1993948" y="446680"/>
        <a:ext cx="1672674" cy="1026413"/>
      </dsp:txXfrm>
    </dsp:sp>
    <dsp:sp modelId="{B99F484E-CAC4-2D43-8F17-034318A932FC}">
      <dsp:nvSpPr>
        <dsp:cNvPr id="0" name=""/>
        <dsp:cNvSpPr/>
      </dsp:nvSpPr>
      <dsp:spPr>
        <a:xfrm>
          <a:off x="2512857" y="1473094"/>
          <a:ext cx="2280919" cy="2280919"/>
        </a:xfrm>
        <a:prstGeom prst="ellipse">
          <a:avLst/>
        </a:prstGeom>
        <a:solidFill>
          <a:schemeClr val="accent3">
            <a:alpha val="50000"/>
            <a:hueOff val="-4991660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Engineering</a:t>
          </a:r>
        </a:p>
      </dsp:txBody>
      <dsp:txXfrm>
        <a:off x="3210438" y="2062331"/>
        <a:ext cx="1368551" cy="1254505"/>
      </dsp:txXfrm>
    </dsp:sp>
    <dsp:sp modelId="{BE9AA81B-116D-0343-A252-3A3CCB9455F2}">
      <dsp:nvSpPr>
        <dsp:cNvPr id="0" name=""/>
        <dsp:cNvSpPr/>
      </dsp:nvSpPr>
      <dsp:spPr>
        <a:xfrm>
          <a:off x="866793" y="1473094"/>
          <a:ext cx="2280919" cy="2280919"/>
        </a:xfrm>
        <a:prstGeom prst="ellipse">
          <a:avLst/>
        </a:prstGeom>
        <a:solidFill>
          <a:schemeClr val="accent3">
            <a:alpha val="50000"/>
            <a:hueOff val="-9983320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DevOps</a:t>
          </a:r>
        </a:p>
      </dsp:txBody>
      <dsp:txXfrm>
        <a:off x="1081580" y="2062331"/>
        <a:ext cx="1368551" cy="1254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7B12E-B918-074B-83EB-D1650CC6C76C}">
      <dsp:nvSpPr>
        <dsp:cNvPr id="0" name=""/>
        <dsp:cNvSpPr/>
      </dsp:nvSpPr>
      <dsp:spPr>
        <a:xfrm>
          <a:off x="0" y="0"/>
          <a:ext cx="12192000" cy="1175774"/>
        </a:xfrm>
        <a:prstGeom prst="rect">
          <a:avLst/>
        </a:prstGeom>
        <a:solidFill>
          <a:schemeClr val="accent5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Pipelines</a:t>
          </a:r>
        </a:p>
      </dsp:txBody>
      <dsp:txXfrm>
        <a:off x="0" y="0"/>
        <a:ext cx="12192000" cy="1175774"/>
      </dsp:txXfrm>
    </dsp:sp>
    <dsp:sp modelId="{49E702B8-61B7-3149-A0BB-D3EC084FAB2F}">
      <dsp:nvSpPr>
        <dsp:cNvPr id="0" name=""/>
        <dsp:cNvSpPr/>
      </dsp:nvSpPr>
      <dsp:spPr>
        <a:xfrm>
          <a:off x="0" y="1096009"/>
          <a:ext cx="4060031" cy="5855745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Scoring/Inference Pipeline</a:t>
          </a:r>
        </a:p>
      </dsp:txBody>
      <dsp:txXfrm>
        <a:off x="0" y="1096009"/>
        <a:ext cx="4060031" cy="5855745"/>
      </dsp:txXfrm>
    </dsp:sp>
    <dsp:sp modelId="{81AA30E3-49D4-F847-9900-5ACD86BCCFCA}">
      <dsp:nvSpPr>
        <dsp:cNvPr id="0" name=""/>
        <dsp:cNvSpPr/>
      </dsp:nvSpPr>
      <dsp:spPr>
        <a:xfrm>
          <a:off x="4065984" y="1100754"/>
          <a:ext cx="4060031" cy="5855745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Monitoring Pipeline</a:t>
          </a:r>
        </a:p>
      </dsp:txBody>
      <dsp:txXfrm>
        <a:off x="4065984" y="1100754"/>
        <a:ext cx="4060031" cy="5855745"/>
      </dsp:txXfrm>
    </dsp:sp>
    <dsp:sp modelId="{8CF45317-480A-FF4E-94FF-CA1B0B717651}">
      <dsp:nvSpPr>
        <dsp:cNvPr id="0" name=""/>
        <dsp:cNvSpPr/>
      </dsp:nvSpPr>
      <dsp:spPr>
        <a:xfrm>
          <a:off x="8126015" y="1100754"/>
          <a:ext cx="4060031" cy="5855745"/>
        </a:xfrm>
        <a:prstGeom prst="rect">
          <a:avLst/>
        </a:prstGeom>
        <a:solidFill>
          <a:schemeClr val="accent4">
            <a:hueOff val="9128156"/>
            <a:satOff val="0"/>
            <a:lumOff val="-298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Retraining Pipeline</a:t>
          </a:r>
        </a:p>
      </dsp:txBody>
      <dsp:txXfrm>
        <a:off x="8126015" y="1100754"/>
        <a:ext cx="4060031" cy="5855745"/>
      </dsp:txXfrm>
    </dsp:sp>
    <dsp:sp modelId="{7D3E1294-3ECF-4242-BD50-FF988BE7AC41}">
      <dsp:nvSpPr>
        <dsp:cNvPr id="0" name=""/>
        <dsp:cNvSpPr/>
      </dsp:nvSpPr>
      <dsp:spPr>
        <a:xfrm flipV="1">
          <a:off x="0" y="6338683"/>
          <a:ext cx="12192000" cy="2231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D6F4A-C16A-B441-B172-9D2640D3C150}">
      <dsp:nvSpPr>
        <dsp:cNvPr id="0" name=""/>
        <dsp:cNvSpPr/>
      </dsp:nvSpPr>
      <dsp:spPr>
        <a:xfrm>
          <a:off x="692" y="152305"/>
          <a:ext cx="1477255" cy="8863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Ingestion</a:t>
          </a:r>
        </a:p>
      </dsp:txBody>
      <dsp:txXfrm>
        <a:off x="26652" y="178265"/>
        <a:ext cx="1425335" cy="834433"/>
      </dsp:txXfrm>
    </dsp:sp>
    <dsp:sp modelId="{BA67CA1D-3A53-A543-858B-77655F1492F9}">
      <dsp:nvSpPr>
        <dsp:cNvPr id="0" name=""/>
        <dsp:cNvSpPr/>
      </dsp:nvSpPr>
      <dsp:spPr>
        <a:xfrm>
          <a:off x="1607946" y="412302"/>
          <a:ext cx="313178" cy="3663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607946" y="485574"/>
        <a:ext cx="219225" cy="219815"/>
      </dsp:txXfrm>
    </dsp:sp>
    <dsp:sp modelId="{02FB86F0-D1AF-B249-A3A7-BA447781FE4B}">
      <dsp:nvSpPr>
        <dsp:cNvPr id="0" name=""/>
        <dsp:cNvSpPr/>
      </dsp:nvSpPr>
      <dsp:spPr>
        <a:xfrm>
          <a:off x="2068850" y="152305"/>
          <a:ext cx="1477255" cy="8863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Processing</a:t>
          </a:r>
        </a:p>
      </dsp:txBody>
      <dsp:txXfrm>
        <a:off x="2094810" y="178265"/>
        <a:ext cx="1425335" cy="834433"/>
      </dsp:txXfrm>
    </dsp:sp>
    <dsp:sp modelId="{FEB845CC-6DDC-C24F-968C-5F283CC09AFC}">
      <dsp:nvSpPr>
        <dsp:cNvPr id="0" name=""/>
        <dsp:cNvSpPr/>
      </dsp:nvSpPr>
      <dsp:spPr>
        <a:xfrm rot="5400000">
          <a:off x="2650889" y="1142067"/>
          <a:ext cx="313178" cy="3663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2697571" y="1168658"/>
        <a:ext cx="219815" cy="219225"/>
      </dsp:txXfrm>
    </dsp:sp>
    <dsp:sp modelId="{4C942239-6A0A-E04B-BA08-6B8F519F43EA}">
      <dsp:nvSpPr>
        <dsp:cNvPr id="0" name=""/>
        <dsp:cNvSpPr/>
      </dsp:nvSpPr>
      <dsp:spPr>
        <a:xfrm>
          <a:off x="2068850" y="1629561"/>
          <a:ext cx="1477255" cy="8863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Feature Generation</a:t>
          </a:r>
        </a:p>
      </dsp:txBody>
      <dsp:txXfrm>
        <a:off x="2094810" y="1655521"/>
        <a:ext cx="1425335" cy="834433"/>
      </dsp:txXfrm>
    </dsp:sp>
    <dsp:sp modelId="{23CF6DD0-F77D-F04A-8940-441A3F92FF7B}">
      <dsp:nvSpPr>
        <dsp:cNvPr id="0" name=""/>
        <dsp:cNvSpPr/>
      </dsp:nvSpPr>
      <dsp:spPr>
        <a:xfrm rot="10800000">
          <a:off x="1625673" y="1889558"/>
          <a:ext cx="313178" cy="3663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1719626" y="1962830"/>
        <a:ext cx="219225" cy="219815"/>
      </dsp:txXfrm>
    </dsp:sp>
    <dsp:sp modelId="{EAAC873B-3F8F-654C-8C8C-A1EEBC257065}">
      <dsp:nvSpPr>
        <dsp:cNvPr id="0" name=""/>
        <dsp:cNvSpPr/>
      </dsp:nvSpPr>
      <dsp:spPr>
        <a:xfrm>
          <a:off x="692" y="1629561"/>
          <a:ext cx="1477255" cy="8863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 Scoring</a:t>
          </a:r>
        </a:p>
      </dsp:txBody>
      <dsp:txXfrm>
        <a:off x="26652" y="1655521"/>
        <a:ext cx="1425335" cy="8344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B5417-5B32-AF42-9C37-206C654EAC1D}">
      <dsp:nvSpPr>
        <dsp:cNvPr id="0" name=""/>
        <dsp:cNvSpPr/>
      </dsp:nvSpPr>
      <dsp:spPr>
        <a:xfrm>
          <a:off x="432" y="264950"/>
          <a:ext cx="1688539" cy="10131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monitoring</a:t>
          </a:r>
        </a:p>
      </dsp:txBody>
      <dsp:txXfrm>
        <a:off x="432" y="264950"/>
        <a:ext cx="1688539" cy="1013123"/>
      </dsp:txXfrm>
    </dsp:sp>
    <dsp:sp modelId="{F7710CA4-D842-B44A-810D-D70A95290430}">
      <dsp:nvSpPr>
        <dsp:cNvPr id="0" name=""/>
        <dsp:cNvSpPr/>
      </dsp:nvSpPr>
      <dsp:spPr>
        <a:xfrm>
          <a:off x="1857826" y="264950"/>
          <a:ext cx="1688539" cy="101312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Feature Monitoring</a:t>
          </a:r>
        </a:p>
      </dsp:txBody>
      <dsp:txXfrm>
        <a:off x="1857826" y="264950"/>
        <a:ext cx="1688539" cy="1013123"/>
      </dsp:txXfrm>
    </dsp:sp>
    <dsp:sp modelId="{223AFF46-FC64-3043-9BAC-C1242F8751DE}">
      <dsp:nvSpPr>
        <dsp:cNvPr id="0" name=""/>
        <dsp:cNvSpPr/>
      </dsp:nvSpPr>
      <dsp:spPr>
        <a:xfrm>
          <a:off x="432" y="1446928"/>
          <a:ext cx="1688539" cy="101312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 Monitoring</a:t>
          </a:r>
        </a:p>
      </dsp:txBody>
      <dsp:txXfrm>
        <a:off x="432" y="1446928"/>
        <a:ext cx="1688539" cy="1013123"/>
      </dsp:txXfrm>
    </dsp:sp>
    <dsp:sp modelId="{5A96ABD4-11C4-B740-99C5-1B8085EBDB56}">
      <dsp:nvSpPr>
        <dsp:cNvPr id="0" name=""/>
        <dsp:cNvSpPr/>
      </dsp:nvSpPr>
      <dsp:spPr>
        <a:xfrm>
          <a:off x="1857826" y="1446928"/>
          <a:ext cx="1688539" cy="10131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Outcome Monitoring</a:t>
          </a:r>
        </a:p>
      </dsp:txBody>
      <dsp:txXfrm>
        <a:off x="1857826" y="1446928"/>
        <a:ext cx="1688539" cy="1013123"/>
      </dsp:txXfrm>
    </dsp:sp>
    <dsp:sp modelId="{9EC7C0BF-7BCB-2D47-9684-FECA25D883EC}">
      <dsp:nvSpPr>
        <dsp:cNvPr id="0" name=""/>
        <dsp:cNvSpPr/>
      </dsp:nvSpPr>
      <dsp:spPr>
        <a:xfrm>
          <a:off x="929129" y="2628905"/>
          <a:ext cx="1688539" cy="1013123"/>
        </a:xfrm>
        <a:prstGeom prst="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System Monitoring</a:t>
          </a:r>
        </a:p>
      </dsp:txBody>
      <dsp:txXfrm>
        <a:off x="929129" y="2628905"/>
        <a:ext cx="1688539" cy="1013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78AB-F76B-6E12-40AD-5C6A84BC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CF492-E18B-EDAB-3400-B4209ADFE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E64E3-968A-9277-CA3D-509F3D4D0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79B90-9BDF-499F-4ED0-AEF0A041A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4826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494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0807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4154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8592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853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0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0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A2DB7-A1E1-0847-6E19-E4F407EF723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4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andscape.lfai.foundatio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eng.lyft.com/real-time-spatial-temporal-forecasting-lyft-fa90b3f3ec24" TargetMode="External"/><Relationship Id="rId3" Type="http://schemas.openxmlformats.org/officeDocument/2006/relationships/hyperlink" Target="https://papers.neurips.cc/paper_files/paper/2015/file/86df7dcfd896fcaf2674f757a2463eba-Paper.pdf" TargetMode="External"/><Relationship Id="rId7" Type="http://schemas.openxmlformats.org/officeDocument/2006/relationships/hyperlink" Target="http://youtube.com/watch?v=vKU8MWORHP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hBMHohkRgAA" TargetMode="External"/><Relationship Id="rId11" Type="http://schemas.openxmlformats.org/officeDocument/2006/relationships/hyperlink" Target="https://www.youtube.com/watch?v=TIMxWobYO0A" TargetMode="External"/><Relationship Id="rId5" Type="http://schemas.openxmlformats.org/officeDocument/2006/relationships/hyperlink" Target="https://arxiv.org/html/2504.11079v1" TargetMode="External"/><Relationship Id="rId10" Type="http://schemas.openxmlformats.org/officeDocument/2006/relationships/hyperlink" Target="https://www.uber.com/blog/raising-the-bar-on-ml-model-deployment-safety/" TargetMode="External"/><Relationship Id="rId4" Type="http://schemas.openxmlformats.org/officeDocument/2006/relationships/hyperlink" Target="https://neurips.cc/virtual/2022/workshop/49982" TargetMode="External"/><Relationship Id="rId9" Type="http://schemas.openxmlformats.org/officeDocument/2006/relationships/hyperlink" Target="https://docs.cloud.google.com/architecture/mlops-continuous-delivery-and-automation-pipelines-in-machine-lear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/>
              <a:t>MLOps</a:t>
            </a:r>
            <a:r>
              <a:rPr lang="en-US" sz="4400" dirty="0"/>
              <a:t> – Deploying and Maintaining ML Systems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Coming up:</a:t>
            </a:r>
            <a:endParaRPr lang="en-US" dirty="0"/>
          </a:p>
          <a:p>
            <a:pPr lvl="1"/>
            <a:r>
              <a:rPr lang="en-US" dirty="0"/>
              <a:t>Submit your updates anytime before Dec 2 to get full points</a:t>
            </a:r>
          </a:p>
          <a:p>
            <a:pPr lvl="1"/>
            <a:r>
              <a:rPr lang="en-US" dirty="0"/>
              <a:t>Module 2 assignment due Dec 2</a:t>
            </a:r>
          </a:p>
          <a:p>
            <a:pPr lvl="1"/>
            <a:r>
              <a:rPr lang="en-US" dirty="0"/>
              <a:t>Presentations on Dec 2 and 4</a:t>
            </a:r>
          </a:p>
          <a:p>
            <a:pPr lvl="1"/>
            <a:r>
              <a:rPr lang="en-US" dirty="0"/>
              <a:t>Final reflection writeup due Dec 10</a:t>
            </a:r>
          </a:p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1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9F31-5349-ED4F-7605-173D6D40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9D2C-5574-BAE4-2933-10CF2FD4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9550613-F93D-C286-F688-9EB65C159C8E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5DB6EEA-4001-1330-6921-D51345334C5F}"/>
              </a:ext>
            </a:extLst>
          </p:cNvPr>
          <p:cNvSpPr/>
          <p:nvPr/>
        </p:nvSpPr>
        <p:spPr>
          <a:xfrm>
            <a:off x="0" y="4815308"/>
            <a:ext cx="5770390" cy="18177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0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EB675-51E9-A100-EAD7-3B4C2BEE1BC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4072EB-BCC2-41B5-7933-917C09EEBC6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Let’s assume that you have a model selected that yo’re happy with. what would you do to get it “deployed" at donorschoose?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47B838-F428-52BF-A938-D96AC52FD5DD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79F363-4DD0-EB96-CA5C-6D0943DDE2C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3D002B2-ADC1-FD87-CB54-9EE08E076510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5202B0B-3104-69D6-C70A-E94480DFDF9D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024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9A43-ED6B-5AD6-72EF-F5359060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ML Ops?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F4A5F-66AB-9130-5D49-C9BDE65E1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02804"/>
            <a:ext cx="11360700" cy="4555200"/>
          </a:xfrm>
        </p:spPr>
        <p:txBody>
          <a:bodyPr/>
          <a:lstStyle/>
          <a:p>
            <a:r>
              <a:rPr lang="en-US" dirty="0"/>
              <a:t>DevOps for ML Systems</a:t>
            </a:r>
          </a:p>
          <a:p>
            <a:endParaRPr lang="en-US" dirty="0"/>
          </a:p>
          <a:p>
            <a:r>
              <a:rPr lang="en-US" dirty="0"/>
              <a:t>Workflows and Tools for End-to End ML systems in production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D7AA36E-0C97-C6ED-A99E-7790087617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8841472"/>
              </p:ext>
            </p:extLst>
          </p:nvPr>
        </p:nvGraphicFramePr>
        <p:xfrm>
          <a:off x="3021610" y="2844481"/>
          <a:ext cx="5660571" cy="380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40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F8BF-DAAA-8D9F-25D1-F051CAC83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50A67-DAB0-D8A2-1965-6379A3A52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57340"/>
            <a:ext cx="11360700" cy="4555200"/>
          </a:xfrm>
        </p:spPr>
        <p:txBody>
          <a:bodyPr/>
          <a:lstStyle/>
          <a:p>
            <a:r>
              <a:rPr lang="en-US" dirty="0"/>
              <a:t>Hopefully this class has already motivated why we care more than just about the model building and other issues that can cause failures:</a:t>
            </a:r>
            <a:br>
              <a:rPr lang="en-US" dirty="0"/>
            </a:br>
            <a:endParaRPr lang="en-US" dirty="0"/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Data pipeline issues</a:t>
            </a:r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Feature drift</a:t>
            </a:r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Lack of monitoring</a:t>
            </a:r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Poor integration and deployment practices</a:t>
            </a:r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Bad deployment procedures	</a:t>
            </a:r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Security &amp; privacy issues</a:t>
            </a:r>
          </a:p>
          <a:p>
            <a:pPr marL="914400" lvl="2" indent="-257810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People issues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D6A64-48AC-22E7-629B-CA006F1457F2}"/>
              </a:ext>
            </a:extLst>
          </p:cNvPr>
          <p:cNvSpPr txBox="1"/>
          <p:nvPr/>
        </p:nvSpPr>
        <p:spPr>
          <a:xfrm>
            <a:off x="1261586" y="6181782"/>
            <a:ext cx="9740167" cy="5232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Having good ML Ops practices can help mitigate these risks</a:t>
            </a:r>
          </a:p>
        </p:txBody>
      </p:sp>
    </p:spTree>
    <p:extLst>
      <p:ext uri="{BB962C8B-B14F-4D97-AF65-F5344CB8AC3E}">
        <p14:creationId xmlns:p14="http://schemas.microsoft.com/office/powerpoint/2010/main" val="218402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A4DB129-08FA-AFBC-62E7-9794BEA111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Jupyter notebooks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ML deployment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A4DB129-08FA-AFBC-62E7-9794BEA11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39" t="-1639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C7B77-8413-A0A3-AE52-B7C6E8C8D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of code we write in classes is in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While they serve a purpose, they are typically not good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60865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A3F8-D0E9-D008-E0F2-DE21D8C6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47F51-B08A-0599-13CD-AD0C58C0C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C7467F-328D-B3A1-1B1C-C8481816B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8588199"/>
              </p:ext>
            </p:extLst>
          </p:nvPr>
        </p:nvGraphicFramePr>
        <p:xfrm>
          <a:off x="0" y="-84533"/>
          <a:ext cx="12192000" cy="7039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9D86DC1-ECDD-8755-E1E5-DC894BD22E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4448728"/>
              </p:ext>
            </p:extLst>
          </p:nvPr>
        </p:nvGraphicFramePr>
        <p:xfrm>
          <a:off x="286986" y="2667000"/>
          <a:ext cx="3546799" cy="266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DA1ADCF-5ECB-E7C0-E3E1-85F51D9FB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2523039"/>
              </p:ext>
            </p:extLst>
          </p:nvPr>
        </p:nvGraphicFramePr>
        <p:xfrm>
          <a:off x="4364146" y="2479965"/>
          <a:ext cx="3546799" cy="3906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172871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63FF8-9D05-0344-A20C-F01BACA220C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0"/>
            <a:ext cx="5305425" cy="2633662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Data Ingestion and Storage</a:t>
            </a:r>
          </a:p>
          <a:p>
            <a:pPr lvl="1">
              <a:buFontTx/>
              <a:buChar char="-"/>
            </a:pPr>
            <a:r>
              <a:rPr lang="en-US" dirty="0"/>
              <a:t>Where does production data live?</a:t>
            </a:r>
          </a:p>
          <a:p>
            <a:pPr lvl="1">
              <a:buFontTx/>
              <a:buChar char="-"/>
            </a:pPr>
            <a:r>
              <a:rPr lang="en-US" dirty="0"/>
              <a:t>Where does data used for ML live?</a:t>
            </a:r>
          </a:p>
          <a:p>
            <a:pPr lvl="1">
              <a:buFontTx/>
              <a:buChar char="-"/>
            </a:pPr>
            <a:r>
              <a:rPr lang="en-US" dirty="0"/>
              <a:t>How does it get there? How often? Batch vs streaming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6A3106-CFF7-4B5B-4E1A-C3CB52B87FB0}"/>
              </a:ext>
            </a:extLst>
          </p:cNvPr>
          <p:cNvSpPr txBox="1">
            <a:spLocks/>
          </p:cNvSpPr>
          <p:nvPr/>
        </p:nvSpPr>
        <p:spPr>
          <a:xfrm>
            <a:off x="5901999" y="365"/>
            <a:ext cx="6082220" cy="263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Data Processing for ML</a:t>
            </a:r>
          </a:p>
          <a:p>
            <a:pPr lvl="1">
              <a:buFontTx/>
              <a:buChar char="-"/>
            </a:pPr>
            <a:r>
              <a:rPr lang="en-US" dirty="0"/>
              <a:t>What did you do with your data when you were building the model?</a:t>
            </a:r>
          </a:p>
          <a:p>
            <a:pPr lvl="1">
              <a:buFontTx/>
              <a:buChar char="-"/>
            </a:pPr>
            <a:r>
              <a:rPr lang="en-US" dirty="0"/>
              <a:t>Did you remove any rows or columns?</a:t>
            </a:r>
          </a:p>
          <a:p>
            <a:pPr lvl="1">
              <a:buFontTx/>
              <a:buChar char="-"/>
            </a:pPr>
            <a:r>
              <a:rPr lang="en-US" dirty="0"/>
              <a:t>Did you rename anything or do any cleaning?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C34A750-11C7-7485-380E-2E61F3A0526E}"/>
              </a:ext>
            </a:extLst>
          </p:cNvPr>
          <p:cNvSpPr txBox="1">
            <a:spLocks/>
          </p:cNvSpPr>
          <p:nvPr/>
        </p:nvSpPr>
        <p:spPr>
          <a:xfrm>
            <a:off x="207781" y="2869479"/>
            <a:ext cx="6082220" cy="15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Feature Generation and Storage</a:t>
            </a:r>
          </a:p>
          <a:p>
            <a:pPr lvl="1">
              <a:buFontTx/>
              <a:buChar char="-"/>
            </a:pPr>
            <a:r>
              <a:rPr lang="en-US" dirty="0"/>
              <a:t>Where are the features stored?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AFF112-B7CC-CB19-7347-7B69F5C87B5B}"/>
              </a:ext>
            </a:extLst>
          </p:cNvPr>
          <p:cNvSpPr txBox="1">
            <a:spLocks/>
          </p:cNvSpPr>
          <p:nvPr/>
        </p:nvSpPr>
        <p:spPr>
          <a:xfrm>
            <a:off x="6054399" y="5040813"/>
            <a:ext cx="6082220" cy="15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CI/CD</a:t>
            </a:r>
          </a:p>
          <a:p>
            <a:pPr lvl="1">
              <a:buFontTx/>
              <a:buChar char="-"/>
            </a:pPr>
            <a:r>
              <a:rPr lang="en-US" dirty="0"/>
              <a:t>Tests</a:t>
            </a:r>
          </a:p>
          <a:p>
            <a:pPr lvl="1">
              <a:buFontTx/>
              <a:buChar char="-"/>
            </a:pPr>
            <a:r>
              <a:rPr lang="en-US" dirty="0"/>
              <a:t>Scaling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9BF2391-D2E9-75CD-155B-AEEA833F4EB8}"/>
              </a:ext>
            </a:extLst>
          </p:cNvPr>
          <p:cNvSpPr txBox="1">
            <a:spLocks/>
          </p:cNvSpPr>
          <p:nvPr/>
        </p:nvSpPr>
        <p:spPr>
          <a:xfrm>
            <a:off x="249382" y="4119635"/>
            <a:ext cx="6082220" cy="15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Deployment</a:t>
            </a:r>
          </a:p>
          <a:p>
            <a:pPr lvl="1">
              <a:buFontTx/>
              <a:buChar char="-"/>
            </a:pPr>
            <a:r>
              <a:rPr lang="en-US" dirty="0"/>
              <a:t>What is serving the model?</a:t>
            </a:r>
          </a:p>
          <a:p>
            <a:pPr lvl="1">
              <a:buFontTx/>
              <a:buChar char="-"/>
            </a:pPr>
            <a:r>
              <a:rPr lang="en-US" dirty="0"/>
              <a:t>How do you update without downtime?</a:t>
            </a:r>
          </a:p>
          <a:p>
            <a:pPr lvl="1">
              <a:buFontTx/>
              <a:buChar char="-"/>
            </a:pPr>
            <a:r>
              <a:rPr lang="en-US" dirty="0"/>
              <a:t>Dev/Staging/Prod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CFFDD69-8BE8-B40B-404A-B023C5000431}"/>
              </a:ext>
            </a:extLst>
          </p:cNvPr>
          <p:cNvSpPr txBox="1">
            <a:spLocks/>
          </p:cNvSpPr>
          <p:nvPr/>
        </p:nvSpPr>
        <p:spPr>
          <a:xfrm>
            <a:off x="6054399" y="2752476"/>
            <a:ext cx="6082220" cy="155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Modeling</a:t>
            </a:r>
          </a:p>
          <a:p>
            <a:pPr lvl="1">
              <a:buFontTx/>
              <a:buChar char="-"/>
            </a:pPr>
            <a:r>
              <a:rPr lang="en-US" dirty="0"/>
              <a:t>Experiment Tracking</a:t>
            </a:r>
          </a:p>
          <a:p>
            <a:pPr lvl="1">
              <a:buFontTx/>
              <a:buChar char="-"/>
            </a:pPr>
            <a:r>
              <a:rPr lang="en-US" dirty="0"/>
              <a:t>Reproducibility</a:t>
            </a:r>
          </a:p>
          <a:p>
            <a:pPr lvl="1">
              <a:buFontTx/>
              <a:buChar char="-"/>
            </a:pPr>
            <a:r>
              <a:rPr lang="en-US" dirty="0"/>
              <a:t>Versioning </a:t>
            </a:r>
          </a:p>
        </p:txBody>
      </p:sp>
    </p:spTree>
    <p:extLst>
      <p:ext uri="{BB962C8B-B14F-4D97-AF65-F5344CB8AC3E}">
        <p14:creationId xmlns:p14="http://schemas.microsoft.com/office/powerpoint/2010/main" val="275383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417E-BCE8-70A2-5EC2-57E9D502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want from a good </a:t>
            </a:r>
            <a:r>
              <a:rPr lang="en-US" dirty="0" err="1"/>
              <a:t>MLOps</a:t>
            </a:r>
            <a:r>
              <a:rPr lang="en-US" dirty="0"/>
              <a:t> setup?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97EFF-5F6B-6DAD-247B-66DF4759F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 (integration, deployment, monitoring, evaluation,…)</a:t>
            </a:r>
          </a:p>
          <a:p>
            <a:endParaRPr lang="en-US" dirty="0"/>
          </a:p>
          <a:p>
            <a:r>
              <a:rPr lang="en-US" dirty="0"/>
              <a:t>Reproducibility</a:t>
            </a:r>
          </a:p>
          <a:p>
            <a:endParaRPr lang="en-US" dirty="0"/>
          </a:p>
          <a:p>
            <a:r>
              <a:rPr lang="en-US" dirty="0"/>
              <a:t>Versioning</a:t>
            </a:r>
          </a:p>
          <a:p>
            <a:endParaRPr lang="en-US" dirty="0"/>
          </a:p>
          <a:p>
            <a:r>
              <a:rPr lang="en-US" dirty="0"/>
              <a:t>Governance</a:t>
            </a:r>
          </a:p>
          <a:p>
            <a:endParaRPr lang="en-US" dirty="0"/>
          </a:p>
          <a:p>
            <a:r>
              <a:rPr lang="en-US" dirty="0"/>
              <a:t>Automation</a:t>
            </a:r>
          </a:p>
          <a:p>
            <a:endParaRPr lang="en-US" dirty="0"/>
          </a:p>
          <a:p>
            <a:r>
              <a:rPr lang="en-US" dirty="0"/>
              <a:t>Scalability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42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3FBB-0A22-BEC6-0F3A-A740CA20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Engineering/ DevOps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9AD0-E5E9-B5B0-E75C-E5265D23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</a:t>
            </a:r>
          </a:p>
          <a:p>
            <a:r>
              <a:rPr lang="en-US" dirty="0"/>
              <a:t>Pull Requests</a:t>
            </a:r>
          </a:p>
          <a:p>
            <a:r>
              <a:rPr lang="en-US" dirty="0"/>
              <a:t>Staging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Load Balancing</a:t>
            </a:r>
          </a:p>
          <a:p>
            <a:r>
              <a:rPr lang="en-US" dirty="0"/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105361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268E-BE0C-9BB4-1DD7-BE79B8E6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Stack (Infrastructure)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3AFA6-E121-E390-1728-2F37AFB6B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https://landscape.lfai.foundation/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16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A5EF-7E83-E8C5-6FAA-640E6E7A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operational metrics?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A3AA6-2974-7362-65C2-A890D8E92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Uptime</a:t>
            </a:r>
          </a:p>
          <a:p>
            <a:r>
              <a:rPr lang="en-US" dirty="0"/>
              <a:t>Serving time</a:t>
            </a:r>
          </a:p>
          <a:p>
            <a:r>
              <a:rPr lang="en-US" dirty="0"/>
              <a:t>Retraining time</a:t>
            </a:r>
          </a:p>
          <a:p>
            <a:r>
              <a:rPr lang="en-US" dirty="0"/>
              <a:t>Compute cost</a:t>
            </a:r>
          </a:p>
          <a:p>
            <a:r>
              <a:rPr lang="en-US" dirty="0"/>
              <a:t>Inference cost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Tradeoffs?</a:t>
            </a:r>
          </a:p>
        </p:txBody>
      </p:sp>
    </p:spTree>
    <p:extLst>
      <p:ext uri="{BB962C8B-B14F-4D97-AF65-F5344CB8AC3E}">
        <p14:creationId xmlns:p14="http://schemas.microsoft.com/office/powerpoint/2010/main" val="383321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8909-4D7C-3CE0-92E3-C7E9F995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D33FD-D9B7-350B-A32D-C9B9D00A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01103"/>
            <a:ext cx="11360700" cy="5234804"/>
          </a:xfrm>
        </p:spPr>
        <p:txBody>
          <a:bodyPr/>
          <a:lstStyle/>
          <a:p>
            <a:r>
              <a:rPr lang="en-US" dirty="0"/>
              <a:t>Early </a:t>
            </a:r>
            <a:r>
              <a:rPr lang="en-US" dirty="0" err="1"/>
              <a:t>Neurips</a:t>
            </a:r>
            <a:r>
              <a:rPr lang="en-US" dirty="0"/>
              <a:t> paper. </a:t>
            </a:r>
            <a:r>
              <a:rPr lang="en-US" dirty="0">
                <a:hlinkClick r:id="rId3"/>
              </a:rPr>
              <a:t>Hidden Technical Debt in Machine Learning Systems</a:t>
            </a:r>
            <a:endParaRPr lang="en-US" dirty="0"/>
          </a:p>
          <a:p>
            <a:r>
              <a:rPr lang="en-US" dirty="0">
                <a:hlinkClick r:id="rId4"/>
              </a:rPr>
              <a:t>Neurips 2022 workshop</a:t>
            </a:r>
            <a:endParaRPr lang="en-US" dirty="0"/>
          </a:p>
          <a:p>
            <a:r>
              <a:rPr lang="en-US" dirty="0">
                <a:hlinkClick r:id="rId5"/>
              </a:rPr>
              <a:t>Literature Review</a:t>
            </a:r>
            <a:endParaRPr lang="en-US" dirty="0"/>
          </a:p>
          <a:p>
            <a:r>
              <a:rPr lang="en-US" dirty="0"/>
              <a:t>Real-world examples</a:t>
            </a:r>
          </a:p>
          <a:p>
            <a:pPr lvl="1"/>
            <a:r>
              <a:rPr lang="en-US" b="1" dirty="0"/>
              <a:t>How ML Breaks: A Decade of Outages for One Large ML Pipeline (Google) </a:t>
            </a:r>
            <a:r>
              <a:rPr lang="en-US" b="1" dirty="0">
                <a:hlinkClick r:id="rId6"/>
              </a:rPr>
              <a:t>Video</a:t>
            </a:r>
            <a:r>
              <a:rPr lang="en-US" b="1" dirty="0"/>
              <a:t>, </a:t>
            </a:r>
          </a:p>
          <a:p>
            <a:pPr lvl="1"/>
            <a:r>
              <a:rPr lang="en-US" b="1" dirty="0"/>
              <a:t>Video: </a:t>
            </a:r>
            <a:r>
              <a:rPr lang="en-US" b="1" dirty="0">
                <a:hlinkClick r:id="rId7"/>
              </a:rPr>
              <a:t>Machine Learning Infrastructure at Stripe</a:t>
            </a:r>
            <a:endParaRPr lang="en-US" b="1" dirty="0"/>
          </a:p>
          <a:p>
            <a:pPr lvl="1"/>
            <a:r>
              <a:rPr lang="en-US" b="1" dirty="0">
                <a:hlinkClick r:id="rId8"/>
              </a:rPr>
              <a:t>Real-Time Spatial Temporal Forecasting @ Lyft</a:t>
            </a:r>
            <a:endParaRPr lang="en-US" b="1" dirty="0"/>
          </a:p>
          <a:p>
            <a:pPr lvl="1"/>
            <a:r>
              <a:rPr lang="en-US" b="1" dirty="0">
                <a:hlinkClick r:id="rId9"/>
              </a:rPr>
              <a:t>Google cloud infrastructure</a:t>
            </a:r>
            <a:endParaRPr lang="en-US" b="1" dirty="0"/>
          </a:p>
          <a:p>
            <a:pPr lvl="1"/>
            <a:r>
              <a:rPr lang="en-US" b="1" dirty="0">
                <a:hlinkClick r:id="rId10"/>
              </a:rPr>
              <a:t>Uber: Raising the Bar on ML Model Deployment Safety</a:t>
            </a:r>
            <a:endParaRPr lang="en-US" b="1" dirty="0"/>
          </a:p>
          <a:p>
            <a:pPr lvl="1"/>
            <a:r>
              <a:rPr lang="en-US" b="1" dirty="0">
                <a:hlinkClick r:id="rId11"/>
              </a:rPr>
              <a:t>ML Ops at Netflix</a:t>
            </a:r>
            <a:br>
              <a:rPr lang="en-US" b="1" dirty="0"/>
            </a:br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94F768-7DEE-628E-23AB-D49ECD274867}"/>
              </a:ext>
            </a:extLst>
          </p:cNvPr>
          <p:cNvSpPr txBox="1"/>
          <p:nvPr/>
        </p:nvSpPr>
        <p:spPr>
          <a:xfrm>
            <a:off x="-4973782" y="-163483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159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a168d9bc-0163-4cfb-94e3-a9fe10287b04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a69051b-5c8b-4df2-a1db-7f247c25c701"/>
  <p:tag name="SLIDO_TIMELINE" val="W3sic2hvd1Jlc3VsdHMiOmZhbHNlLCJwb2xsUXVlc3Rpb25VdWlkIjoiZmI5YTE0ZTAtYjJlNy00MmI1LWEzYjEtZmIwOGRlMGI1ZDFlIn0seyJzaG93UmVzdWx0cyI6dHJ1ZSwicG9sbFF1ZXN0aW9uVXVpZCI6ImZiOWExNGUwLWIyZTctNDJiNS1hM2IxLWZiMDhkZTBiNWQxZS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10689</TotalTime>
  <Words>522</Words>
  <Application>Microsoft Macintosh PowerPoint</Application>
  <PresentationFormat>Widescreen</PresentationFormat>
  <Paragraphs>142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Simple Light</vt:lpstr>
      <vt:lpstr>PowerPoint Presentation</vt:lpstr>
      <vt:lpstr>Reminders</vt:lpstr>
      <vt:lpstr>PowerPoint Presentation</vt:lpstr>
      <vt:lpstr>PowerPoint Presentation</vt:lpstr>
      <vt:lpstr>What is ML Ops?</vt:lpstr>
      <vt:lpstr>Why do we care</vt:lpstr>
      <vt:lpstr>Jupyter notebooks  ≠ ML deployment</vt:lpstr>
      <vt:lpstr>PowerPoint Presentation</vt:lpstr>
      <vt:lpstr>PowerPoint Presentation</vt:lpstr>
      <vt:lpstr>What do we want from a good MLOps setup?</vt:lpstr>
      <vt:lpstr>Software Engineering/ DevOps Practices</vt:lpstr>
      <vt:lpstr>ML Stack (Infrastructure)</vt:lpstr>
      <vt:lpstr>What the operational metrics?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43</cp:revision>
  <dcterms:created xsi:type="dcterms:W3CDTF">2020-01-14T19:43:43Z</dcterms:created>
  <dcterms:modified xsi:type="dcterms:W3CDTF">2025-11-25T20:56:52Z</dcterms:modified>
</cp:coreProperties>
</file>