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6" r:id="rId2"/>
  </p:sldMasterIdLst>
  <p:notesMasterIdLst>
    <p:notesMasterId r:id="rId44"/>
  </p:notesMasterIdLst>
  <p:sldIdLst>
    <p:sldId id="256" r:id="rId3"/>
    <p:sldId id="852" r:id="rId4"/>
    <p:sldId id="544" r:id="rId5"/>
    <p:sldId id="470" r:id="rId6"/>
    <p:sldId id="841" r:id="rId7"/>
    <p:sldId id="471" r:id="rId8"/>
    <p:sldId id="302" r:id="rId9"/>
    <p:sldId id="523" r:id="rId10"/>
    <p:sldId id="531" r:id="rId11"/>
    <p:sldId id="530" r:id="rId12"/>
    <p:sldId id="853" r:id="rId13"/>
    <p:sldId id="542" r:id="rId14"/>
    <p:sldId id="843" r:id="rId15"/>
    <p:sldId id="532" r:id="rId16"/>
    <p:sldId id="534" r:id="rId17"/>
    <p:sldId id="535" r:id="rId18"/>
    <p:sldId id="536" r:id="rId19"/>
    <p:sldId id="539" r:id="rId20"/>
    <p:sldId id="540" r:id="rId21"/>
    <p:sldId id="849" r:id="rId22"/>
    <p:sldId id="543" r:id="rId23"/>
    <p:sldId id="537" r:id="rId24"/>
    <p:sldId id="538" r:id="rId25"/>
    <p:sldId id="848" r:id="rId26"/>
    <p:sldId id="842" r:id="rId27"/>
    <p:sldId id="851" r:id="rId28"/>
    <p:sldId id="472" r:id="rId29"/>
    <p:sldId id="846" r:id="rId30"/>
    <p:sldId id="845" r:id="rId31"/>
    <p:sldId id="460" r:id="rId32"/>
    <p:sldId id="458" r:id="rId33"/>
    <p:sldId id="528" r:id="rId34"/>
    <p:sldId id="527" r:id="rId35"/>
    <p:sldId id="519" r:id="rId36"/>
    <p:sldId id="474" r:id="rId37"/>
    <p:sldId id="521" r:id="rId38"/>
    <p:sldId id="475" r:id="rId39"/>
    <p:sldId id="526" r:id="rId40"/>
    <p:sldId id="509" r:id="rId41"/>
    <p:sldId id="510" r:id="rId42"/>
    <p:sldId id="506" r:id="rId43"/>
  </p:sldIdLst>
  <p:sldSz cx="12192000" cy="6858000"/>
  <p:notesSz cx="6858000" cy="9144000"/>
  <p:custDataLst>
    <p:tags r:id="rId4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65" roundtripDataSignature="AMtx7miaBNfqHTds3AtKFboosNv4pOAy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D8FF"/>
    <a:srgbClr val="0092FF"/>
    <a:srgbClr val="4D110A"/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D99DF0-3CE4-47CC-AF91-CF25A88CF8B1}">
  <a:tblStyle styleId="{A7D99DF0-3CE4-47CC-AF91-CF25A88CF8B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0"/>
          </a:solidFill>
        </a:fill>
      </a:tcStyle>
    </a:wholeTbl>
    <a:band1H>
      <a:tcTxStyle b="off" i="off"/>
      <a:tcStyle>
        <a:tcBdr/>
        <a:fill>
          <a:solidFill>
            <a:srgbClr val="CADDE1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DE1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34"/>
    <p:restoredTop sz="94658"/>
  </p:normalViewPr>
  <p:slideViewPr>
    <p:cSldViewPr snapToGrid="0" snapToObjects="1">
      <p:cViewPr varScale="1">
        <p:scale>
          <a:sx n="70" d="100"/>
          <a:sy n="70" d="100"/>
        </p:scale>
        <p:origin x="192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gs" Target="tags/tag1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65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DC4985-DE59-104C-8FD3-C7634B66AAA1}" type="doc">
      <dgm:prSet loTypeId="urn:microsoft.com/office/officeart/2005/8/layout/default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0E731B8-2496-754D-A5F3-659BDD56B613}">
      <dgm:prSet phldrT="[Text]"/>
      <dgm:spPr/>
      <dgm:t>
        <a:bodyPr/>
        <a:lstStyle/>
        <a:p>
          <a:r>
            <a:rPr lang="en-US" dirty="0"/>
            <a:t>Fairness</a:t>
          </a:r>
        </a:p>
      </dgm:t>
    </dgm:pt>
    <dgm:pt modelId="{FDACE6C7-A7DD-4443-92A0-ACEF9E156A68}" type="parTrans" cxnId="{F6E82ED0-D42B-4144-A7F3-03E42D98DCB1}">
      <dgm:prSet/>
      <dgm:spPr/>
      <dgm:t>
        <a:bodyPr/>
        <a:lstStyle/>
        <a:p>
          <a:endParaRPr lang="en-US"/>
        </a:p>
      </dgm:t>
    </dgm:pt>
    <dgm:pt modelId="{0C72A36B-D1EC-EF47-961E-9ECCADB2A49D}" type="sibTrans" cxnId="{F6E82ED0-D42B-4144-A7F3-03E42D98DCB1}">
      <dgm:prSet/>
      <dgm:spPr/>
      <dgm:t>
        <a:bodyPr/>
        <a:lstStyle/>
        <a:p>
          <a:endParaRPr lang="en-US"/>
        </a:p>
      </dgm:t>
    </dgm:pt>
    <dgm:pt modelId="{6B734EDD-F5C4-984B-93F4-347B95D4212F}">
      <dgm:prSet/>
      <dgm:spPr/>
      <dgm:t>
        <a:bodyPr/>
        <a:lstStyle/>
        <a:p>
          <a:r>
            <a:rPr lang="en-US" dirty="0"/>
            <a:t>Explainability</a:t>
          </a:r>
        </a:p>
      </dgm:t>
    </dgm:pt>
    <dgm:pt modelId="{ED31C110-9FD6-E645-A11F-C44E0FD81FAD}" type="parTrans" cxnId="{2CA1AE69-2D79-5C4F-B767-EFE62E13AE63}">
      <dgm:prSet/>
      <dgm:spPr/>
      <dgm:t>
        <a:bodyPr/>
        <a:lstStyle/>
        <a:p>
          <a:endParaRPr lang="en-US"/>
        </a:p>
      </dgm:t>
    </dgm:pt>
    <dgm:pt modelId="{189F7344-805A-F640-B326-FFFE16B1BFCB}" type="sibTrans" cxnId="{2CA1AE69-2D79-5C4F-B767-EFE62E13AE63}">
      <dgm:prSet/>
      <dgm:spPr/>
      <dgm:t>
        <a:bodyPr/>
        <a:lstStyle/>
        <a:p>
          <a:endParaRPr lang="en-US"/>
        </a:p>
      </dgm:t>
    </dgm:pt>
    <dgm:pt modelId="{5912B13D-A17C-8F4C-B8EB-554E02E7475F}">
      <dgm:prSet/>
      <dgm:spPr/>
      <dgm:t>
        <a:bodyPr/>
        <a:lstStyle/>
        <a:p>
          <a:r>
            <a:rPr lang="en-US" dirty="0"/>
            <a:t>Robustness</a:t>
          </a:r>
        </a:p>
      </dgm:t>
    </dgm:pt>
    <dgm:pt modelId="{FCA5877B-B879-4F48-A660-058F8A916009}" type="parTrans" cxnId="{46737B79-4AFA-6A4A-AFA4-0068FC0AB479}">
      <dgm:prSet/>
      <dgm:spPr/>
      <dgm:t>
        <a:bodyPr/>
        <a:lstStyle/>
        <a:p>
          <a:endParaRPr lang="en-US"/>
        </a:p>
      </dgm:t>
    </dgm:pt>
    <dgm:pt modelId="{696B7242-98B5-7C49-8C37-32C854127B52}" type="sibTrans" cxnId="{46737B79-4AFA-6A4A-AFA4-0068FC0AB479}">
      <dgm:prSet/>
      <dgm:spPr/>
      <dgm:t>
        <a:bodyPr/>
        <a:lstStyle/>
        <a:p>
          <a:endParaRPr lang="en-US"/>
        </a:p>
      </dgm:t>
    </dgm:pt>
    <dgm:pt modelId="{D7A79689-DA78-E04F-BB35-457A85CF264B}">
      <dgm:prSet/>
      <dgm:spPr/>
      <dgm:t>
        <a:bodyPr/>
        <a:lstStyle/>
        <a:p>
          <a:r>
            <a:rPr lang="en-US" dirty="0"/>
            <a:t>Privacy</a:t>
          </a:r>
        </a:p>
      </dgm:t>
    </dgm:pt>
    <dgm:pt modelId="{AC9E256C-DFA1-D140-B002-FCF1DA0E6406}" type="parTrans" cxnId="{8E30E1A7-5950-3D45-853C-46E6F5BFB9F0}">
      <dgm:prSet/>
      <dgm:spPr/>
      <dgm:t>
        <a:bodyPr/>
        <a:lstStyle/>
        <a:p>
          <a:endParaRPr lang="en-US"/>
        </a:p>
      </dgm:t>
    </dgm:pt>
    <dgm:pt modelId="{49C906BA-1ADB-F948-AE18-91D76D6DC53A}" type="sibTrans" cxnId="{8E30E1A7-5950-3D45-853C-46E6F5BFB9F0}">
      <dgm:prSet/>
      <dgm:spPr/>
      <dgm:t>
        <a:bodyPr/>
        <a:lstStyle/>
        <a:p>
          <a:endParaRPr lang="en-US"/>
        </a:p>
      </dgm:t>
    </dgm:pt>
    <dgm:pt modelId="{47BF8507-89ED-D043-858D-527AF55C45E5}">
      <dgm:prSet/>
      <dgm:spPr/>
      <dgm:t>
        <a:bodyPr/>
        <a:lstStyle/>
        <a:p>
          <a:r>
            <a:rPr lang="en-US" dirty="0"/>
            <a:t>Transparency</a:t>
          </a:r>
        </a:p>
      </dgm:t>
    </dgm:pt>
    <dgm:pt modelId="{B1E39D38-54AE-5640-B272-1583F9536012}" type="parTrans" cxnId="{FB5A5694-27F8-874A-8430-FC6D7C23C942}">
      <dgm:prSet/>
      <dgm:spPr/>
      <dgm:t>
        <a:bodyPr/>
        <a:lstStyle/>
        <a:p>
          <a:endParaRPr lang="en-US"/>
        </a:p>
      </dgm:t>
    </dgm:pt>
    <dgm:pt modelId="{A44F94D2-2222-5E4E-993E-6AB05426D681}" type="sibTrans" cxnId="{FB5A5694-27F8-874A-8430-FC6D7C23C942}">
      <dgm:prSet/>
      <dgm:spPr/>
      <dgm:t>
        <a:bodyPr/>
        <a:lstStyle/>
        <a:p>
          <a:endParaRPr lang="en-US"/>
        </a:p>
      </dgm:t>
    </dgm:pt>
    <dgm:pt modelId="{463898BB-BDC6-964A-B2DF-1FBFD19B694D}">
      <dgm:prSet/>
      <dgm:spPr/>
      <dgm:t>
        <a:bodyPr/>
        <a:lstStyle/>
        <a:p>
          <a:r>
            <a:rPr lang="en-US" dirty="0"/>
            <a:t>Inclusiveness</a:t>
          </a:r>
        </a:p>
      </dgm:t>
    </dgm:pt>
    <dgm:pt modelId="{AE8AF594-1F41-914B-9A99-77B847337892}" type="parTrans" cxnId="{7066E7F4-BDFE-D443-A9BC-581A94AD3298}">
      <dgm:prSet/>
      <dgm:spPr/>
      <dgm:t>
        <a:bodyPr/>
        <a:lstStyle/>
        <a:p>
          <a:endParaRPr lang="en-US"/>
        </a:p>
      </dgm:t>
    </dgm:pt>
    <dgm:pt modelId="{2A2FB649-1006-384F-A598-B0D161A7A52C}" type="sibTrans" cxnId="{7066E7F4-BDFE-D443-A9BC-581A94AD3298}">
      <dgm:prSet/>
      <dgm:spPr/>
      <dgm:t>
        <a:bodyPr/>
        <a:lstStyle/>
        <a:p>
          <a:endParaRPr lang="en-US"/>
        </a:p>
      </dgm:t>
    </dgm:pt>
    <dgm:pt modelId="{1447B558-F65E-F54F-B6DB-69C5A4FF1F8A}">
      <dgm:prSet/>
      <dgm:spPr/>
      <dgm:t>
        <a:bodyPr/>
        <a:lstStyle/>
        <a:p>
          <a:r>
            <a:rPr lang="en-US" dirty="0"/>
            <a:t>Accountability</a:t>
          </a:r>
        </a:p>
      </dgm:t>
    </dgm:pt>
    <dgm:pt modelId="{8FE8710B-9B74-0247-B6FF-5839BB0DD89D}" type="parTrans" cxnId="{B086A201-EF78-C240-B774-F8D60C5A592A}">
      <dgm:prSet/>
      <dgm:spPr/>
      <dgm:t>
        <a:bodyPr/>
        <a:lstStyle/>
        <a:p>
          <a:endParaRPr lang="en-US"/>
        </a:p>
      </dgm:t>
    </dgm:pt>
    <dgm:pt modelId="{901641D4-B3D1-2445-9D8C-4F0FDD238395}" type="sibTrans" cxnId="{B086A201-EF78-C240-B774-F8D60C5A592A}">
      <dgm:prSet/>
      <dgm:spPr/>
      <dgm:t>
        <a:bodyPr/>
        <a:lstStyle/>
        <a:p>
          <a:endParaRPr lang="en-US"/>
        </a:p>
      </dgm:t>
    </dgm:pt>
    <dgm:pt modelId="{D5811B28-28CF-034D-8628-C0D05FF1E191}" type="pres">
      <dgm:prSet presAssocID="{FFDC4985-DE59-104C-8FD3-C7634B66AAA1}" presName="diagram" presStyleCnt="0">
        <dgm:presLayoutVars>
          <dgm:dir/>
          <dgm:resizeHandles val="exact"/>
        </dgm:presLayoutVars>
      </dgm:prSet>
      <dgm:spPr/>
    </dgm:pt>
    <dgm:pt modelId="{F7FF2FE0-B240-D84D-9E0C-1654CB759244}" type="pres">
      <dgm:prSet presAssocID="{D0E731B8-2496-754D-A5F3-659BDD56B613}" presName="node" presStyleLbl="node1" presStyleIdx="0" presStyleCnt="7">
        <dgm:presLayoutVars>
          <dgm:bulletEnabled val="1"/>
        </dgm:presLayoutVars>
      </dgm:prSet>
      <dgm:spPr/>
    </dgm:pt>
    <dgm:pt modelId="{FEE89B67-98B7-8545-B4E6-22D558879984}" type="pres">
      <dgm:prSet presAssocID="{0C72A36B-D1EC-EF47-961E-9ECCADB2A49D}" presName="sibTrans" presStyleCnt="0"/>
      <dgm:spPr/>
    </dgm:pt>
    <dgm:pt modelId="{B8F472E7-4C3C-DF4C-94DB-EFA821EB2102}" type="pres">
      <dgm:prSet presAssocID="{6B734EDD-F5C4-984B-93F4-347B95D4212F}" presName="node" presStyleLbl="node1" presStyleIdx="1" presStyleCnt="7">
        <dgm:presLayoutVars>
          <dgm:bulletEnabled val="1"/>
        </dgm:presLayoutVars>
      </dgm:prSet>
      <dgm:spPr/>
    </dgm:pt>
    <dgm:pt modelId="{561205D1-481B-414B-876E-1E0C22C16285}" type="pres">
      <dgm:prSet presAssocID="{189F7344-805A-F640-B326-FFFE16B1BFCB}" presName="sibTrans" presStyleCnt="0"/>
      <dgm:spPr/>
    </dgm:pt>
    <dgm:pt modelId="{EA574E64-B8EF-8A45-A02B-2087BE09176D}" type="pres">
      <dgm:prSet presAssocID="{5912B13D-A17C-8F4C-B8EB-554E02E7475F}" presName="node" presStyleLbl="node1" presStyleIdx="2" presStyleCnt="7">
        <dgm:presLayoutVars>
          <dgm:bulletEnabled val="1"/>
        </dgm:presLayoutVars>
      </dgm:prSet>
      <dgm:spPr/>
    </dgm:pt>
    <dgm:pt modelId="{3FD7CA07-77EF-6941-8D76-E03D9966710C}" type="pres">
      <dgm:prSet presAssocID="{696B7242-98B5-7C49-8C37-32C854127B52}" presName="sibTrans" presStyleCnt="0"/>
      <dgm:spPr/>
    </dgm:pt>
    <dgm:pt modelId="{ABC7DE52-C54C-4A4F-9766-09C189096A86}" type="pres">
      <dgm:prSet presAssocID="{D7A79689-DA78-E04F-BB35-457A85CF264B}" presName="node" presStyleLbl="node1" presStyleIdx="3" presStyleCnt="7">
        <dgm:presLayoutVars>
          <dgm:bulletEnabled val="1"/>
        </dgm:presLayoutVars>
      </dgm:prSet>
      <dgm:spPr/>
    </dgm:pt>
    <dgm:pt modelId="{3E68E045-CD05-C548-B848-225D280D6C67}" type="pres">
      <dgm:prSet presAssocID="{49C906BA-1ADB-F948-AE18-91D76D6DC53A}" presName="sibTrans" presStyleCnt="0"/>
      <dgm:spPr/>
    </dgm:pt>
    <dgm:pt modelId="{9E2380EC-73A5-914F-BBDE-FFA6923BA67E}" type="pres">
      <dgm:prSet presAssocID="{47BF8507-89ED-D043-858D-527AF55C45E5}" presName="node" presStyleLbl="node1" presStyleIdx="4" presStyleCnt="7">
        <dgm:presLayoutVars>
          <dgm:bulletEnabled val="1"/>
        </dgm:presLayoutVars>
      </dgm:prSet>
      <dgm:spPr/>
    </dgm:pt>
    <dgm:pt modelId="{B64ABA68-68C2-EE4D-B2DE-07F22892880C}" type="pres">
      <dgm:prSet presAssocID="{A44F94D2-2222-5E4E-993E-6AB05426D681}" presName="sibTrans" presStyleCnt="0"/>
      <dgm:spPr/>
    </dgm:pt>
    <dgm:pt modelId="{F8F4671D-62C0-5146-BBAC-E26D6AC4608E}" type="pres">
      <dgm:prSet presAssocID="{463898BB-BDC6-964A-B2DF-1FBFD19B694D}" presName="node" presStyleLbl="node1" presStyleIdx="5" presStyleCnt="7">
        <dgm:presLayoutVars>
          <dgm:bulletEnabled val="1"/>
        </dgm:presLayoutVars>
      </dgm:prSet>
      <dgm:spPr/>
    </dgm:pt>
    <dgm:pt modelId="{4F205C00-43D5-A640-BE3D-96598D5BC5B1}" type="pres">
      <dgm:prSet presAssocID="{2A2FB649-1006-384F-A598-B0D161A7A52C}" presName="sibTrans" presStyleCnt="0"/>
      <dgm:spPr/>
    </dgm:pt>
    <dgm:pt modelId="{BBE1E521-0E99-AB4B-8BB1-E7E52B4CB0FA}" type="pres">
      <dgm:prSet presAssocID="{1447B558-F65E-F54F-B6DB-69C5A4FF1F8A}" presName="node" presStyleLbl="node1" presStyleIdx="6" presStyleCnt="7">
        <dgm:presLayoutVars>
          <dgm:bulletEnabled val="1"/>
        </dgm:presLayoutVars>
      </dgm:prSet>
      <dgm:spPr/>
    </dgm:pt>
  </dgm:ptLst>
  <dgm:cxnLst>
    <dgm:cxn modelId="{B086A201-EF78-C240-B774-F8D60C5A592A}" srcId="{FFDC4985-DE59-104C-8FD3-C7634B66AAA1}" destId="{1447B558-F65E-F54F-B6DB-69C5A4FF1F8A}" srcOrd="6" destOrd="0" parTransId="{8FE8710B-9B74-0247-B6FF-5839BB0DD89D}" sibTransId="{901641D4-B3D1-2445-9D8C-4F0FDD238395}"/>
    <dgm:cxn modelId="{C62BAB14-2752-C24F-8582-2F924A7460B2}" type="presOf" srcId="{463898BB-BDC6-964A-B2DF-1FBFD19B694D}" destId="{F8F4671D-62C0-5146-BBAC-E26D6AC4608E}" srcOrd="0" destOrd="0" presId="urn:microsoft.com/office/officeart/2005/8/layout/default"/>
    <dgm:cxn modelId="{7E5D0524-BF0E-1F41-B757-6765F05F8894}" type="presOf" srcId="{FFDC4985-DE59-104C-8FD3-C7634B66AAA1}" destId="{D5811B28-28CF-034D-8628-C0D05FF1E191}" srcOrd="0" destOrd="0" presId="urn:microsoft.com/office/officeart/2005/8/layout/default"/>
    <dgm:cxn modelId="{072B3A26-263E-8542-B4D3-8F98948A6AD6}" type="presOf" srcId="{D0E731B8-2496-754D-A5F3-659BDD56B613}" destId="{F7FF2FE0-B240-D84D-9E0C-1654CB759244}" srcOrd="0" destOrd="0" presId="urn:microsoft.com/office/officeart/2005/8/layout/default"/>
    <dgm:cxn modelId="{37BB0744-A6A2-374F-92A5-2CE257B31C49}" type="presOf" srcId="{1447B558-F65E-F54F-B6DB-69C5A4FF1F8A}" destId="{BBE1E521-0E99-AB4B-8BB1-E7E52B4CB0FA}" srcOrd="0" destOrd="0" presId="urn:microsoft.com/office/officeart/2005/8/layout/default"/>
    <dgm:cxn modelId="{2CA1AE69-2D79-5C4F-B767-EFE62E13AE63}" srcId="{FFDC4985-DE59-104C-8FD3-C7634B66AAA1}" destId="{6B734EDD-F5C4-984B-93F4-347B95D4212F}" srcOrd="1" destOrd="0" parTransId="{ED31C110-9FD6-E645-A11F-C44E0FD81FAD}" sibTransId="{189F7344-805A-F640-B326-FFFE16B1BFCB}"/>
    <dgm:cxn modelId="{0A03DE6E-5BEA-9F4D-929F-5EBDA559C24C}" type="presOf" srcId="{D7A79689-DA78-E04F-BB35-457A85CF264B}" destId="{ABC7DE52-C54C-4A4F-9766-09C189096A86}" srcOrd="0" destOrd="0" presId="urn:microsoft.com/office/officeart/2005/8/layout/default"/>
    <dgm:cxn modelId="{07E40975-F783-854E-88BD-085654EA60BB}" type="presOf" srcId="{5912B13D-A17C-8F4C-B8EB-554E02E7475F}" destId="{EA574E64-B8EF-8A45-A02B-2087BE09176D}" srcOrd="0" destOrd="0" presId="urn:microsoft.com/office/officeart/2005/8/layout/default"/>
    <dgm:cxn modelId="{46737B79-4AFA-6A4A-AFA4-0068FC0AB479}" srcId="{FFDC4985-DE59-104C-8FD3-C7634B66AAA1}" destId="{5912B13D-A17C-8F4C-B8EB-554E02E7475F}" srcOrd="2" destOrd="0" parTransId="{FCA5877B-B879-4F48-A660-058F8A916009}" sibTransId="{696B7242-98B5-7C49-8C37-32C854127B52}"/>
    <dgm:cxn modelId="{FB5A5694-27F8-874A-8430-FC6D7C23C942}" srcId="{FFDC4985-DE59-104C-8FD3-C7634B66AAA1}" destId="{47BF8507-89ED-D043-858D-527AF55C45E5}" srcOrd="4" destOrd="0" parTransId="{B1E39D38-54AE-5640-B272-1583F9536012}" sibTransId="{A44F94D2-2222-5E4E-993E-6AB05426D681}"/>
    <dgm:cxn modelId="{8E30E1A7-5950-3D45-853C-46E6F5BFB9F0}" srcId="{FFDC4985-DE59-104C-8FD3-C7634B66AAA1}" destId="{D7A79689-DA78-E04F-BB35-457A85CF264B}" srcOrd="3" destOrd="0" parTransId="{AC9E256C-DFA1-D140-B002-FCF1DA0E6406}" sibTransId="{49C906BA-1ADB-F948-AE18-91D76D6DC53A}"/>
    <dgm:cxn modelId="{F6E82ED0-D42B-4144-A7F3-03E42D98DCB1}" srcId="{FFDC4985-DE59-104C-8FD3-C7634B66AAA1}" destId="{D0E731B8-2496-754D-A5F3-659BDD56B613}" srcOrd="0" destOrd="0" parTransId="{FDACE6C7-A7DD-4443-92A0-ACEF9E156A68}" sibTransId="{0C72A36B-D1EC-EF47-961E-9ECCADB2A49D}"/>
    <dgm:cxn modelId="{0620ACD5-C02C-364A-95D3-14ABF5D06D13}" type="presOf" srcId="{47BF8507-89ED-D043-858D-527AF55C45E5}" destId="{9E2380EC-73A5-914F-BBDE-FFA6923BA67E}" srcOrd="0" destOrd="0" presId="urn:microsoft.com/office/officeart/2005/8/layout/default"/>
    <dgm:cxn modelId="{B574CBF2-D31C-A441-881C-7AF90C24B176}" type="presOf" srcId="{6B734EDD-F5C4-984B-93F4-347B95D4212F}" destId="{B8F472E7-4C3C-DF4C-94DB-EFA821EB2102}" srcOrd="0" destOrd="0" presId="urn:microsoft.com/office/officeart/2005/8/layout/default"/>
    <dgm:cxn modelId="{7066E7F4-BDFE-D443-A9BC-581A94AD3298}" srcId="{FFDC4985-DE59-104C-8FD3-C7634B66AAA1}" destId="{463898BB-BDC6-964A-B2DF-1FBFD19B694D}" srcOrd="5" destOrd="0" parTransId="{AE8AF594-1F41-914B-9A99-77B847337892}" sibTransId="{2A2FB649-1006-384F-A598-B0D161A7A52C}"/>
    <dgm:cxn modelId="{53A4D2B6-6141-4544-9DD5-5CDF8E155DC1}" type="presParOf" srcId="{D5811B28-28CF-034D-8628-C0D05FF1E191}" destId="{F7FF2FE0-B240-D84D-9E0C-1654CB759244}" srcOrd="0" destOrd="0" presId="urn:microsoft.com/office/officeart/2005/8/layout/default"/>
    <dgm:cxn modelId="{C3F50112-099F-4248-A6C8-EF2AF3BDE0A1}" type="presParOf" srcId="{D5811B28-28CF-034D-8628-C0D05FF1E191}" destId="{FEE89B67-98B7-8545-B4E6-22D558879984}" srcOrd="1" destOrd="0" presId="urn:microsoft.com/office/officeart/2005/8/layout/default"/>
    <dgm:cxn modelId="{730B8926-D7D4-854E-89C0-6D5C3FCCF28F}" type="presParOf" srcId="{D5811B28-28CF-034D-8628-C0D05FF1E191}" destId="{B8F472E7-4C3C-DF4C-94DB-EFA821EB2102}" srcOrd="2" destOrd="0" presId="urn:microsoft.com/office/officeart/2005/8/layout/default"/>
    <dgm:cxn modelId="{47A43C0A-CE4D-8A48-A9AF-A29243E93745}" type="presParOf" srcId="{D5811B28-28CF-034D-8628-C0D05FF1E191}" destId="{561205D1-481B-414B-876E-1E0C22C16285}" srcOrd="3" destOrd="0" presId="urn:microsoft.com/office/officeart/2005/8/layout/default"/>
    <dgm:cxn modelId="{639DA524-5630-0542-94C8-300206D9342C}" type="presParOf" srcId="{D5811B28-28CF-034D-8628-C0D05FF1E191}" destId="{EA574E64-B8EF-8A45-A02B-2087BE09176D}" srcOrd="4" destOrd="0" presId="urn:microsoft.com/office/officeart/2005/8/layout/default"/>
    <dgm:cxn modelId="{27482D66-A144-1644-9F5E-894A33A7311E}" type="presParOf" srcId="{D5811B28-28CF-034D-8628-C0D05FF1E191}" destId="{3FD7CA07-77EF-6941-8D76-E03D9966710C}" srcOrd="5" destOrd="0" presId="urn:microsoft.com/office/officeart/2005/8/layout/default"/>
    <dgm:cxn modelId="{B2EF371C-710C-0B46-825F-B10E368FAD4D}" type="presParOf" srcId="{D5811B28-28CF-034D-8628-C0D05FF1E191}" destId="{ABC7DE52-C54C-4A4F-9766-09C189096A86}" srcOrd="6" destOrd="0" presId="urn:microsoft.com/office/officeart/2005/8/layout/default"/>
    <dgm:cxn modelId="{DE96ED80-7F8E-BB40-8100-914743975635}" type="presParOf" srcId="{D5811B28-28CF-034D-8628-C0D05FF1E191}" destId="{3E68E045-CD05-C548-B848-225D280D6C67}" srcOrd="7" destOrd="0" presId="urn:microsoft.com/office/officeart/2005/8/layout/default"/>
    <dgm:cxn modelId="{D86792EE-0960-654B-9DC2-33559C16AB27}" type="presParOf" srcId="{D5811B28-28CF-034D-8628-C0D05FF1E191}" destId="{9E2380EC-73A5-914F-BBDE-FFA6923BA67E}" srcOrd="8" destOrd="0" presId="urn:microsoft.com/office/officeart/2005/8/layout/default"/>
    <dgm:cxn modelId="{6F91F187-A14F-4448-8FF9-6BECBBFF1766}" type="presParOf" srcId="{D5811B28-28CF-034D-8628-C0D05FF1E191}" destId="{B64ABA68-68C2-EE4D-B2DE-07F22892880C}" srcOrd="9" destOrd="0" presId="urn:microsoft.com/office/officeart/2005/8/layout/default"/>
    <dgm:cxn modelId="{62C591E4-2BF5-CE45-A28F-6BDDF2B8B060}" type="presParOf" srcId="{D5811B28-28CF-034D-8628-C0D05FF1E191}" destId="{F8F4671D-62C0-5146-BBAC-E26D6AC4608E}" srcOrd="10" destOrd="0" presId="urn:microsoft.com/office/officeart/2005/8/layout/default"/>
    <dgm:cxn modelId="{3CC6B956-0E77-7C4F-8827-E16A9E946C2D}" type="presParOf" srcId="{D5811B28-28CF-034D-8628-C0D05FF1E191}" destId="{4F205C00-43D5-A640-BE3D-96598D5BC5B1}" srcOrd="11" destOrd="0" presId="urn:microsoft.com/office/officeart/2005/8/layout/default"/>
    <dgm:cxn modelId="{AEA19E0D-07B8-3E48-9442-D4ACEB85CABC}" type="presParOf" srcId="{D5811B28-28CF-034D-8628-C0D05FF1E191}" destId="{BBE1E521-0E99-AB4B-8BB1-E7E52B4CB0FA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579582-F224-9249-B50B-7D4855CA5E6E}" type="doc">
      <dgm:prSet loTypeId="urn:microsoft.com/office/officeart/2005/8/layout/default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C6227A-CA9D-DB4E-8C83-FE635D4B8B92}">
      <dgm:prSet phldrT="[Text]" custT="1"/>
      <dgm:spPr>
        <a:xfrm>
          <a:off x="0" y="98739"/>
          <a:ext cx="2630283" cy="1578170"/>
        </a:xfrm>
        <a:prstGeom prst="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36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gm:t>
    </dgm:pt>
    <dgm:pt modelId="{4387115A-EBD8-474A-9FE3-7D304E866D0D}" type="parTrans" cxnId="{C64BF992-E95D-864F-BC0E-6DCD7A5174E0}">
      <dgm:prSet/>
      <dgm:spPr/>
      <dgm:t>
        <a:bodyPr/>
        <a:lstStyle/>
        <a:p>
          <a:endParaRPr lang="en-US" sz="3200"/>
        </a:p>
      </dgm:t>
    </dgm:pt>
    <dgm:pt modelId="{ECFE99F0-3EA6-AE44-BB32-F705CFC04B42}" type="sibTrans" cxnId="{C64BF992-E95D-864F-BC0E-6DCD7A5174E0}">
      <dgm:prSet/>
      <dgm:spPr/>
      <dgm:t>
        <a:bodyPr/>
        <a:lstStyle/>
        <a:p>
          <a:endParaRPr lang="en-US" sz="3200"/>
        </a:p>
      </dgm:t>
    </dgm:pt>
    <dgm:pt modelId="{FDCD6ACD-B077-454D-944E-86E7E3350F79}">
      <dgm:prSet phldrT="[Text]" custT="1"/>
      <dgm:spPr>
        <a:xfrm>
          <a:off x="2893312" y="98739"/>
          <a:ext cx="2630283" cy="1578170"/>
        </a:xfrm>
        <a:prstGeom prst="rect">
          <a:avLst/>
        </a:prstGeom>
        <a:solidFill>
          <a:srgbClr val="C0504D">
            <a:hueOff val="1170380"/>
            <a:satOff val="-1460"/>
            <a:lumOff val="34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36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gm:t>
    </dgm:pt>
    <dgm:pt modelId="{5C5116C5-DFE3-4246-8B21-8683F07147AB}" type="parTrans" cxnId="{AD661072-6B96-4044-B298-8A087555795C}">
      <dgm:prSet/>
      <dgm:spPr/>
      <dgm:t>
        <a:bodyPr/>
        <a:lstStyle/>
        <a:p>
          <a:endParaRPr lang="en-US" sz="3200"/>
        </a:p>
      </dgm:t>
    </dgm:pt>
    <dgm:pt modelId="{88F5AB8F-4ED6-134A-97F4-933723876EF5}" type="sibTrans" cxnId="{AD661072-6B96-4044-B298-8A087555795C}">
      <dgm:prSet/>
      <dgm:spPr/>
      <dgm:t>
        <a:bodyPr/>
        <a:lstStyle/>
        <a:p>
          <a:endParaRPr lang="en-US" sz="3200"/>
        </a:p>
      </dgm:t>
    </dgm:pt>
    <dgm:pt modelId="{1A161DD2-BA9A-1F41-AAB0-05E72D64E065}">
      <dgm:prSet phldrT="[Text]" custT="1"/>
      <dgm:spPr>
        <a:xfrm>
          <a:off x="5786624" y="98739"/>
          <a:ext cx="2630283" cy="1578170"/>
        </a:xfrm>
        <a:prstGeom prst="rect">
          <a:avLst/>
        </a:prstGeom>
        <a:solidFill>
          <a:srgbClr val="C0504D">
            <a:hueOff val="2340759"/>
            <a:satOff val="-2919"/>
            <a:lumOff val="68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36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gm:t>
    </dgm:pt>
    <dgm:pt modelId="{249F4864-D1F2-2040-B2D9-70E1F329184F}" type="parTrans" cxnId="{9BCE4FF1-6E9A-7F46-B647-F45414868204}">
      <dgm:prSet/>
      <dgm:spPr/>
      <dgm:t>
        <a:bodyPr/>
        <a:lstStyle/>
        <a:p>
          <a:endParaRPr lang="en-US" sz="3200"/>
        </a:p>
      </dgm:t>
    </dgm:pt>
    <dgm:pt modelId="{D0DCE181-6F11-834E-9404-5B76BEA7F348}" type="sibTrans" cxnId="{9BCE4FF1-6E9A-7F46-B647-F45414868204}">
      <dgm:prSet/>
      <dgm:spPr/>
      <dgm:t>
        <a:bodyPr/>
        <a:lstStyle/>
        <a:p>
          <a:endParaRPr lang="en-US" sz="3200"/>
        </a:p>
      </dgm:t>
    </dgm:pt>
    <dgm:pt modelId="{03CB7B9E-D47A-BF4B-8BD0-A43768780FB3}">
      <dgm:prSet phldrT="[Text]" custT="1"/>
      <dgm:spPr>
        <a:xfrm>
          <a:off x="1446656" y="1939937"/>
          <a:ext cx="2630283" cy="1578170"/>
        </a:xfrm>
        <a:prstGeom prst="rect">
          <a:avLst/>
        </a:prstGeom>
        <a:solidFill>
          <a:srgbClr val="C0504D">
            <a:hueOff val="3511139"/>
            <a:satOff val="-4379"/>
            <a:lumOff val="103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36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gm:t>
    </dgm:pt>
    <dgm:pt modelId="{F40C0003-FB17-DD49-841B-811AE9B278F4}" type="parTrans" cxnId="{056DE792-C45E-0C4F-B746-40FD5FE6ECA3}">
      <dgm:prSet/>
      <dgm:spPr/>
      <dgm:t>
        <a:bodyPr/>
        <a:lstStyle/>
        <a:p>
          <a:endParaRPr lang="en-US" sz="3200"/>
        </a:p>
      </dgm:t>
    </dgm:pt>
    <dgm:pt modelId="{70980FD5-DAA3-A143-A71B-92CC869748E4}" type="sibTrans" cxnId="{056DE792-C45E-0C4F-B746-40FD5FE6ECA3}">
      <dgm:prSet/>
      <dgm:spPr/>
      <dgm:t>
        <a:bodyPr/>
        <a:lstStyle/>
        <a:p>
          <a:endParaRPr lang="en-US" sz="3200"/>
        </a:p>
      </dgm:t>
    </dgm:pt>
    <dgm:pt modelId="{97F13F62-187A-004F-8568-BDAB70D363F0}">
      <dgm:prSet phldrT="[Text]" custT="1"/>
      <dgm:spPr>
        <a:xfrm>
          <a:off x="4339968" y="1939937"/>
          <a:ext cx="2630283" cy="1578170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36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gm:t>
    </dgm:pt>
    <dgm:pt modelId="{52306423-6E35-DE43-821A-00A55D36BB28}" type="parTrans" cxnId="{B61AFEA1-29D3-2E43-B0B6-3ED4B8DCF23F}">
      <dgm:prSet/>
      <dgm:spPr/>
      <dgm:t>
        <a:bodyPr/>
        <a:lstStyle/>
        <a:p>
          <a:endParaRPr lang="en-US" sz="3200"/>
        </a:p>
      </dgm:t>
    </dgm:pt>
    <dgm:pt modelId="{9509CBFD-D73F-3B46-8605-DC590288199D}" type="sibTrans" cxnId="{B61AFEA1-29D3-2E43-B0B6-3ED4B8DCF23F}">
      <dgm:prSet/>
      <dgm:spPr/>
      <dgm:t>
        <a:bodyPr/>
        <a:lstStyle/>
        <a:p>
          <a:endParaRPr lang="en-US" sz="3200"/>
        </a:p>
      </dgm:t>
    </dgm:pt>
    <dgm:pt modelId="{9CB038ED-3A36-754A-8726-7115A9798D9F}" type="pres">
      <dgm:prSet presAssocID="{5C579582-F224-9249-B50B-7D4855CA5E6E}" presName="diagram" presStyleCnt="0">
        <dgm:presLayoutVars>
          <dgm:dir/>
          <dgm:resizeHandles val="exact"/>
        </dgm:presLayoutVars>
      </dgm:prSet>
      <dgm:spPr/>
    </dgm:pt>
    <dgm:pt modelId="{791EAD40-A10E-2C44-88BB-E254D1FEED2A}" type="pres">
      <dgm:prSet presAssocID="{63C6227A-CA9D-DB4E-8C83-FE635D4B8B92}" presName="node" presStyleLbl="node1" presStyleIdx="0" presStyleCnt="5">
        <dgm:presLayoutVars>
          <dgm:bulletEnabled val="1"/>
        </dgm:presLayoutVars>
      </dgm:prSet>
      <dgm:spPr/>
    </dgm:pt>
    <dgm:pt modelId="{08B34DEE-75D2-7047-8F76-0202887FE396}" type="pres">
      <dgm:prSet presAssocID="{ECFE99F0-3EA6-AE44-BB32-F705CFC04B42}" presName="sibTrans" presStyleCnt="0"/>
      <dgm:spPr/>
    </dgm:pt>
    <dgm:pt modelId="{5DF36080-AA5F-044B-9B2D-18470035B1FB}" type="pres">
      <dgm:prSet presAssocID="{FDCD6ACD-B077-454D-944E-86E7E3350F79}" presName="node" presStyleLbl="node1" presStyleIdx="1" presStyleCnt="5">
        <dgm:presLayoutVars>
          <dgm:bulletEnabled val="1"/>
        </dgm:presLayoutVars>
      </dgm:prSet>
      <dgm:spPr/>
    </dgm:pt>
    <dgm:pt modelId="{6963F5FC-04A1-6A43-B31E-10B7B12BF0DE}" type="pres">
      <dgm:prSet presAssocID="{88F5AB8F-4ED6-134A-97F4-933723876EF5}" presName="sibTrans" presStyleCnt="0"/>
      <dgm:spPr/>
    </dgm:pt>
    <dgm:pt modelId="{73313321-B089-6142-89C3-6254719B2389}" type="pres">
      <dgm:prSet presAssocID="{1A161DD2-BA9A-1F41-AAB0-05E72D64E065}" presName="node" presStyleLbl="node1" presStyleIdx="2" presStyleCnt="5">
        <dgm:presLayoutVars>
          <dgm:bulletEnabled val="1"/>
        </dgm:presLayoutVars>
      </dgm:prSet>
      <dgm:spPr/>
    </dgm:pt>
    <dgm:pt modelId="{60A9DBD8-E73E-FC44-B7B3-C40A7E9D9A77}" type="pres">
      <dgm:prSet presAssocID="{D0DCE181-6F11-834E-9404-5B76BEA7F348}" presName="sibTrans" presStyleCnt="0"/>
      <dgm:spPr/>
    </dgm:pt>
    <dgm:pt modelId="{EF08E376-4E26-284A-B04A-2272E2B37BE4}" type="pres">
      <dgm:prSet presAssocID="{03CB7B9E-D47A-BF4B-8BD0-A43768780FB3}" presName="node" presStyleLbl="node1" presStyleIdx="3" presStyleCnt="5">
        <dgm:presLayoutVars>
          <dgm:bulletEnabled val="1"/>
        </dgm:presLayoutVars>
      </dgm:prSet>
      <dgm:spPr/>
    </dgm:pt>
    <dgm:pt modelId="{ACCFA2FA-3F6D-C647-A96E-5BBE8D7E70AD}" type="pres">
      <dgm:prSet presAssocID="{70980FD5-DAA3-A143-A71B-92CC869748E4}" presName="sibTrans" presStyleCnt="0"/>
      <dgm:spPr/>
    </dgm:pt>
    <dgm:pt modelId="{6716D9F6-4AA6-A540-8569-2BA0DEE70F42}" type="pres">
      <dgm:prSet presAssocID="{97F13F62-187A-004F-8568-BDAB70D363F0}" presName="node" presStyleLbl="node1" presStyleIdx="4" presStyleCnt="5">
        <dgm:presLayoutVars>
          <dgm:bulletEnabled val="1"/>
        </dgm:presLayoutVars>
      </dgm:prSet>
      <dgm:spPr/>
    </dgm:pt>
  </dgm:ptLst>
  <dgm:cxnLst>
    <dgm:cxn modelId="{AC9D0668-3DB7-784C-A02A-59653F4D58CC}" type="presOf" srcId="{97F13F62-187A-004F-8568-BDAB70D363F0}" destId="{6716D9F6-4AA6-A540-8569-2BA0DEE70F42}" srcOrd="0" destOrd="0" presId="urn:microsoft.com/office/officeart/2005/8/layout/default"/>
    <dgm:cxn modelId="{AD661072-6B96-4044-B298-8A087555795C}" srcId="{5C579582-F224-9249-B50B-7D4855CA5E6E}" destId="{FDCD6ACD-B077-454D-944E-86E7E3350F79}" srcOrd="1" destOrd="0" parTransId="{5C5116C5-DFE3-4246-8B21-8683F07147AB}" sibTransId="{88F5AB8F-4ED6-134A-97F4-933723876EF5}"/>
    <dgm:cxn modelId="{4DB2F58B-01BC-D844-A4CB-3CBC54FF0225}" type="presOf" srcId="{1A161DD2-BA9A-1F41-AAB0-05E72D64E065}" destId="{73313321-B089-6142-89C3-6254719B2389}" srcOrd="0" destOrd="0" presId="urn:microsoft.com/office/officeart/2005/8/layout/default"/>
    <dgm:cxn modelId="{C6506E8F-6D52-9148-A9D1-21B40907EC00}" type="presOf" srcId="{FDCD6ACD-B077-454D-944E-86E7E3350F79}" destId="{5DF36080-AA5F-044B-9B2D-18470035B1FB}" srcOrd="0" destOrd="0" presId="urn:microsoft.com/office/officeart/2005/8/layout/default"/>
    <dgm:cxn modelId="{056DE792-C45E-0C4F-B746-40FD5FE6ECA3}" srcId="{5C579582-F224-9249-B50B-7D4855CA5E6E}" destId="{03CB7B9E-D47A-BF4B-8BD0-A43768780FB3}" srcOrd="3" destOrd="0" parTransId="{F40C0003-FB17-DD49-841B-811AE9B278F4}" sibTransId="{70980FD5-DAA3-A143-A71B-92CC869748E4}"/>
    <dgm:cxn modelId="{C64BF992-E95D-864F-BC0E-6DCD7A5174E0}" srcId="{5C579582-F224-9249-B50B-7D4855CA5E6E}" destId="{63C6227A-CA9D-DB4E-8C83-FE635D4B8B92}" srcOrd="0" destOrd="0" parTransId="{4387115A-EBD8-474A-9FE3-7D304E866D0D}" sibTransId="{ECFE99F0-3EA6-AE44-BB32-F705CFC04B42}"/>
    <dgm:cxn modelId="{B61AFEA1-29D3-2E43-B0B6-3ED4B8DCF23F}" srcId="{5C579582-F224-9249-B50B-7D4855CA5E6E}" destId="{97F13F62-187A-004F-8568-BDAB70D363F0}" srcOrd="4" destOrd="0" parTransId="{52306423-6E35-DE43-821A-00A55D36BB28}" sibTransId="{9509CBFD-D73F-3B46-8605-DC590288199D}"/>
    <dgm:cxn modelId="{D84315A8-006D-DA41-97BE-4C21FE6823B2}" type="presOf" srcId="{5C579582-F224-9249-B50B-7D4855CA5E6E}" destId="{9CB038ED-3A36-754A-8726-7115A9798D9F}" srcOrd="0" destOrd="0" presId="urn:microsoft.com/office/officeart/2005/8/layout/default"/>
    <dgm:cxn modelId="{CDA80CCB-0378-264F-80E4-8D590F923F27}" type="presOf" srcId="{03CB7B9E-D47A-BF4B-8BD0-A43768780FB3}" destId="{EF08E376-4E26-284A-B04A-2272E2B37BE4}" srcOrd="0" destOrd="0" presId="urn:microsoft.com/office/officeart/2005/8/layout/default"/>
    <dgm:cxn modelId="{732391E5-2946-7944-AC24-D3D096B91CD3}" type="presOf" srcId="{63C6227A-CA9D-DB4E-8C83-FE635D4B8B92}" destId="{791EAD40-A10E-2C44-88BB-E254D1FEED2A}" srcOrd="0" destOrd="0" presId="urn:microsoft.com/office/officeart/2005/8/layout/default"/>
    <dgm:cxn modelId="{9BCE4FF1-6E9A-7F46-B647-F45414868204}" srcId="{5C579582-F224-9249-B50B-7D4855CA5E6E}" destId="{1A161DD2-BA9A-1F41-AAB0-05E72D64E065}" srcOrd="2" destOrd="0" parTransId="{249F4864-D1F2-2040-B2D9-70E1F329184F}" sibTransId="{D0DCE181-6F11-834E-9404-5B76BEA7F348}"/>
    <dgm:cxn modelId="{B12CEA2B-6334-4D40-BDB5-FAC888658397}" type="presParOf" srcId="{9CB038ED-3A36-754A-8726-7115A9798D9F}" destId="{791EAD40-A10E-2C44-88BB-E254D1FEED2A}" srcOrd="0" destOrd="0" presId="urn:microsoft.com/office/officeart/2005/8/layout/default"/>
    <dgm:cxn modelId="{EC02AFC4-2AC0-5B4E-8A36-A6AF238B71F9}" type="presParOf" srcId="{9CB038ED-3A36-754A-8726-7115A9798D9F}" destId="{08B34DEE-75D2-7047-8F76-0202887FE396}" srcOrd="1" destOrd="0" presId="urn:microsoft.com/office/officeart/2005/8/layout/default"/>
    <dgm:cxn modelId="{26D4B414-95EB-D440-B12D-9D97C0B59013}" type="presParOf" srcId="{9CB038ED-3A36-754A-8726-7115A9798D9F}" destId="{5DF36080-AA5F-044B-9B2D-18470035B1FB}" srcOrd="2" destOrd="0" presId="urn:microsoft.com/office/officeart/2005/8/layout/default"/>
    <dgm:cxn modelId="{A29377B6-301C-AB43-84FE-37803A747EAC}" type="presParOf" srcId="{9CB038ED-3A36-754A-8726-7115A9798D9F}" destId="{6963F5FC-04A1-6A43-B31E-10B7B12BF0DE}" srcOrd="3" destOrd="0" presId="urn:microsoft.com/office/officeart/2005/8/layout/default"/>
    <dgm:cxn modelId="{6D59BA24-0C86-AA44-8C1A-8F34235D1DCC}" type="presParOf" srcId="{9CB038ED-3A36-754A-8726-7115A9798D9F}" destId="{73313321-B089-6142-89C3-6254719B2389}" srcOrd="4" destOrd="0" presId="urn:microsoft.com/office/officeart/2005/8/layout/default"/>
    <dgm:cxn modelId="{4911F024-468A-8B4D-A41C-F8BCC13E6CB7}" type="presParOf" srcId="{9CB038ED-3A36-754A-8726-7115A9798D9F}" destId="{60A9DBD8-E73E-FC44-B7B3-C40A7E9D9A77}" srcOrd="5" destOrd="0" presId="urn:microsoft.com/office/officeart/2005/8/layout/default"/>
    <dgm:cxn modelId="{3CDAFCD7-783B-E54D-AB72-50BC54D14C78}" type="presParOf" srcId="{9CB038ED-3A36-754A-8726-7115A9798D9F}" destId="{EF08E376-4E26-284A-B04A-2272E2B37BE4}" srcOrd="6" destOrd="0" presId="urn:microsoft.com/office/officeart/2005/8/layout/default"/>
    <dgm:cxn modelId="{46B4496F-C613-5843-9286-30423178D958}" type="presParOf" srcId="{9CB038ED-3A36-754A-8726-7115A9798D9F}" destId="{ACCFA2FA-3F6D-C647-A96E-5BBE8D7E70AD}" srcOrd="7" destOrd="0" presId="urn:microsoft.com/office/officeart/2005/8/layout/default"/>
    <dgm:cxn modelId="{4C162F1D-4E9E-764D-93E3-FC3BCCC637B5}" type="presParOf" srcId="{9CB038ED-3A36-754A-8726-7115A9798D9F}" destId="{6716D9F6-4AA6-A540-8569-2BA0DEE70F4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AD4B1E-4C6C-0E4A-B447-3FED685EDF7F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4D053C-F4CE-3B4C-B71A-6D554E2C947B}">
      <dgm:prSet phldrT="[Text]" custT="1"/>
      <dgm:spPr/>
      <dgm:t>
        <a:bodyPr/>
        <a:lstStyle/>
        <a:p>
          <a:r>
            <a:rPr lang="en-US" sz="2000" dirty="0"/>
            <a:t>Decisionmakers</a:t>
          </a:r>
        </a:p>
      </dgm:t>
    </dgm:pt>
    <dgm:pt modelId="{AB9B67AC-C52F-1E4D-8935-02A3EAF3046C}" type="parTrans" cxnId="{BF61F085-FE11-344D-ADC5-E9F1075C951E}">
      <dgm:prSet/>
      <dgm:spPr/>
      <dgm:t>
        <a:bodyPr/>
        <a:lstStyle/>
        <a:p>
          <a:endParaRPr lang="en-US" sz="4000"/>
        </a:p>
      </dgm:t>
    </dgm:pt>
    <dgm:pt modelId="{78BA5BD6-F897-0E4E-93F7-108C52ED619B}" type="sibTrans" cxnId="{BF61F085-FE11-344D-ADC5-E9F1075C951E}">
      <dgm:prSet/>
      <dgm:spPr/>
      <dgm:t>
        <a:bodyPr/>
        <a:lstStyle/>
        <a:p>
          <a:endParaRPr lang="en-US" sz="4000"/>
        </a:p>
      </dgm:t>
    </dgm:pt>
    <dgm:pt modelId="{9CB42A65-528E-9648-BD07-35F081984E75}">
      <dgm:prSet phldrT="[Text]" custT="1"/>
      <dgm:spPr/>
      <dgm:t>
        <a:bodyPr/>
        <a:lstStyle/>
        <a:p>
          <a:r>
            <a:rPr lang="en-US" sz="2000" dirty="0"/>
            <a:t>Public</a:t>
          </a:r>
        </a:p>
      </dgm:t>
    </dgm:pt>
    <dgm:pt modelId="{BA07D999-92B9-2C4D-AB18-F4AE6C8440CE}" type="parTrans" cxnId="{8B8DBA8D-6DB6-6C45-B3F7-E9276B4C466F}">
      <dgm:prSet/>
      <dgm:spPr/>
      <dgm:t>
        <a:bodyPr/>
        <a:lstStyle/>
        <a:p>
          <a:endParaRPr lang="en-US" sz="4000"/>
        </a:p>
      </dgm:t>
    </dgm:pt>
    <dgm:pt modelId="{4A1760BE-CDEF-B74C-B977-D4482B9C5E66}" type="sibTrans" cxnId="{8B8DBA8D-6DB6-6C45-B3F7-E9276B4C466F}">
      <dgm:prSet/>
      <dgm:spPr/>
      <dgm:t>
        <a:bodyPr/>
        <a:lstStyle/>
        <a:p>
          <a:endParaRPr lang="en-US" sz="4000"/>
        </a:p>
      </dgm:t>
    </dgm:pt>
    <dgm:pt modelId="{5EB4D17B-BAE2-5848-A914-C3C9EC7FC3D4}">
      <dgm:prSet phldrT="[Text]" custT="1"/>
      <dgm:spPr/>
      <dgm:t>
        <a:bodyPr/>
        <a:lstStyle/>
        <a:p>
          <a:r>
            <a:rPr lang="en-US" sz="2000" dirty="0"/>
            <a:t>Media</a:t>
          </a:r>
        </a:p>
      </dgm:t>
    </dgm:pt>
    <dgm:pt modelId="{01C1F49E-2DD5-1045-8D49-3EC02A0A3CB5}" type="parTrans" cxnId="{18D80754-7900-E54F-A7F0-6A47AB6EF670}">
      <dgm:prSet/>
      <dgm:spPr/>
      <dgm:t>
        <a:bodyPr/>
        <a:lstStyle/>
        <a:p>
          <a:endParaRPr lang="en-US" sz="4000"/>
        </a:p>
      </dgm:t>
    </dgm:pt>
    <dgm:pt modelId="{5E952187-3B5B-284B-99C1-C4DC4D5E2B31}" type="sibTrans" cxnId="{18D80754-7900-E54F-A7F0-6A47AB6EF670}">
      <dgm:prSet/>
      <dgm:spPr/>
      <dgm:t>
        <a:bodyPr/>
        <a:lstStyle/>
        <a:p>
          <a:endParaRPr lang="en-US" sz="4000"/>
        </a:p>
      </dgm:t>
    </dgm:pt>
    <dgm:pt modelId="{8888D5E6-AAD8-914E-BD9D-89B25483E23E}">
      <dgm:prSet custT="1"/>
      <dgm:spPr/>
      <dgm:t>
        <a:bodyPr/>
        <a:lstStyle/>
        <a:p>
          <a:r>
            <a:rPr lang="en-US" sz="1900" dirty="0"/>
            <a:t>Analysts</a:t>
          </a:r>
        </a:p>
      </dgm:t>
    </dgm:pt>
    <dgm:pt modelId="{025C802D-FFAE-F84E-9FC8-8930C3586640}" type="parTrans" cxnId="{5722FD2F-CEA6-0740-B26A-BBFA43E3FFC7}">
      <dgm:prSet/>
      <dgm:spPr/>
      <dgm:t>
        <a:bodyPr/>
        <a:lstStyle/>
        <a:p>
          <a:endParaRPr lang="en-US" sz="4000"/>
        </a:p>
      </dgm:t>
    </dgm:pt>
    <dgm:pt modelId="{E2D087A5-7793-6341-94F0-D1AFD2C66030}" type="sibTrans" cxnId="{5722FD2F-CEA6-0740-B26A-BBFA43E3FFC7}">
      <dgm:prSet/>
      <dgm:spPr/>
      <dgm:t>
        <a:bodyPr/>
        <a:lstStyle/>
        <a:p>
          <a:endParaRPr lang="en-US" sz="4000"/>
        </a:p>
      </dgm:t>
    </dgm:pt>
    <dgm:pt modelId="{428C0746-9082-EE4C-8E0C-3A70473D110D}" type="pres">
      <dgm:prSet presAssocID="{C2AD4B1E-4C6C-0E4A-B447-3FED685EDF7F}" presName="compositeShape" presStyleCnt="0">
        <dgm:presLayoutVars>
          <dgm:chMax val="7"/>
          <dgm:dir/>
          <dgm:resizeHandles val="exact"/>
        </dgm:presLayoutVars>
      </dgm:prSet>
      <dgm:spPr/>
    </dgm:pt>
    <dgm:pt modelId="{C6672704-2C79-1549-AD4C-2ABDFCF80356}" type="pres">
      <dgm:prSet presAssocID="{074D053C-F4CE-3B4C-B71A-6D554E2C947B}" presName="circ1" presStyleLbl="vennNode1" presStyleIdx="0" presStyleCnt="4"/>
      <dgm:spPr/>
    </dgm:pt>
    <dgm:pt modelId="{34A79B68-7D0E-3548-B16D-A344B53C42D7}" type="pres">
      <dgm:prSet presAssocID="{074D053C-F4CE-3B4C-B71A-6D554E2C947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22AF525-0CC7-AC4A-A727-F9C350590083}" type="pres">
      <dgm:prSet presAssocID="{9CB42A65-528E-9648-BD07-35F081984E75}" presName="circ2" presStyleLbl="vennNode1" presStyleIdx="1" presStyleCnt="4"/>
      <dgm:spPr/>
    </dgm:pt>
    <dgm:pt modelId="{14A73B84-527A-7348-8EF4-16DBAC4F830F}" type="pres">
      <dgm:prSet presAssocID="{9CB42A65-528E-9648-BD07-35F081984E7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5F9DA02-39B5-FC4E-B79B-68AACD563952}" type="pres">
      <dgm:prSet presAssocID="{5EB4D17B-BAE2-5848-A914-C3C9EC7FC3D4}" presName="circ3" presStyleLbl="vennNode1" presStyleIdx="2" presStyleCnt="4"/>
      <dgm:spPr/>
    </dgm:pt>
    <dgm:pt modelId="{8454E171-7543-534C-9DFF-A446825C9E6C}" type="pres">
      <dgm:prSet presAssocID="{5EB4D17B-BAE2-5848-A914-C3C9EC7FC3D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2CE4B38-2232-844C-A2B6-62B6C4FA1350}" type="pres">
      <dgm:prSet presAssocID="{8888D5E6-AAD8-914E-BD9D-89B25483E23E}" presName="circ4" presStyleLbl="vennNode1" presStyleIdx="3" presStyleCnt="4" custScaleX="104231" custLinFactNeighborX="405"/>
      <dgm:spPr/>
    </dgm:pt>
    <dgm:pt modelId="{F9546548-07C4-0241-B72E-F7BB5941F0B6}" type="pres">
      <dgm:prSet presAssocID="{8888D5E6-AAD8-914E-BD9D-89B25483E23E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AF05901-F4CD-3747-9C54-44C6AF9C3CDD}" type="presOf" srcId="{C2AD4B1E-4C6C-0E4A-B447-3FED685EDF7F}" destId="{428C0746-9082-EE4C-8E0C-3A70473D110D}" srcOrd="0" destOrd="0" presId="urn:microsoft.com/office/officeart/2005/8/layout/venn1"/>
    <dgm:cxn modelId="{B2E7711D-1AE1-C44E-940C-AE508F5B0B07}" type="presOf" srcId="{5EB4D17B-BAE2-5848-A914-C3C9EC7FC3D4}" destId="{8454E171-7543-534C-9DFF-A446825C9E6C}" srcOrd="1" destOrd="0" presId="urn:microsoft.com/office/officeart/2005/8/layout/venn1"/>
    <dgm:cxn modelId="{72DA8F25-39B9-4C48-810F-C1F96E262909}" type="presOf" srcId="{8888D5E6-AAD8-914E-BD9D-89B25483E23E}" destId="{F9546548-07C4-0241-B72E-F7BB5941F0B6}" srcOrd="1" destOrd="0" presId="urn:microsoft.com/office/officeart/2005/8/layout/venn1"/>
    <dgm:cxn modelId="{5722FD2F-CEA6-0740-B26A-BBFA43E3FFC7}" srcId="{C2AD4B1E-4C6C-0E4A-B447-3FED685EDF7F}" destId="{8888D5E6-AAD8-914E-BD9D-89B25483E23E}" srcOrd="3" destOrd="0" parTransId="{025C802D-FFAE-F84E-9FC8-8930C3586640}" sibTransId="{E2D087A5-7793-6341-94F0-D1AFD2C66030}"/>
    <dgm:cxn modelId="{1DC3FF33-D66A-A84D-9AE4-D63156EDF224}" type="presOf" srcId="{9CB42A65-528E-9648-BD07-35F081984E75}" destId="{14A73B84-527A-7348-8EF4-16DBAC4F830F}" srcOrd="1" destOrd="0" presId="urn:microsoft.com/office/officeart/2005/8/layout/venn1"/>
    <dgm:cxn modelId="{BD76F93E-CCDD-8941-BC0A-36E73104BD70}" type="presOf" srcId="{8888D5E6-AAD8-914E-BD9D-89B25483E23E}" destId="{D2CE4B38-2232-844C-A2B6-62B6C4FA1350}" srcOrd="0" destOrd="0" presId="urn:microsoft.com/office/officeart/2005/8/layout/venn1"/>
    <dgm:cxn modelId="{18D80754-7900-E54F-A7F0-6A47AB6EF670}" srcId="{C2AD4B1E-4C6C-0E4A-B447-3FED685EDF7F}" destId="{5EB4D17B-BAE2-5848-A914-C3C9EC7FC3D4}" srcOrd="2" destOrd="0" parTransId="{01C1F49E-2DD5-1045-8D49-3EC02A0A3CB5}" sibTransId="{5E952187-3B5B-284B-99C1-C4DC4D5E2B31}"/>
    <dgm:cxn modelId="{E1055656-15E1-854B-BCA0-F1562F8E8C7D}" type="presOf" srcId="{074D053C-F4CE-3B4C-B71A-6D554E2C947B}" destId="{C6672704-2C79-1549-AD4C-2ABDFCF80356}" srcOrd="0" destOrd="0" presId="urn:microsoft.com/office/officeart/2005/8/layout/venn1"/>
    <dgm:cxn modelId="{BF61F085-FE11-344D-ADC5-E9F1075C951E}" srcId="{C2AD4B1E-4C6C-0E4A-B447-3FED685EDF7F}" destId="{074D053C-F4CE-3B4C-B71A-6D554E2C947B}" srcOrd="0" destOrd="0" parTransId="{AB9B67AC-C52F-1E4D-8935-02A3EAF3046C}" sibTransId="{78BA5BD6-F897-0E4E-93F7-108C52ED619B}"/>
    <dgm:cxn modelId="{8B8DBA8D-6DB6-6C45-B3F7-E9276B4C466F}" srcId="{C2AD4B1E-4C6C-0E4A-B447-3FED685EDF7F}" destId="{9CB42A65-528E-9648-BD07-35F081984E75}" srcOrd="1" destOrd="0" parTransId="{BA07D999-92B9-2C4D-AB18-F4AE6C8440CE}" sibTransId="{4A1760BE-CDEF-B74C-B977-D4482B9C5E66}"/>
    <dgm:cxn modelId="{44BBA2A0-BCE7-1D49-83E0-6DBBD982729C}" type="presOf" srcId="{5EB4D17B-BAE2-5848-A914-C3C9EC7FC3D4}" destId="{85F9DA02-39B5-FC4E-B79B-68AACD563952}" srcOrd="0" destOrd="0" presId="urn:microsoft.com/office/officeart/2005/8/layout/venn1"/>
    <dgm:cxn modelId="{7A1874B1-A68C-2D4E-8D98-FE539BD1F273}" type="presOf" srcId="{9CB42A65-528E-9648-BD07-35F081984E75}" destId="{722AF525-0CC7-AC4A-A727-F9C350590083}" srcOrd="0" destOrd="0" presId="urn:microsoft.com/office/officeart/2005/8/layout/venn1"/>
    <dgm:cxn modelId="{6A431EEC-9ACD-5A4E-8915-E7983AAA45D8}" type="presOf" srcId="{074D053C-F4CE-3B4C-B71A-6D554E2C947B}" destId="{34A79B68-7D0E-3548-B16D-A344B53C42D7}" srcOrd="1" destOrd="0" presId="urn:microsoft.com/office/officeart/2005/8/layout/venn1"/>
    <dgm:cxn modelId="{C5D8137F-4670-AC40-B61C-8115C554C4F4}" type="presParOf" srcId="{428C0746-9082-EE4C-8E0C-3A70473D110D}" destId="{C6672704-2C79-1549-AD4C-2ABDFCF80356}" srcOrd="0" destOrd="0" presId="urn:microsoft.com/office/officeart/2005/8/layout/venn1"/>
    <dgm:cxn modelId="{958C79E5-85B2-FD4D-AA29-144704E6FB96}" type="presParOf" srcId="{428C0746-9082-EE4C-8E0C-3A70473D110D}" destId="{34A79B68-7D0E-3548-B16D-A344B53C42D7}" srcOrd="1" destOrd="0" presId="urn:microsoft.com/office/officeart/2005/8/layout/venn1"/>
    <dgm:cxn modelId="{4F64DFA8-F8A7-6040-8FCD-ADBDB093998C}" type="presParOf" srcId="{428C0746-9082-EE4C-8E0C-3A70473D110D}" destId="{722AF525-0CC7-AC4A-A727-F9C350590083}" srcOrd="2" destOrd="0" presId="urn:microsoft.com/office/officeart/2005/8/layout/venn1"/>
    <dgm:cxn modelId="{B4BA09F3-F304-7A44-8E32-1ADB1445FD1D}" type="presParOf" srcId="{428C0746-9082-EE4C-8E0C-3A70473D110D}" destId="{14A73B84-527A-7348-8EF4-16DBAC4F830F}" srcOrd="3" destOrd="0" presId="urn:microsoft.com/office/officeart/2005/8/layout/venn1"/>
    <dgm:cxn modelId="{4C49A29B-4FB2-FB49-8CA3-560E0E3A21CE}" type="presParOf" srcId="{428C0746-9082-EE4C-8E0C-3A70473D110D}" destId="{85F9DA02-39B5-FC4E-B79B-68AACD563952}" srcOrd="4" destOrd="0" presId="urn:microsoft.com/office/officeart/2005/8/layout/venn1"/>
    <dgm:cxn modelId="{848B2435-75C5-2C4F-92FE-4570B9A9D44B}" type="presParOf" srcId="{428C0746-9082-EE4C-8E0C-3A70473D110D}" destId="{8454E171-7543-534C-9DFF-A446825C9E6C}" srcOrd="5" destOrd="0" presId="urn:microsoft.com/office/officeart/2005/8/layout/venn1"/>
    <dgm:cxn modelId="{B5EE7477-BC3F-554C-8CE8-E34FE431D381}" type="presParOf" srcId="{428C0746-9082-EE4C-8E0C-3A70473D110D}" destId="{D2CE4B38-2232-844C-A2B6-62B6C4FA1350}" srcOrd="6" destOrd="0" presId="urn:microsoft.com/office/officeart/2005/8/layout/venn1"/>
    <dgm:cxn modelId="{EC5B6853-170B-5647-82A9-A1FA7515228F}" type="presParOf" srcId="{428C0746-9082-EE4C-8E0C-3A70473D110D}" destId="{F9546548-07C4-0241-B72E-F7BB5941F0B6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579582-F224-9249-B50B-7D4855CA5E6E}" type="doc">
      <dgm:prSet loTypeId="urn:microsoft.com/office/officeart/2005/8/layout/default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C6227A-CA9D-DB4E-8C83-FE635D4B8B92}">
      <dgm:prSet phldrT="[Text]" custT="1"/>
      <dgm:spPr>
        <a:xfrm>
          <a:off x="0" y="98739"/>
          <a:ext cx="2630283" cy="1578170"/>
        </a:xfrm>
        <a:prstGeom prst="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gm:t>
    </dgm:pt>
    <dgm:pt modelId="{4387115A-EBD8-474A-9FE3-7D304E866D0D}" type="parTrans" cxnId="{C64BF992-E95D-864F-BC0E-6DCD7A5174E0}">
      <dgm:prSet/>
      <dgm:spPr/>
      <dgm:t>
        <a:bodyPr/>
        <a:lstStyle/>
        <a:p>
          <a:endParaRPr lang="en-US"/>
        </a:p>
      </dgm:t>
    </dgm:pt>
    <dgm:pt modelId="{ECFE99F0-3EA6-AE44-BB32-F705CFC04B42}" type="sibTrans" cxnId="{C64BF992-E95D-864F-BC0E-6DCD7A5174E0}">
      <dgm:prSet/>
      <dgm:spPr/>
      <dgm:t>
        <a:bodyPr/>
        <a:lstStyle/>
        <a:p>
          <a:endParaRPr lang="en-US"/>
        </a:p>
      </dgm:t>
    </dgm:pt>
    <dgm:pt modelId="{FDCD6ACD-B077-454D-944E-86E7E3350F79}">
      <dgm:prSet phldrT="[Text]" custT="1"/>
      <dgm:spPr>
        <a:xfrm>
          <a:off x="2893312" y="98739"/>
          <a:ext cx="2630283" cy="1578170"/>
        </a:xfrm>
        <a:prstGeom prst="rect">
          <a:avLst/>
        </a:prstGeom>
        <a:solidFill>
          <a:srgbClr val="C0504D">
            <a:hueOff val="1170380"/>
            <a:satOff val="-1460"/>
            <a:lumOff val="34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gm:t>
    </dgm:pt>
    <dgm:pt modelId="{5C5116C5-DFE3-4246-8B21-8683F07147AB}" type="parTrans" cxnId="{AD661072-6B96-4044-B298-8A087555795C}">
      <dgm:prSet/>
      <dgm:spPr/>
      <dgm:t>
        <a:bodyPr/>
        <a:lstStyle/>
        <a:p>
          <a:endParaRPr lang="en-US"/>
        </a:p>
      </dgm:t>
    </dgm:pt>
    <dgm:pt modelId="{88F5AB8F-4ED6-134A-97F4-933723876EF5}" type="sibTrans" cxnId="{AD661072-6B96-4044-B298-8A087555795C}">
      <dgm:prSet/>
      <dgm:spPr/>
      <dgm:t>
        <a:bodyPr/>
        <a:lstStyle/>
        <a:p>
          <a:endParaRPr lang="en-US"/>
        </a:p>
      </dgm:t>
    </dgm:pt>
    <dgm:pt modelId="{1A161DD2-BA9A-1F41-AAB0-05E72D64E065}">
      <dgm:prSet phldrT="[Text]" custT="1"/>
      <dgm:spPr>
        <a:xfrm>
          <a:off x="5786624" y="98739"/>
          <a:ext cx="2630283" cy="1578170"/>
        </a:xfrm>
        <a:prstGeom prst="rect">
          <a:avLst/>
        </a:prstGeom>
        <a:solidFill>
          <a:srgbClr val="C0504D">
            <a:hueOff val="2340759"/>
            <a:satOff val="-2919"/>
            <a:lumOff val="68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gm:t>
    </dgm:pt>
    <dgm:pt modelId="{249F4864-D1F2-2040-B2D9-70E1F329184F}" type="parTrans" cxnId="{9BCE4FF1-6E9A-7F46-B647-F45414868204}">
      <dgm:prSet/>
      <dgm:spPr/>
      <dgm:t>
        <a:bodyPr/>
        <a:lstStyle/>
        <a:p>
          <a:endParaRPr lang="en-US"/>
        </a:p>
      </dgm:t>
    </dgm:pt>
    <dgm:pt modelId="{D0DCE181-6F11-834E-9404-5B76BEA7F348}" type="sibTrans" cxnId="{9BCE4FF1-6E9A-7F46-B647-F45414868204}">
      <dgm:prSet/>
      <dgm:spPr/>
      <dgm:t>
        <a:bodyPr/>
        <a:lstStyle/>
        <a:p>
          <a:endParaRPr lang="en-US"/>
        </a:p>
      </dgm:t>
    </dgm:pt>
    <dgm:pt modelId="{03CB7B9E-D47A-BF4B-8BD0-A43768780FB3}">
      <dgm:prSet phldrT="[Text]" custT="1"/>
      <dgm:spPr>
        <a:xfrm>
          <a:off x="1446656" y="1939937"/>
          <a:ext cx="2630283" cy="1578170"/>
        </a:xfrm>
        <a:prstGeom prst="rect">
          <a:avLst/>
        </a:prstGeom>
        <a:solidFill>
          <a:srgbClr val="C0504D">
            <a:hueOff val="3511139"/>
            <a:satOff val="-4379"/>
            <a:lumOff val="103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gm:t>
    </dgm:pt>
    <dgm:pt modelId="{F40C0003-FB17-DD49-841B-811AE9B278F4}" type="parTrans" cxnId="{056DE792-C45E-0C4F-B746-40FD5FE6ECA3}">
      <dgm:prSet/>
      <dgm:spPr/>
      <dgm:t>
        <a:bodyPr/>
        <a:lstStyle/>
        <a:p>
          <a:endParaRPr lang="en-US"/>
        </a:p>
      </dgm:t>
    </dgm:pt>
    <dgm:pt modelId="{70980FD5-DAA3-A143-A71B-92CC869748E4}" type="sibTrans" cxnId="{056DE792-C45E-0C4F-B746-40FD5FE6ECA3}">
      <dgm:prSet/>
      <dgm:spPr/>
      <dgm:t>
        <a:bodyPr/>
        <a:lstStyle/>
        <a:p>
          <a:endParaRPr lang="en-US"/>
        </a:p>
      </dgm:t>
    </dgm:pt>
    <dgm:pt modelId="{97F13F62-187A-004F-8568-BDAB70D363F0}">
      <dgm:prSet phldrT="[Text]" custT="1"/>
      <dgm:spPr>
        <a:xfrm>
          <a:off x="4339968" y="1939937"/>
          <a:ext cx="2630283" cy="1578170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gm:t>
    </dgm:pt>
    <dgm:pt modelId="{52306423-6E35-DE43-821A-00A55D36BB28}" type="parTrans" cxnId="{B61AFEA1-29D3-2E43-B0B6-3ED4B8DCF23F}">
      <dgm:prSet/>
      <dgm:spPr/>
      <dgm:t>
        <a:bodyPr/>
        <a:lstStyle/>
        <a:p>
          <a:endParaRPr lang="en-US"/>
        </a:p>
      </dgm:t>
    </dgm:pt>
    <dgm:pt modelId="{9509CBFD-D73F-3B46-8605-DC590288199D}" type="sibTrans" cxnId="{B61AFEA1-29D3-2E43-B0B6-3ED4B8DCF23F}">
      <dgm:prSet/>
      <dgm:spPr/>
      <dgm:t>
        <a:bodyPr/>
        <a:lstStyle/>
        <a:p>
          <a:endParaRPr lang="en-US"/>
        </a:p>
      </dgm:t>
    </dgm:pt>
    <dgm:pt modelId="{9CB038ED-3A36-754A-8726-7115A9798D9F}" type="pres">
      <dgm:prSet presAssocID="{5C579582-F224-9249-B50B-7D4855CA5E6E}" presName="diagram" presStyleCnt="0">
        <dgm:presLayoutVars>
          <dgm:dir/>
          <dgm:resizeHandles val="exact"/>
        </dgm:presLayoutVars>
      </dgm:prSet>
      <dgm:spPr/>
    </dgm:pt>
    <dgm:pt modelId="{791EAD40-A10E-2C44-88BB-E254D1FEED2A}" type="pres">
      <dgm:prSet presAssocID="{63C6227A-CA9D-DB4E-8C83-FE635D4B8B92}" presName="node" presStyleLbl="node1" presStyleIdx="0" presStyleCnt="5">
        <dgm:presLayoutVars>
          <dgm:bulletEnabled val="1"/>
        </dgm:presLayoutVars>
      </dgm:prSet>
      <dgm:spPr/>
    </dgm:pt>
    <dgm:pt modelId="{08B34DEE-75D2-7047-8F76-0202887FE396}" type="pres">
      <dgm:prSet presAssocID="{ECFE99F0-3EA6-AE44-BB32-F705CFC04B42}" presName="sibTrans" presStyleCnt="0"/>
      <dgm:spPr/>
    </dgm:pt>
    <dgm:pt modelId="{5DF36080-AA5F-044B-9B2D-18470035B1FB}" type="pres">
      <dgm:prSet presAssocID="{FDCD6ACD-B077-454D-944E-86E7E3350F79}" presName="node" presStyleLbl="node1" presStyleIdx="1" presStyleCnt="5">
        <dgm:presLayoutVars>
          <dgm:bulletEnabled val="1"/>
        </dgm:presLayoutVars>
      </dgm:prSet>
      <dgm:spPr/>
    </dgm:pt>
    <dgm:pt modelId="{6963F5FC-04A1-6A43-B31E-10B7B12BF0DE}" type="pres">
      <dgm:prSet presAssocID="{88F5AB8F-4ED6-134A-97F4-933723876EF5}" presName="sibTrans" presStyleCnt="0"/>
      <dgm:spPr/>
    </dgm:pt>
    <dgm:pt modelId="{73313321-B089-6142-89C3-6254719B2389}" type="pres">
      <dgm:prSet presAssocID="{1A161DD2-BA9A-1F41-AAB0-05E72D64E065}" presName="node" presStyleLbl="node1" presStyleIdx="2" presStyleCnt="5">
        <dgm:presLayoutVars>
          <dgm:bulletEnabled val="1"/>
        </dgm:presLayoutVars>
      </dgm:prSet>
      <dgm:spPr/>
    </dgm:pt>
    <dgm:pt modelId="{60A9DBD8-E73E-FC44-B7B3-C40A7E9D9A77}" type="pres">
      <dgm:prSet presAssocID="{D0DCE181-6F11-834E-9404-5B76BEA7F348}" presName="sibTrans" presStyleCnt="0"/>
      <dgm:spPr/>
    </dgm:pt>
    <dgm:pt modelId="{EF08E376-4E26-284A-B04A-2272E2B37BE4}" type="pres">
      <dgm:prSet presAssocID="{03CB7B9E-D47A-BF4B-8BD0-A43768780FB3}" presName="node" presStyleLbl="node1" presStyleIdx="3" presStyleCnt="5">
        <dgm:presLayoutVars>
          <dgm:bulletEnabled val="1"/>
        </dgm:presLayoutVars>
      </dgm:prSet>
      <dgm:spPr/>
    </dgm:pt>
    <dgm:pt modelId="{ACCFA2FA-3F6D-C647-A96E-5BBE8D7E70AD}" type="pres">
      <dgm:prSet presAssocID="{70980FD5-DAA3-A143-A71B-92CC869748E4}" presName="sibTrans" presStyleCnt="0"/>
      <dgm:spPr/>
    </dgm:pt>
    <dgm:pt modelId="{6716D9F6-4AA6-A540-8569-2BA0DEE70F42}" type="pres">
      <dgm:prSet presAssocID="{97F13F62-187A-004F-8568-BDAB70D363F0}" presName="node" presStyleLbl="node1" presStyleIdx="4" presStyleCnt="5">
        <dgm:presLayoutVars>
          <dgm:bulletEnabled val="1"/>
        </dgm:presLayoutVars>
      </dgm:prSet>
      <dgm:spPr/>
    </dgm:pt>
  </dgm:ptLst>
  <dgm:cxnLst>
    <dgm:cxn modelId="{AC9D0668-3DB7-784C-A02A-59653F4D58CC}" type="presOf" srcId="{97F13F62-187A-004F-8568-BDAB70D363F0}" destId="{6716D9F6-4AA6-A540-8569-2BA0DEE70F42}" srcOrd="0" destOrd="0" presId="urn:microsoft.com/office/officeart/2005/8/layout/default"/>
    <dgm:cxn modelId="{AD661072-6B96-4044-B298-8A087555795C}" srcId="{5C579582-F224-9249-B50B-7D4855CA5E6E}" destId="{FDCD6ACD-B077-454D-944E-86E7E3350F79}" srcOrd="1" destOrd="0" parTransId="{5C5116C5-DFE3-4246-8B21-8683F07147AB}" sibTransId="{88F5AB8F-4ED6-134A-97F4-933723876EF5}"/>
    <dgm:cxn modelId="{4DB2F58B-01BC-D844-A4CB-3CBC54FF0225}" type="presOf" srcId="{1A161DD2-BA9A-1F41-AAB0-05E72D64E065}" destId="{73313321-B089-6142-89C3-6254719B2389}" srcOrd="0" destOrd="0" presId="urn:microsoft.com/office/officeart/2005/8/layout/default"/>
    <dgm:cxn modelId="{C6506E8F-6D52-9148-A9D1-21B40907EC00}" type="presOf" srcId="{FDCD6ACD-B077-454D-944E-86E7E3350F79}" destId="{5DF36080-AA5F-044B-9B2D-18470035B1FB}" srcOrd="0" destOrd="0" presId="urn:microsoft.com/office/officeart/2005/8/layout/default"/>
    <dgm:cxn modelId="{056DE792-C45E-0C4F-B746-40FD5FE6ECA3}" srcId="{5C579582-F224-9249-B50B-7D4855CA5E6E}" destId="{03CB7B9E-D47A-BF4B-8BD0-A43768780FB3}" srcOrd="3" destOrd="0" parTransId="{F40C0003-FB17-DD49-841B-811AE9B278F4}" sibTransId="{70980FD5-DAA3-A143-A71B-92CC869748E4}"/>
    <dgm:cxn modelId="{C64BF992-E95D-864F-BC0E-6DCD7A5174E0}" srcId="{5C579582-F224-9249-B50B-7D4855CA5E6E}" destId="{63C6227A-CA9D-DB4E-8C83-FE635D4B8B92}" srcOrd="0" destOrd="0" parTransId="{4387115A-EBD8-474A-9FE3-7D304E866D0D}" sibTransId="{ECFE99F0-3EA6-AE44-BB32-F705CFC04B42}"/>
    <dgm:cxn modelId="{B61AFEA1-29D3-2E43-B0B6-3ED4B8DCF23F}" srcId="{5C579582-F224-9249-B50B-7D4855CA5E6E}" destId="{97F13F62-187A-004F-8568-BDAB70D363F0}" srcOrd="4" destOrd="0" parTransId="{52306423-6E35-DE43-821A-00A55D36BB28}" sibTransId="{9509CBFD-D73F-3B46-8605-DC590288199D}"/>
    <dgm:cxn modelId="{D84315A8-006D-DA41-97BE-4C21FE6823B2}" type="presOf" srcId="{5C579582-F224-9249-B50B-7D4855CA5E6E}" destId="{9CB038ED-3A36-754A-8726-7115A9798D9F}" srcOrd="0" destOrd="0" presId="urn:microsoft.com/office/officeart/2005/8/layout/default"/>
    <dgm:cxn modelId="{CDA80CCB-0378-264F-80E4-8D590F923F27}" type="presOf" srcId="{03CB7B9E-D47A-BF4B-8BD0-A43768780FB3}" destId="{EF08E376-4E26-284A-B04A-2272E2B37BE4}" srcOrd="0" destOrd="0" presId="urn:microsoft.com/office/officeart/2005/8/layout/default"/>
    <dgm:cxn modelId="{732391E5-2946-7944-AC24-D3D096B91CD3}" type="presOf" srcId="{63C6227A-CA9D-DB4E-8C83-FE635D4B8B92}" destId="{791EAD40-A10E-2C44-88BB-E254D1FEED2A}" srcOrd="0" destOrd="0" presId="urn:microsoft.com/office/officeart/2005/8/layout/default"/>
    <dgm:cxn modelId="{9BCE4FF1-6E9A-7F46-B647-F45414868204}" srcId="{5C579582-F224-9249-B50B-7D4855CA5E6E}" destId="{1A161DD2-BA9A-1F41-AAB0-05E72D64E065}" srcOrd="2" destOrd="0" parTransId="{249F4864-D1F2-2040-B2D9-70E1F329184F}" sibTransId="{D0DCE181-6F11-834E-9404-5B76BEA7F348}"/>
    <dgm:cxn modelId="{B12CEA2B-6334-4D40-BDB5-FAC888658397}" type="presParOf" srcId="{9CB038ED-3A36-754A-8726-7115A9798D9F}" destId="{791EAD40-A10E-2C44-88BB-E254D1FEED2A}" srcOrd="0" destOrd="0" presId="urn:microsoft.com/office/officeart/2005/8/layout/default"/>
    <dgm:cxn modelId="{EC02AFC4-2AC0-5B4E-8A36-A6AF238B71F9}" type="presParOf" srcId="{9CB038ED-3A36-754A-8726-7115A9798D9F}" destId="{08B34DEE-75D2-7047-8F76-0202887FE396}" srcOrd="1" destOrd="0" presId="urn:microsoft.com/office/officeart/2005/8/layout/default"/>
    <dgm:cxn modelId="{26D4B414-95EB-D440-B12D-9D97C0B59013}" type="presParOf" srcId="{9CB038ED-3A36-754A-8726-7115A9798D9F}" destId="{5DF36080-AA5F-044B-9B2D-18470035B1FB}" srcOrd="2" destOrd="0" presId="urn:microsoft.com/office/officeart/2005/8/layout/default"/>
    <dgm:cxn modelId="{A29377B6-301C-AB43-84FE-37803A747EAC}" type="presParOf" srcId="{9CB038ED-3A36-754A-8726-7115A9798D9F}" destId="{6963F5FC-04A1-6A43-B31E-10B7B12BF0DE}" srcOrd="3" destOrd="0" presId="urn:microsoft.com/office/officeart/2005/8/layout/default"/>
    <dgm:cxn modelId="{6D59BA24-0C86-AA44-8C1A-8F34235D1DCC}" type="presParOf" srcId="{9CB038ED-3A36-754A-8726-7115A9798D9F}" destId="{73313321-B089-6142-89C3-6254719B2389}" srcOrd="4" destOrd="0" presId="urn:microsoft.com/office/officeart/2005/8/layout/default"/>
    <dgm:cxn modelId="{4911F024-468A-8B4D-A41C-F8BCC13E6CB7}" type="presParOf" srcId="{9CB038ED-3A36-754A-8726-7115A9798D9F}" destId="{60A9DBD8-E73E-FC44-B7B3-C40A7E9D9A77}" srcOrd="5" destOrd="0" presId="urn:microsoft.com/office/officeart/2005/8/layout/default"/>
    <dgm:cxn modelId="{3CDAFCD7-783B-E54D-AB72-50BC54D14C78}" type="presParOf" srcId="{9CB038ED-3A36-754A-8726-7115A9798D9F}" destId="{EF08E376-4E26-284A-B04A-2272E2B37BE4}" srcOrd="6" destOrd="0" presId="urn:microsoft.com/office/officeart/2005/8/layout/default"/>
    <dgm:cxn modelId="{46B4496F-C613-5843-9286-30423178D958}" type="presParOf" srcId="{9CB038ED-3A36-754A-8726-7115A9798D9F}" destId="{ACCFA2FA-3F6D-C647-A96E-5BBE8D7E70AD}" srcOrd="7" destOrd="0" presId="urn:microsoft.com/office/officeart/2005/8/layout/default"/>
    <dgm:cxn modelId="{4C162F1D-4E9E-764D-93E3-FC3BCCC637B5}" type="presParOf" srcId="{9CB038ED-3A36-754A-8726-7115A9798D9F}" destId="{6716D9F6-4AA6-A540-8569-2BA0DEE70F4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579582-F224-9249-B50B-7D4855CA5E6E}" type="doc">
      <dgm:prSet loTypeId="urn:microsoft.com/office/officeart/2005/8/layout/default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C6227A-CA9D-DB4E-8C83-FE635D4B8B92}">
      <dgm:prSet phldrT="[Text]" custT="1"/>
      <dgm:spPr>
        <a:xfrm>
          <a:off x="0" y="98739"/>
          <a:ext cx="2630283" cy="1578170"/>
        </a:xfrm>
        <a:prstGeom prst="rect">
          <a:avLst/>
        </a:prstGeom>
        <a:solidFill>
          <a:srgbClr val="4D110A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gm:t>
    </dgm:pt>
    <dgm:pt modelId="{4387115A-EBD8-474A-9FE3-7D304E866D0D}" type="parTrans" cxnId="{C64BF992-E95D-864F-BC0E-6DCD7A5174E0}">
      <dgm:prSet/>
      <dgm:spPr/>
      <dgm:t>
        <a:bodyPr/>
        <a:lstStyle/>
        <a:p>
          <a:endParaRPr lang="en-US"/>
        </a:p>
      </dgm:t>
    </dgm:pt>
    <dgm:pt modelId="{ECFE99F0-3EA6-AE44-BB32-F705CFC04B42}" type="sibTrans" cxnId="{C64BF992-E95D-864F-BC0E-6DCD7A5174E0}">
      <dgm:prSet/>
      <dgm:spPr/>
      <dgm:t>
        <a:bodyPr/>
        <a:lstStyle/>
        <a:p>
          <a:endParaRPr lang="en-US"/>
        </a:p>
      </dgm:t>
    </dgm:pt>
    <dgm:pt modelId="{FDCD6ACD-B077-454D-944E-86E7E3350F79}">
      <dgm:prSet phldrT="[Text]" custT="1"/>
      <dgm:spPr>
        <a:xfrm>
          <a:off x="2893312" y="98739"/>
          <a:ext cx="2630283" cy="1578170"/>
        </a:xfrm>
        <a:prstGeom prst="rect">
          <a:avLst/>
        </a:prstGeom>
        <a:solidFill>
          <a:srgbClr val="4D110A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gm:t>
    </dgm:pt>
    <dgm:pt modelId="{5C5116C5-DFE3-4246-8B21-8683F07147AB}" type="parTrans" cxnId="{AD661072-6B96-4044-B298-8A087555795C}">
      <dgm:prSet/>
      <dgm:spPr/>
      <dgm:t>
        <a:bodyPr/>
        <a:lstStyle/>
        <a:p>
          <a:endParaRPr lang="en-US"/>
        </a:p>
      </dgm:t>
    </dgm:pt>
    <dgm:pt modelId="{88F5AB8F-4ED6-134A-97F4-933723876EF5}" type="sibTrans" cxnId="{AD661072-6B96-4044-B298-8A087555795C}">
      <dgm:prSet/>
      <dgm:spPr/>
      <dgm:t>
        <a:bodyPr/>
        <a:lstStyle/>
        <a:p>
          <a:endParaRPr lang="en-US"/>
        </a:p>
      </dgm:t>
    </dgm:pt>
    <dgm:pt modelId="{1A161DD2-BA9A-1F41-AAB0-05E72D64E065}">
      <dgm:prSet phldrT="[Text]" custT="1"/>
      <dgm:spPr>
        <a:xfrm>
          <a:off x="5786624" y="98739"/>
          <a:ext cx="2630283" cy="1578170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gm:t>
    </dgm:pt>
    <dgm:pt modelId="{249F4864-D1F2-2040-B2D9-70E1F329184F}" type="parTrans" cxnId="{9BCE4FF1-6E9A-7F46-B647-F45414868204}">
      <dgm:prSet/>
      <dgm:spPr/>
      <dgm:t>
        <a:bodyPr/>
        <a:lstStyle/>
        <a:p>
          <a:endParaRPr lang="en-US"/>
        </a:p>
      </dgm:t>
    </dgm:pt>
    <dgm:pt modelId="{D0DCE181-6F11-834E-9404-5B76BEA7F348}" type="sibTrans" cxnId="{9BCE4FF1-6E9A-7F46-B647-F45414868204}">
      <dgm:prSet/>
      <dgm:spPr/>
      <dgm:t>
        <a:bodyPr/>
        <a:lstStyle/>
        <a:p>
          <a:endParaRPr lang="en-US"/>
        </a:p>
      </dgm:t>
    </dgm:pt>
    <dgm:pt modelId="{03CB7B9E-D47A-BF4B-8BD0-A43768780FB3}">
      <dgm:prSet phldrT="[Text]" custT="1"/>
      <dgm:spPr>
        <a:xfrm>
          <a:off x="1446656" y="1939937"/>
          <a:ext cx="2630283" cy="1578170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gm:t>
    </dgm:pt>
    <dgm:pt modelId="{F40C0003-FB17-DD49-841B-811AE9B278F4}" type="parTrans" cxnId="{056DE792-C45E-0C4F-B746-40FD5FE6ECA3}">
      <dgm:prSet/>
      <dgm:spPr/>
      <dgm:t>
        <a:bodyPr/>
        <a:lstStyle/>
        <a:p>
          <a:endParaRPr lang="en-US"/>
        </a:p>
      </dgm:t>
    </dgm:pt>
    <dgm:pt modelId="{70980FD5-DAA3-A143-A71B-92CC869748E4}" type="sibTrans" cxnId="{056DE792-C45E-0C4F-B746-40FD5FE6ECA3}">
      <dgm:prSet/>
      <dgm:spPr/>
      <dgm:t>
        <a:bodyPr/>
        <a:lstStyle/>
        <a:p>
          <a:endParaRPr lang="en-US"/>
        </a:p>
      </dgm:t>
    </dgm:pt>
    <dgm:pt modelId="{97F13F62-187A-004F-8568-BDAB70D363F0}">
      <dgm:prSet phldrT="[Text]" custT="1"/>
      <dgm:spPr>
        <a:xfrm>
          <a:off x="4339968" y="1939937"/>
          <a:ext cx="2630283" cy="1578170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gm:t>
    </dgm:pt>
    <dgm:pt modelId="{52306423-6E35-DE43-821A-00A55D36BB28}" type="parTrans" cxnId="{B61AFEA1-29D3-2E43-B0B6-3ED4B8DCF23F}">
      <dgm:prSet/>
      <dgm:spPr/>
      <dgm:t>
        <a:bodyPr/>
        <a:lstStyle/>
        <a:p>
          <a:endParaRPr lang="en-US"/>
        </a:p>
      </dgm:t>
    </dgm:pt>
    <dgm:pt modelId="{9509CBFD-D73F-3B46-8605-DC590288199D}" type="sibTrans" cxnId="{B61AFEA1-29D3-2E43-B0B6-3ED4B8DCF23F}">
      <dgm:prSet/>
      <dgm:spPr/>
      <dgm:t>
        <a:bodyPr/>
        <a:lstStyle/>
        <a:p>
          <a:endParaRPr lang="en-US"/>
        </a:p>
      </dgm:t>
    </dgm:pt>
    <dgm:pt modelId="{9CB038ED-3A36-754A-8726-7115A9798D9F}" type="pres">
      <dgm:prSet presAssocID="{5C579582-F224-9249-B50B-7D4855CA5E6E}" presName="diagram" presStyleCnt="0">
        <dgm:presLayoutVars>
          <dgm:dir/>
          <dgm:resizeHandles val="exact"/>
        </dgm:presLayoutVars>
      </dgm:prSet>
      <dgm:spPr/>
    </dgm:pt>
    <dgm:pt modelId="{791EAD40-A10E-2C44-88BB-E254D1FEED2A}" type="pres">
      <dgm:prSet presAssocID="{63C6227A-CA9D-DB4E-8C83-FE635D4B8B92}" presName="node" presStyleLbl="node1" presStyleIdx="0" presStyleCnt="5">
        <dgm:presLayoutVars>
          <dgm:bulletEnabled val="1"/>
        </dgm:presLayoutVars>
      </dgm:prSet>
      <dgm:spPr/>
    </dgm:pt>
    <dgm:pt modelId="{08B34DEE-75D2-7047-8F76-0202887FE396}" type="pres">
      <dgm:prSet presAssocID="{ECFE99F0-3EA6-AE44-BB32-F705CFC04B42}" presName="sibTrans" presStyleCnt="0"/>
      <dgm:spPr/>
    </dgm:pt>
    <dgm:pt modelId="{5DF36080-AA5F-044B-9B2D-18470035B1FB}" type="pres">
      <dgm:prSet presAssocID="{FDCD6ACD-B077-454D-944E-86E7E3350F79}" presName="node" presStyleLbl="node1" presStyleIdx="1" presStyleCnt="5">
        <dgm:presLayoutVars>
          <dgm:bulletEnabled val="1"/>
        </dgm:presLayoutVars>
      </dgm:prSet>
      <dgm:spPr/>
    </dgm:pt>
    <dgm:pt modelId="{6963F5FC-04A1-6A43-B31E-10B7B12BF0DE}" type="pres">
      <dgm:prSet presAssocID="{88F5AB8F-4ED6-134A-97F4-933723876EF5}" presName="sibTrans" presStyleCnt="0"/>
      <dgm:spPr/>
    </dgm:pt>
    <dgm:pt modelId="{73313321-B089-6142-89C3-6254719B2389}" type="pres">
      <dgm:prSet presAssocID="{1A161DD2-BA9A-1F41-AAB0-05E72D64E065}" presName="node" presStyleLbl="node1" presStyleIdx="2" presStyleCnt="5">
        <dgm:presLayoutVars>
          <dgm:bulletEnabled val="1"/>
        </dgm:presLayoutVars>
      </dgm:prSet>
      <dgm:spPr/>
    </dgm:pt>
    <dgm:pt modelId="{60A9DBD8-E73E-FC44-B7B3-C40A7E9D9A77}" type="pres">
      <dgm:prSet presAssocID="{D0DCE181-6F11-834E-9404-5B76BEA7F348}" presName="sibTrans" presStyleCnt="0"/>
      <dgm:spPr/>
    </dgm:pt>
    <dgm:pt modelId="{EF08E376-4E26-284A-B04A-2272E2B37BE4}" type="pres">
      <dgm:prSet presAssocID="{03CB7B9E-D47A-BF4B-8BD0-A43768780FB3}" presName="node" presStyleLbl="node1" presStyleIdx="3" presStyleCnt="5">
        <dgm:presLayoutVars>
          <dgm:bulletEnabled val="1"/>
        </dgm:presLayoutVars>
      </dgm:prSet>
      <dgm:spPr/>
    </dgm:pt>
    <dgm:pt modelId="{ACCFA2FA-3F6D-C647-A96E-5BBE8D7E70AD}" type="pres">
      <dgm:prSet presAssocID="{70980FD5-DAA3-A143-A71B-92CC869748E4}" presName="sibTrans" presStyleCnt="0"/>
      <dgm:spPr/>
    </dgm:pt>
    <dgm:pt modelId="{6716D9F6-4AA6-A540-8569-2BA0DEE70F42}" type="pres">
      <dgm:prSet presAssocID="{97F13F62-187A-004F-8568-BDAB70D363F0}" presName="node" presStyleLbl="node1" presStyleIdx="4" presStyleCnt="5">
        <dgm:presLayoutVars>
          <dgm:bulletEnabled val="1"/>
        </dgm:presLayoutVars>
      </dgm:prSet>
      <dgm:spPr/>
    </dgm:pt>
  </dgm:ptLst>
  <dgm:cxnLst>
    <dgm:cxn modelId="{AC9D0668-3DB7-784C-A02A-59653F4D58CC}" type="presOf" srcId="{97F13F62-187A-004F-8568-BDAB70D363F0}" destId="{6716D9F6-4AA6-A540-8569-2BA0DEE70F42}" srcOrd="0" destOrd="0" presId="urn:microsoft.com/office/officeart/2005/8/layout/default"/>
    <dgm:cxn modelId="{AD661072-6B96-4044-B298-8A087555795C}" srcId="{5C579582-F224-9249-B50B-7D4855CA5E6E}" destId="{FDCD6ACD-B077-454D-944E-86E7E3350F79}" srcOrd="1" destOrd="0" parTransId="{5C5116C5-DFE3-4246-8B21-8683F07147AB}" sibTransId="{88F5AB8F-4ED6-134A-97F4-933723876EF5}"/>
    <dgm:cxn modelId="{4DB2F58B-01BC-D844-A4CB-3CBC54FF0225}" type="presOf" srcId="{1A161DD2-BA9A-1F41-AAB0-05E72D64E065}" destId="{73313321-B089-6142-89C3-6254719B2389}" srcOrd="0" destOrd="0" presId="urn:microsoft.com/office/officeart/2005/8/layout/default"/>
    <dgm:cxn modelId="{C6506E8F-6D52-9148-A9D1-21B40907EC00}" type="presOf" srcId="{FDCD6ACD-B077-454D-944E-86E7E3350F79}" destId="{5DF36080-AA5F-044B-9B2D-18470035B1FB}" srcOrd="0" destOrd="0" presId="urn:microsoft.com/office/officeart/2005/8/layout/default"/>
    <dgm:cxn modelId="{056DE792-C45E-0C4F-B746-40FD5FE6ECA3}" srcId="{5C579582-F224-9249-B50B-7D4855CA5E6E}" destId="{03CB7B9E-D47A-BF4B-8BD0-A43768780FB3}" srcOrd="3" destOrd="0" parTransId="{F40C0003-FB17-DD49-841B-811AE9B278F4}" sibTransId="{70980FD5-DAA3-A143-A71B-92CC869748E4}"/>
    <dgm:cxn modelId="{C64BF992-E95D-864F-BC0E-6DCD7A5174E0}" srcId="{5C579582-F224-9249-B50B-7D4855CA5E6E}" destId="{63C6227A-CA9D-DB4E-8C83-FE635D4B8B92}" srcOrd="0" destOrd="0" parTransId="{4387115A-EBD8-474A-9FE3-7D304E866D0D}" sibTransId="{ECFE99F0-3EA6-AE44-BB32-F705CFC04B42}"/>
    <dgm:cxn modelId="{B61AFEA1-29D3-2E43-B0B6-3ED4B8DCF23F}" srcId="{5C579582-F224-9249-B50B-7D4855CA5E6E}" destId="{97F13F62-187A-004F-8568-BDAB70D363F0}" srcOrd="4" destOrd="0" parTransId="{52306423-6E35-DE43-821A-00A55D36BB28}" sibTransId="{9509CBFD-D73F-3B46-8605-DC590288199D}"/>
    <dgm:cxn modelId="{D84315A8-006D-DA41-97BE-4C21FE6823B2}" type="presOf" srcId="{5C579582-F224-9249-B50B-7D4855CA5E6E}" destId="{9CB038ED-3A36-754A-8726-7115A9798D9F}" srcOrd="0" destOrd="0" presId="urn:microsoft.com/office/officeart/2005/8/layout/default"/>
    <dgm:cxn modelId="{CDA80CCB-0378-264F-80E4-8D590F923F27}" type="presOf" srcId="{03CB7B9E-D47A-BF4B-8BD0-A43768780FB3}" destId="{EF08E376-4E26-284A-B04A-2272E2B37BE4}" srcOrd="0" destOrd="0" presId="urn:microsoft.com/office/officeart/2005/8/layout/default"/>
    <dgm:cxn modelId="{732391E5-2946-7944-AC24-D3D096B91CD3}" type="presOf" srcId="{63C6227A-CA9D-DB4E-8C83-FE635D4B8B92}" destId="{791EAD40-A10E-2C44-88BB-E254D1FEED2A}" srcOrd="0" destOrd="0" presId="urn:microsoft.com/office/officeart/2005/8/layout/default"/>
    <dgm:cxn modelId="{9BCE4FF1-6E9A-7F46-B647-F45414868204}" srcId="{5C579582-F224-9249-B50B-7D4855CA5E6E}" destId="{1A161DD2-BA9A-1F41-AAB0-05E72D64E065}" srcOrd="2" destOrd="0" parTransId="{249F4864-D1F2-2040-B2D9-70E1F329184F}" sibTransId="{D0DCE181-6F11-834E-9404-5B76BEA7F348}"/>
    <dgm:cxn modelId="{B12CEA2B-6334-4D40-BDB5-FAC888658397}" type="presParOf" srcId="{9CB038ED-3A36-754A-8726-7115A9798D9F}" destId="{791EAD40-A10E-2C44-88BB-E254D1FEED2A}" srcOrd="0" destOrd="0" presId="urn:microsoft.com/office/officeart/2005/8/layout/default"/>
    <dgm:cxn modelId="{EC02AFC4-2AC0-5B4E-8A36-A6AF238B71F9}" type="presParOf" srcId="{9CB038ED-3A36-754A-8726-7115A9798D9F}" destId="{08B34DEE-75D2-7047-8F76-0202887FE396}" srcOrd="1" destOrd="0" presId="urn:microsoft.com/office/officeart/2005/8/layout/default"/>
    <dgm:cxn modelId="{26D4B414-95EB-D440-B12D-9D97C0B59013}" type="presParOf" srcId="{9CB038ED-3A36-754A-8726-7115A9798D9F}" destId="{5DF36080-AA5F-044B-9B2D-18470035B1FB}" srcOrd="2" destOrd="0" presId="urn:microsoft.com/office/officeart/2005/8/layout/default"/>
    <dgm:cxn modelId="{A29377B6-301C-AB43-84FE-37803A747EAC}" type="presParOf" srcId="{9CB038ED-3A36-754A-8726-7115A9798D9F}" destId="{6963F5FC-04A1-6A43-B31E-10B7B12BF0DE}" srcOrd="3" destOrd="0" presId="urn:microsoft.com/office/officeart/2005/8/layout/default"/>
    <dgm:cxn modelId="{6D59BA24-0C86-AA44-8C1A-8F34235D1DCC}" type="presParOf" srcId="{9CB038ED-3A36-754A-8726-7115A9798D9F}" destId="{73313321-B089-6142-89C3-6254719B2389}" srcOrd="4" destOrd="0" presId="urn:microsoft.com/office/officeart/2005/8/layout/default"/>
    <dgm:cxn modelId="{4911F024-468A-8B4D-A41C-F8BCC13E6CB7}" type="presParOf" srcId="{9CB038ED-3A36-754A-8726-7115A9798D9F}" destId="{60A9DBD8-E73E-FC44-B7B3-C40A7E9D9A77}" srcOrd="5" destOrd="0" presId="urn:microsoft.com/office/officeart/2005/8/layout/default"/>
    <dgm:cxn modelId="{3CDAFCD7-783B-E54D-AB72-50BC54D14C78}" type="presParOf" srcId="{9CB038ED-3A36-754A-8726-7115A9798D9F}" destId="{EF08E376-4E26-284A-B04A-2272E2B37BE4}" srcOrd="6" destOrd="0" presId="urn:microsoft.com/office/officeart/2005/8/layout/default"/>
    <dgm:cxn modelId="{46B4496F-C613-5843-9286-30423178D958}" type="presParOf" srcId="{9CB038ED-3A36-754A-8726-7115A9798D9F}" destId="{ACCFA2FA-3F6D-C647-A96E-5BBE8D7E70AD}" srcOrd="7" destOrd="0" presId="urn:microsoft.com/office/officeart/2005/8/layout/default"/>
    <dgm:cxn modelId="{4C162F1D-4E9E-764D-93E3-FC3BCCC637B5}" type="presParOf" srcId="{9CB038ED-3A36-754A-8726-7115A9798D9F}" destId="{6716D9F6-4AA6-A540-8569-2BA0DEE70F4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DE1B712-66B5-984B-BFAA-9670DCA02909}" type="doc">
      <dgm:prSet loTypeId="urn:microsoft.com/office/officeart/2005/8/layout/venn2" loCatId="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B894B0-C58E-F24D-A335-584CA772D11F}">
      <dgm:prSet phldrT="[Text]" custT="1"/>
      <dgm:spPr>
        <a:xfrm>
          <a:off x="1805120" y="0"/>
          <a:ext cx="3666490" cy="3650102"/>
        </a:xfrm>
        <a:prstGeom prst="ellipse">
          <a:avLst/>
        </a:prstGeom>
        <a:solidFill>
          <a:srgbClr val="C0504D">
            <a:lumMod val="40000"/>
            <a:lumOff val="60000"/>
          </a:srgbClr>
        </a:solidFill>
        <a:ln w="381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pPr>
            <a:buNone/>
          </a:pPr>
          <a:r>
            <a:rPr lang="en-US" sz="1100" b="1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Collection Control</a:t>
          </a:r>
        </a:p>
        <a:p>
          <a:pPr>
            <a:buNone/>
          </a:pPr>
          <a:endParaRPr lang="en-US" sz="1100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>
            <a:buNone/>
          </a:pPr>
          <a:endParaRPr lang="en-US" sz="1100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38BF1F14-98C7-2041-9AC7-5870B7656D13}" type="parTrans" cxnId="{C0A1ED29-51EA-4147-886A-6B9DE401AB98}">
      <dgm:prSet/>
      <dgm:spPr/>
      <dgm:t>
        <a:bodyPr/>
        <a:lstStyle/>
        <a:p>
          <a:endParaRPr lang="en-US" sz="1100" b="1"/>
        </a:p>
      </dgm:t>
    </dgm:pt>
    <dgm:pt modelId="{0DCEEAF0-F5EF-6145-B514-990D11BAA328}" type="sibTrans" cxnId="{C0A1ED29-51EA-4147-886A-6B9DE401AB98}">
      <dgm:prSet/>
      <dgm:spPr/>
      <dgm:t>
        <a:bodyPr/>
        <a:lstStyle/>
        <a:p>
          <a:endParaRPr lang="en-US" sz="1100" b="1"/>
        </a:p>
      </dgm:t>
    </dgm:pt>
    <dgm:pt modelId="{7C3F78FE-CFC5-4840-A68C-9198D9450731}">
      <dgm:prSet phldrT="[Text]" custT="1"/>
      <dgm:spPr>
        <a:xfrm>
          <a:off x="3021330" y="2473893"/>
          <a:ext cx="1281083" cy="1176208"/>
        </a:xfrm>
        <a:prstGeom prst="ellipse">
          <a:avLst/>
        </a:prstGeom>
        <a:solidFill>
          <a:srgbClr val="C0504D">
            <a:lumMod val="50000"/>
          </a:srgbClr>
        </a:solidFill>
        <a:ln w="381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pPr>
            <a:buNone/>
          </a:pPr>
          <a:r>
            <a:rPr lang="en-US" sz="1100" b="1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Action Control (Not taking certain actions on me)</a:t>
          </a:r>
        </a:p>
      </dgm:t>
    </dgm:pt>
    <dgm:pt modelId="{ECAA578C-CD08-8C43-A496-636219C3B19D}" type="parTrans" cxnId="{27C2941E-7C94-9849-B46C-656CAD9D53AC}">
      <dgm:prSet/>
      <dgm:spPr/>
      <dgm:t>
        <a:bodyPr/>
        <a:lstStyle/>
        <a:p>
          <a:endParaRPr lang="en-US" sz="1100" b="1"/>
        </a:p>
      </dgm:t>
    </dgm:pt>
    <dgm:pt modelId="{22227282-583E-D346-A34B-F3C193F33779}" type="sibTrans" cxnId="{27C2941E-7C94-9849-B46C-656CAD9D53AC}">
      <dgm:prSet/>
      <dgm:spPr/>
      <dgm:t>
        <a:bodyPr/>
        <a:lstStyle/>
        <a:p>
          <a:endParaRPr lang="en-US" sz="1100" b="1"/>
        </a:p>
      </dgm:t>
    </dgm:pt>
    <dgm:pt modelId="{040EB66E-48A0-364C-9BCF-6A17611D24A3}">
      <dgm:prSet phldrT="[Text]" custT="1"/>
      <dgm:spPr>
        <a:xfrm>
          <a:off x="2117791" y="659113"/>
          <a:ext cx="3088161" cy="2958247"/>
        </a:xfrm>
        <a:prstGeom prst="ellipse">
          <a:avLst/>
        </a:prstGeom>
        <a:solidFill>
          <a:srgbClr val="C0504D">
            <a:lumMod val="60000"/>
            <a:lumOff val="40000"/>
            <a:alpha val="81961"/>
          </a:srgbClr>
        </a:solidFill>
        <a:ln w="381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pPr>
            <a:buNone/>
          </a:pPr>
          <a:endParaRPr lang="en-US" sz="1100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>
            <a:buNone/>
          </a:pPr>
          <a:endParaRPr lang="en-US" sz="1100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>
            <a:buNone/>
          </a:pPr>
          <a:r>
            <a:rPr lang="en-US" sz="1100" b="1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Access Control</a:t>
          </a:r>
        </a:p>
        <a:p>
          <a:pPr>
            <a:buNone/>
          </a:pPr>
          <a:endParaRPr lang="en-US" sz="1100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>
            <a:buNone/>
          </a:pPr>
          <a:endParaRPr lang="en-US" sz="1100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>
            <a:buNone/>
          </a:pPr>
          <a:endParaRPr lang="en-US" sz="1100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>
            <a:buNone/>
          </a:pPr>
          <a:endParaRPr lang="en-US" sz="1100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E07C4D41-3A51-2044-8CFD-BC3F88C315DB}" type="parTrans" cxnId="{2794EFB0-6ECB-F64B-9F7C-257A283E248A}">
      <dgm:prSet/>
      <dgm:spPr/>
      <dgm:t>
        <a:bodyPr/>
        <a:lstStyle/>
        <a:p>
          <a:endParaRPr lang="en-US" sz="1600"/>
        </a:p>
      </dgm:t>
    </dgm:pt>
    <dgm:pt modelId="{5A931DE0-64C6-8F46-99A1-185C5A17424D}" type="sibTrans" cxnId="{2794EFB0-6ECB-F64B-9F7C-257A283E248A}">
      <dgm:prSet/>
      <dgm:spPr/>
      <dgm:t>
        <a:bodyPr/>
        <a:lstStyle/>
        <a:p>
          <a:endParaRPr lang="en-US" sz="1600"/>
        </a:p>
      </dgm:t>
    </dgm:pt>
    <dgm:pt modelId="{27C18E7D-55F1-E748-8558-6FD1632D0C9F}">
      <dgm:prSet phldrT="[Text]" custT="1"/>
      <dgm:spPr>
        <a:xfrm>
          <a:off x="2599167" y="1467246"/>
          <a:ext cx="2125410" cy="2182855"/>
        </a:xfrm>
        <a:prstGeom prst="ellipse">
          <a:avLst/>
        </a:prstGeom>
        <a:solidFill>
          <a:srgbClr val="C0504D">
            <a:lumMod val="75000"/>
          </a:srgbClr>
        </a:solidFill>
        <a:ln w="381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pPr>
            <a:buNone/>
          </a:pPr>
          <a:br>
            <a:rPr lang="en-US" sz="1100" b="1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</a:br>
          <a:br>
            <a:rPr lang="en-US" sz="1100" b="1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</a:br>
          <a:br>
            <a:rPr lang="en-US" sz="1100" b="1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</a:br>
          <a:r>
            <a:rPr lang="en-US" sz="1100" b="1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Inference  Control</a:t>
          </a:r>
        </a:p>
        <a:p>
          <a:pPr>
            <a:buNone/>
          </a:pPr>
          <a:endParaRPr lang="en-US" sz="1100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>
            <a:buNone/>
          </a:pPr>
          <a:endParaRPr lang="en-US" sz="1100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3A317C5F-3B0D-D849-86E3-CB6A0F8002DF}" type="sibTrans" cxnId="{16D420A7-AEAD-4645-A314-FB9858CC45A1}">
      <dgm:prSet/>
      <dgm:spPr/>
      <dgm:t>
        <a:bodyPr/>
        <a:lstStyle/>
        <a:p>
          <a:endParaRPr lang="en-US" sz="1100" b="1"/>
        </a:p>
      </dgm:t>
    </dgm:pt>
    <dgm:pt modelId="{658C9990-2983-8349-A719-90E1C5D7D17A}" type="parTrans" cxnId="{16D420A7-AEAD-4645-A314-FB9858CC45A1}">
      <dgm:prSet/>
      <dgm:spPr/>
      <dgm:t>
        <a:bodyPr/>
        <a:lstStyle/>
        <a:p>
          <a:endParaRPr lang="en-US" sz="1100" b="1"/>
        </a:p>
      </dgm:t>
    </dgm:pt>
    <dgm:pt modelId="{2B08AE33-7E0A-DE47-A3BE-955622B04E34}" type="pres">
      <dgm:prSet presAssocID="{5DE1B712-66B5-984B-BFAA-9670DCA02909}" presName="Name0" presStyleCnt="0">
        <dgm:presLayoutVars>
          <dgm:chMax val="7"/>
          <dgm:resizeHandles val="exact"/>
        </dgm:presLayoutVars>
      </dgm:prSet>
      <dgm:spPr/>
    </dgm:pt>
    <dgm:pt modelId="{32138336-92C6-EB45-B0C9-E8042C28FF55}" type="pres">
      <dgm:prSet presAssocID="{5DE1B712-66B5-984B-BFAA-9670DCA02909}" presName="comp1" presStyleCnt="0"/>
      <dgm:spPr/>
    </dgm:pt>
    <dgm:pt modelId="{65DF5D00-2BBB-1B4A-A5EC-A1CAC8BC0135}" type="pres">
      <dgm:prSet presAssocID="{5DE1B712-66B5-984B-BFAA-9670DCA02909}" presName="circle1" presStyleLbl="node1" presStyleIdx="0" presStyleCnt="4" custScaleX="100449" custLinFactNeighborX="-644" custLinFactNeighborY="496"/>
      <dgm:spPr/>
    </dgm:pt>
    <dgm:pt modelId="{82B830EA-D223-A64E-954B-82498644F053}" type="pres">
      <dgm:prSet presAssocID="{5DE1B712-66B5-984B-BFAA-9670DCA02909}" presName="c1text" presStyleLbl="node1" presStyleIdx="0" presStyleCnt="4">
        <dgm:presLayoutVars>
          <dgm:bulletEnabled val="1"/>
        </dgm:presLayoutVars>
      </dgm:prSet>
      <dgm:spPr/>
    </dgm:pt>
    <dgm:pt modelId="{7462E156-357F-8541-A951-837A47BE61E5}" type="pres">
      <dgm:prSet presAssocID="{5DE1B712-66B5-984B-BFAA-9670DCA02909}" presName="comp2" presStyleCnt="0"/>
      <dgm:spPr/>
    </dgm:pt>
    <dgm:pt modelId="{1E8A0D41-D224-334A-A949-6C516AE8204D}" type="pres">
      <dgm:prSet presAssocID="{5DE1B712-66B5-984B-BFAA-9670DCA02909}" presName="circle2" presStyleLbl="node1" presStyleIdx="1" presStyleCnt="4" custScaleX="105756" custScaleY="101307" custLinFactNeighborY="-1448"/>
      <dgm:spPr/>
    </dgm:pt>
    <dgm:pt modelId="{6FE5C781-9C02-6C4F-B5D8-7C36A8A6B158}" type="pres">
      <dgm:prSet presAssocID="{5DE1B712-66B5-984B-BFAA-9670DCA02909}" presName="c2text" presStyleLbl="node1" presStyleIdx="1" presStyleCnt="4">
        <dgm:presLayoutVars>
          <dgm:bulletEnabled val="1"/>
        </dgm:presLayoutVars>
      </dgm:prSet>
      <dgm:spPr/>
    </dgm:pt>
    <dgm:pt modelId="{98C76533-82BC-A346-A18F-B975A0CB1571}" type="pres">
      <dgm:prSet presAssocID="{5DE1B712-66B5-984B-BFAA-9670DCA02909}" presName="comp3" presStyleCnt="0"/>
      <dgm:spPr/>
    </dgm:pt>
    <dgm:pt modelId="{34D19E6D-855F-B649-9917-E69B8B2661F8}" type="pres">
      <dgm:prSet presAssocID="{5DE1B712-66B5-984B-BFAA-9670DCA02909}" presName="circle3" presStyleLbl="node1" presStyleIdx="2" presStyleCnt="4" custScaleX="97048" custScaleY="99671" custLinFactNeighborY="11400"/>
      <dgm:spPr/>
    </dgm:pt>
    <dgm:pt modelId="{999044E0-F9FC-424E-83AF-4CE159CA05B1}" type="pres">
      <dgm:prSet presAssocID="{5DE1B712-66B5-984B-BFAA-9670DCA02909}" presName="c3text" presStyleLbl="node1" presStyleIdx="2" presStyleCnt="4">
        <dgm:presLayoutVars>
          <dgm:bulletEnabled val="1"/>
        </dgm:presLayoutVars>
      </dgm:prSet>
      <dgm:spPr/>
    </dgm:pt>
    <dgm:pt modelId="{4C808B08-18E8-2C4C-862E-E043B61040DA}" type="pres">
      <dgm:prSet presAssocID="{5DE1B712-66B5-984B-BFAA-9670DCA02909}" presName="comp4" presStyleCnt="0"/>
      <dgm:spPr/>
    </dgm:pt>
    <dgm:pt modelId="{68B28A2C-4BEC-FD43-8137-013E12A0EE10}" type="pres">
      <dgm:prSet presAssocID="{5DE1B712-66B5-984B-BFAA-9670DCA02909}" presName="circle4" presStyleLbl="node1" presStyleIdx="3" presStyleCnt="4" custScaleX="87743" custScaleY="80560" custLinFactNeighborY="10636"/>
      <dgm:spPr/>
    </dgm:pt>
    <dgm:pt modelId="{76797E33-9384-6B46-A162-FB1A15AA1657}" type="pres">
      <dgm:prSet presAssocID="{5DE1B712-66B5-984B-BFAA-9670DCA02909}" presName="c4text" presStyleLbl="node1" presStyleIdx="3" presStyleCnt="4">
        <dgm:presLayoutVars>
          <dgm:bulletEnabled val="1"/>
        </dgm:presLayoutVars>
      </dgm:prSet>
      <dgm:spPr/>
    </dgm:pt>
  </dgm:ptLst>
  <dgm:cxnLst>
    <dgm:cxn modelId="{8555CA03-1CA5-8E4E-A180-BD26EDD1CE9A}" type="presOf" srcId="{040EB66E-48A0-364C-9BCF-6A17611D24A3}" destId="{1E8A0D41-D224-334A-A949-6C516AE8204D}" srcOrd="0" destOrd="0" presId="urn:microsoft.com/office/officeart/2005/8/layout/venn2"/>
    <dgm:cxn modelId="{CC1F881B-BF98-3144-B884-F8C268AAC354}" type="presOf" srcId="{27C18E7D-55F1-E748-8558-6FD1632D0C9F}" destId="{999044E0-F9FC-424E-83AF-4CE159CA05B1}" srcOrd="1" destOrd="0" presId="urn:microsoft.com/office/officeart/2005/8/layout/venn2"/>
    <dgm:cxn modelId="{27C2941E-7C94-9849-B46C-656CAD9D53AC}" srcId="{5DE1B712-66B5-984B-BFAA-9670DCA02909}" destId="{7C3F78FE-CFC5-4840-A68C-9198D9450731}" srcOrd="3" destOrd="0" parTransId="{ECAA578C-CD08-8C43-A496-636219C3B19D}" sibTransId="{22227282-583E-D346-A34B-F3C193F33779}"/>
    <dgm:cxn modelId="{C0A1ED29-51EA-4147-886A-6B9DE401AB98}" srcId="{5DE1B712-66B5-984B-BFAA-9670DCA02909}" destId="{D1B894B0-C58E-F24D-A335-584CA772D11F}" srcOrd="0" destOrd="0" parTransId="{38BF1F14-98C7-2041-9AC7-5870B7656D13}" sibTransId="{0DCEEAF0-F5EF-6145-B514-990D11BAA328}"/>
    <dgm:cxn modelId="{08E88153-A4A1-2B49-95CE-BDBFEC050A9C}" type="presOf" srcId="{27C18E7D-55F1-E748-8558-6FD1632D0C9F}" destId="{34D19E6D-855F-B649-9917-E69B8B2661F8}" srcOrd="0" destOrd="0" presId="urn:microsoft.com/office/officeart/2005/8/layout/venn2"/>
    <dgm:cxn modelId="{D5AED95F-E81B-DE4A-982F-C7B161DCB158}" type="presOf" srcId="{D1B894B0-C58E-F24D-A335-584CA772D11F}" destId="{65DF5D00-2BBB-1B4A-A5EC-A1CAC8BC0135}" srcOrd="0" destOrd="0" presId="urn:microsoft.com/office/officeart/2005/8/layout/venn2"/>
    <dgm:cxn modelId="{0D767A67-405B-294E-9734-8A3E600C21CD}" type="presOf" srcId="{7C3F78FE-CFC5-4840-A68C-9198D9450731}" destId="{68B28A2C-4BEC-FD43-8137-013E12A0EE10}" srcOrd="0" destOrd="0" presId="urn:microsoft.com/office/officeart/2005/8/layout/venn2"/>
    <dgm:cxn modelId="{B7DF9E9E-FC42-344B-A0EA-D2625038EE02}" type="presOf" srcId="{040EB66E-48A0-364C-9BCF-6A17611D24A3}" destId="{6FE5C781-9C02-6C4F-B5D8-7C36A8A6B158}" srcOrd="1" destOrd="0" presId="urn:microsoft.com/office/officeart/2005/8/layout/venn2"/>
    <dgm:cxn modelId="{16D420A7-AEAD-4645-A314-FB9858CC45A1}" srcId="{5DE1B712-66B5-984B-BFAA-9670DCA02909}" destId="{27C18E7D-55F1-E748-8558-6FD1632D0C9F}" srcOrd="2" destOrd="0" parTransId="{658C9990-2983-8349-A719-90E1C5D7D17A}" sibTransId="{3A317C5F-3B0D-D849-86E3-CB6A0F8002DF}"/>
    <dgm:cxn modelId="{2794EFB0-6ECB-F64B-9F7C-257A283E248A}" srcId="{5DE1B712-66B5-984B-BFAA-9670DCA02909}" destId="{040EB66E-48A0-364C-9BCF-6A17611D24A3}" srcOrd="1" destOrd="0" parTransId="{E07C4D41-3A51-2044-8CFD-BC3F88C315DB}" sibTransId="{5A931DE0-64C6-8F46-99A1-185C5A17424D}"/>
    <dgm:cxn modelId="{817E7BDF-7154-0342-9F4D-7C83DAAAA91F}" type="presOf" srcId="{5DE1B712-66B5-984B-BFAA-9670DCA02909}" destId="{2B08AE33-7E0A-DE47-A3BE-955622B04E34}" srcOrd="0" destOrd="0" presId="urn:microsoft.com/office/officeart/2005/8/layout/venn2"/>
    <dgm:cxn modelId="{080AC9E6-BC9A-6E4E-BD2F-CC6EA855627B}" type="presOf" srcId="{7C3F78FE-CFC5-4840-A68C-9198D9450731}" destId="{76797E33-9384-6B46-A162-FB1A15AA1657}" srcOrd="1" destOrd="0" presId="urn:microsoft.com/office/officeart/2005/8/layout/venn2"/>
    <dgm:cxn modelId="{F56993FC-8AE9-7B46-96C2-BAAD45DB635D}" type="presOf" srcId="{D1B894B0-C58E-F24D-A335-584CA772D11F}" destId="{82B830EA-D223-A64E-954B-82498644F053}" srcOrd="1" destOrd="0" presId="urn:microsoft.com/office/officeart/2005/8/layout/venn2"/>
    <dgm:cxn modelId="{000E48BC-8722-664E-BBD8-1D225BE9D59F}" type="presParOf" srcId="{2B08AE33-7E0A-DE47-A3BE-955622B04E34}" destId="{32138336-92C6-EB45-B0C9-E8042C28FF55}" srcOrd="0" destOrd="0" presId="urn:microsoft.com/office/officeart/2005/8/layout/venn2"/>
    <dgm:cxn modelId="{C631D355-B748-1345-A064-D8BD26891681}" type="presParOf" srcId="{32138336-92C6-EB45-B0C9-E8042C28FF55}" destId="{65DF5D00-2BBB-1B4A-A5EC-A1CAC8BC0135}" srcOrd="0" destOrd="0" presId="urn:microsoft.com/office/officeart/2005/8/layout/venn2"/>
    <dgm:cxn modelId="{452E20BF-1186-8F4B-B9B0-5956CFB5E85D}" type="presParOf" srcId="{32138336-92C6-EB45-B0C9-E8042C28FF55}" destId="{82B830EA-D223-A64E-954B-82498644F053}" srcOrd="1" destOrd="0" presId="urn:microsoft.com/office/officeart/2005/8/layout/venn2"/>
    <dgm:cxn modelId="{28D297E9-C070-E744-87C3-95EF88886F21}" type="presParOf" srcId="{2B08AE33-7E0A-DE47-A3BE-955622B04E34}" destId="{7462E156-357F-8541-A951-837A47BE61E5}" srcOrd="1" destOrd="0" presId="urn:microsoft.com/office/officeart/2005/8/layout/venn2"/>
    <dgm:cxn modelId="{E0694472-CA6D-594F-BA34-60383A345E8C}" type="presParOf" srcId="{7462E156-357F-8541-A951-837A47BE61E5}" destId="{1E8A0D41-D224-334A-A949-6C516AE8204D}" srcOrd="0" destOrd="0" presId="urn:microsoft.com/office/officeart/2005/8/layout/venn2"/>
    <dgm:cxn modelId="{D6F1D8B0-538A-5145-BF8B-8C6C8B610F3A}" type="presParOf" srcId="{7462E156-357F-8541-A951-837A47BE61E5}" destId="{6FE5C781-9C02-6C4F-B5D8-7C36A8A6B158}" srcOrd="1" destOrd="0" presId="urn:microsoft.com/office/officeart/2005/8/layout/venn2"/>
    <dgm:cxn modelId="{75A9E8BF-07A0-DD49-993E-35EC2F233095}" type="presParOf" srcId="{2B08AE33-7E0A-DE47-A3BE-955622B04E34}" destId="{98C76533-82BC-A346-A18F-B975A0CB1571}" srcOrd="2" destOrd="0" presId="urn:microsoft.com/office/officeart/2005/8/layout/venn2"/>
    <dgm:cxn modelId="{6110E3FD-D291-AF4E-90A7-839988E70698}" type="presParOf" srcId="{98C76533-82BC-A346-A18F-B975A0CB1571}" destId="{34D19E6D-855F-B649-9917-E69B8B2661F8}" srcOrd="0" destOrd="0" presId="urn:microsoft.com/office/officeart/2005/8/layout/venn2"/>
    <dgm:cxn modelId="{476CB8B1-0DDC-064F-8740-9E2B4F3BFF64}" type="presParOf" srcId="{98C76533-82BC-A346-A18F-B975A0CB1571}" destId="{999044E0-F9FC-424E-83AF-4CE159CA05B1}" srcOrd="1" destOrd="0" presId="urn:microsoft.com/office/officeart/2005/8/layout/venn2"/>
    <dgm:cxn modelId="{994FDD75-AF44-4C4F-ADE5-784DDFFD8C8B}" type="presParOf" srcId="{2B08AE33-7E0A-DE47-A3BE-955622B04E34}" destId="{4C808B08-18E8-2C4C-862E-E043B61040DA}" srcOrd="3" destOrd="0" presId="urn:microsoft.com/office/officeart/2005/8/layout/venn2"/>
    <dgm:cxn modelId="{7F90A7ED-6639-1A45-A3BD-0DA833466424}" type="presParOf" srcId="{4C808B08-18E8-2C4C-862E-E043B61040DA}" destId="{68B28A2C-4BEC-FD43-8137-013E12A0EE10}" srcOrd="0" destOrd="0" presId="urn:microsoft.com/office/officeart/2005/8/layout/venn2"/>
    <dgm:cxn modelId="{F60C4006-DCC7-0C46-AD1F-C0299CC59DF1}" type="presParOf" srcId="{4C808B08-18E8-2C4C-862E-E043B61040DA}" destId="{76797E33-9384-6B46-A162-FB1A15AA1657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579582-F224-9249-B50B-7D4855CA5E6E}" type="doc">
      <dgm:prSet loTypeId="urn:microsoft.com/office/officeart/2005/8/layout/default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C6227A-CA9D-DB4E-8C83-FE635D4B8B92}">
      <dgm:prSet phldrT="[Text]" custT="1"/>
      <dgm:spPr>
        <a:xfrm>
          <a:off x="0" y="98739"/>
          <a:ext cx="2630283" cy="1578170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gm:t>
    </dgm:pt>
    <dgm:pt modelId="{4387115A-EBD8-474A-9FE3-7D304E866D0D}" type="parTrans" cxnId="{C64BF992-E95D-864F-BC0E-6DCD7A5174E0}">
      <dgm:prSet/>
      <dgm:spPr/>
      <dgm:t>
        <a:bodyPr/>
        <a:lstStyle/>
        <a:p>
          <a:endParaRPr lang="en-US"/>
        </a:p>
      </dgm:t>
    </dgm:pt>
    <dgm:pt modelId="{ECFE99F0-3EA6-AE44-BB32-F705CFC04B42}" type="sibTrans" cxnId="{C64BF992-E95D-864F-BC0E-6DCD7A5174E0}">
      <dgm:prSet/>
      <dgm:spPr/>
      <dgm:t>
        <a:bodyPr/>
        <a:lstStyle/>
        <a:p>
          <a:endParaRPr lang="en-US"/>
        </a:p>
      </dgm:t>
    </dgm:pt>
    <dgm:pt modelId="{FDCD6ACD-B077-454D-944E-86E7E3350F79}">
      <dgm:prSet phldrT="[Text]" custT="1"/>
      <dgm:spPr>
        <a:xfrm>
          <a:off x="2893312" y="98739"/>
          <a:ext cx="2630283" cy="1578170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gm:t>
    </dgm:pt>
    <dgm:pt modelId="{5C5116C5-DFE3-4246-8B21-8683F07147AB}" type="parTrans" cxnId="{AD661072-6B96-4044-B298-8A087555795C}">
      <dgm:prSet/>
      <dgm:spPr/>
      <dgm:t>
        <a:bodyPr/>
        <a:lstStyle/>
        <a:p>
          <a:endParaRPr lang="en-US"/>
        </a:p>
      </dgm:t>
    </dgm:pt>
    <dgm:pt modelId="{88F5AB8F-4ED6-134A-97F4-933723876EF5}" type="sibTrans" cxnId="{AD661072-6B96-4044-B298-8A087555795C}">
      <dgm:prSet/>
      <dgm:spPr/>
      <dgm:t>
        <a:bodyPr/>
        <a:lstStyle/>
        <a:p>
          <a:endParaRPr lang="en-US"/>
        </a:p>
      </dgm:t>
    </dgm:pt>
    <dgm:pt modelId="{1A161DD2-BA9A-1F41-AAB0-05E72D64E065}">
      <dgm:prSet phldrT="[Text]" custT="1"/>
      <dgm:spPr>
        <a:xfrm>
          <a:off x="5786624" y="98739"/>
          <a:ext cx="2630283" cy="1578170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gm:t>
    </dgm:pt>
    <dgm:pt modelId="{249F4864-D1F2-2040-B2D9-70E1F329184F}" type="parTrans" cxnId="{9BCE4FF1-6E9A-7F46-B647-F45414868204}">
      <dgm:prSet/>
      <dgm:spPr/>
      <dgm:t>
        <a:bodyPr/>
        <a:lstStyle/>
        <a:p>
          <a:endParaRPr lang="en-US"/>
        </a:p>
      </dgm:t>
    </dgm:pt>
    <dgm:pt modelId="{D0DCE181-6F11-834E-9404-5B76BEA7F348}" type="sibTrans" cxnId="{9BCE4FF1-6E9A-7F46-B647-F45414868204}">
      <dgm:prSet/>
      <dgm:spPr/>
      <dgm:t>
        <a:bodyPr/>
        <a:lstStyle/>
        <a:p>
          <a:endParaRPr lang="en-US"/>
        </a:p>
      </dgm:t>
    </dgm:pt>
    <dgm:pt modelId="{03CB7B9E-D47A-BF4B-8BD0-A43768780FB3}">
      <dgm:prSet phldrT="[Text]" custT="1"/>
      <dgm:spPr>
        <a:xfrm>
          <a:off x="1446656" y="1939937"/>
          <a:ext cx="2630283" cy="1578170"/>
        </a:xfrm>
        <a:prstGeom prst="rect">
          <a:avLst/>
        </a:prstGeom>
        <a:solidFill>
          <a:srgbClr val="4D110A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gm:t>
    </dgm:pt>
    <dgm:pt modelId="{F40C0003-FB17-DD49-841B-811AE9B278F4}" type="parTrans" cxnId="{056DE792-C45E-0C4F-B746-40FD5FE6ECA3}">
      <dgm:prSet/>
      <dgm:spPr/>
      <dgm:t>
        <a:bodyPr/>
        <a:lstStyle/>
        <a:p>
          <a:endParaRPr lang="en-US"/>
        </a:p>
      </dgm:t>
    </dgm:pt>
    <dgm:pt modelId="{70980FD5-DAA3-A143-A71B-92CC869748E4}" type="sibTrans" cxnId="{056DE792-C45E-0C4F-B746-40FD5FE6ECA3}">
      <dgm:prSet/>
      <dgm:spPr/>
      <dgm:t>
        <a:bodyPr/>
        <a:lstStyle/>
        <a:p>
          <a:endParaRPr lang="en-US"/>
        </a:p>
      </dgm:t>
    </dgm:pt>
    <dgm:pt modelId="{97F13F62-187A-004F-8568-BDAB70D363F0}">
      <dgm:prSet phldrT="[Text]" custT="1"/>
      <dgm:spPr>
        <a:xfrm>
          <a:off x="4339968" y="1939937"/>
          <a:ext cx="2630283" cy="1578170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gm:t>
    </dgm:pt>
    <dgm:pt modelId="{52306423-6E35-DE43-821A-00A55D36BB28}" type="parTrans" cxnId="{B61AFEA1-29D3-2E43-B0B6-3ED4B8DCF23F}">
      <dgm:prSet/>
      <dgm:spPr/>
      <dgm:t>
        <a:bodyPr/>
        <a:lstStyle/>
        <a:p>
          <a:endParaRPr lang="en-US"/>
        </a:p>
      </dgm:t>
    </dgm:pt>
    <dgm:pt modelId="{9509CBFD-D73F-3B46-8605-DC590288199D}" type="sibTrans" cxnId="{B61AFEA1-29D3-2E43-B0B6-3ED4B8DCF23F}">
      <dgm:prSet/>
      <dgm:spPr/>
      <dgm:t>
        <a:bodyPr/>
        <a:lstStyle/>
        <a:p>
          <a:endParaRPr lang="en-US"/>
        </a:p>
      </dgm:t>
    </dgm:pt>
    <dgm:pt modelId="{9CB038ED-3A36-754A-8726-7115A9798D9F}" type="pres">
      <dgm:prSet presAssocID="{5C579582-F224-9249-B50B-7D4855CA5E6E}" presName="diagram" presStyleCnt="0">
        <dgm:presLayoutVars>
          <dgm:dir/>
          <dgm:resizeHandles val="exact"/>
        </dgm:presLayoutVars>
      </dgm:prSet>
      <dgm:spPr/>
    </dgm:pt>
    <dgm:pt modelId="{791EAD40-A10E-2C44-88BB-E254D1FEED2A}" type="pres">
      <dgm:prSet presAssocID="{63C6227A-CA9D-DB4E-8C83-FE635D4B8B92}" presName="node" presStyleLbl="node1" presStyleIdx="0" presStyleCnt="5">
        <dgm:presLayoutVars>
          <dgm:bulletEnabled val="1"/>
        </dgm:presLayoutVars>
      </dgm:prSet>
      <dgm:spPr/>
    </dgm:pt>
    <dgm:pt modelId="{08B34DEE-75D2-7047-8F76-0202887FE396}" type="pres">
      <dgm:prSet presAssocID="{ECFE99F0-3EA6-AE44-BB32-F705CFC04B42}" presName="sibTrans" presStyleCnt="0"/>
      <dgm:spPr/>
    </dgm:pt>
    <dgm:pt modelId="{5DF36080-AA5F-044B-9B2D-18470035B1FB}" type="pres">
      <dgm:prSet presAssocID="{FDCD6ACD-B077-454D-944E-86E7E3350F79}" presName="node" presStyleLbl="node1" presStyleIdx="1" presStyleCnt="5">
        <dgm:presLayoutVars>
          <dgm:bulletEnabled val="1"/>
        </dgm:presLayoutVars>
      </dgm:prSet>
      <dgm:spPr/>
    </dgm:pt>
    <dgm:pt modelId="{6963F5FC-04A1-6A43-B31E-10B7B12BF0DE}" type="pres">
      <dgm:prSet presAssocID="{88F5AB8F-4ED6-134A-97F4-933723876EF5}" presName="sibTrans" presStyleCnt="0"/>
      <dgm:spPr/>
    </dgm:pt>
    <dgm:pt modelId="{73313321-B089-6142-89C3-6254719B2389}" type="pres">
      <dgm:prSet presAssocID="{1A161DD2-BA9A-1F41-AAB0-05E72D64E065}" presName="node" presStyleLbl="node1" presStyleIdx="2" presStyleCnt="5">
        <dgm:presLayoutVars>
          <dgm:bulletEnabled val="1"/>
        </dgm:presLayoutVars>
      </dgm:prSet>
      <dgm:spPr/>
    </dgm:pt>
    <dgm:pt modelId="{60A9DBD8-E73E-FC44-B7B3-C40A7E9D9A77}" type="pres">
      <dgm:prSet presAssocID="{D0DCE181-6F11-834E-9404-5B76BEA7F348}" presName="sibTrans" presStyleCnt="0"/>
      <dgm:spPr/>
    </dgm:pt>
    <dgm:pt modelId="{EF08E376-4E26-284A-B04A-2272E2B37BE4}" type="pres">
      <dgm:prSet presAssocID="{03CB7B9E-D47A-BF4B-8BD0-A43768780FB3}" presName="node" presStyleLbl="node1" presStyleIdx="3" presStyleCnt="5">
        <dgm:presLayoutVars>
          <dgm:bulletEnabled val="1"/>
        </dgm:presLayoutVars>
      </dgm:prSet>
      <dgm:spPr/>
    </dgm:pt>
    <dgm:pt modelId="{ACCFA2FA-3F6D-C647-A96E-5BBE8D7E70AD}" type="pres">
      <dgm:prSet presAssocID="{70980FD5-DAA3-A143-A71B-92CC869748E4}" presName="sibTrans" presStyleCnt="0"/>
      <dgm:spPr/>
    </dgm:pt>
    <dgm:pt modelId="{6716D9F6-4AA6-A540-8569-2BA0DEE70F42}" type="pres">
      <dgm:prSet presAssocID="{97F13F62-187A-004F-8568-BDAB70D363F0}" presName="node" presStyleLbl="node1" presStyleIdx="4" presStyleCnt="5">
        <dgm:presLayoutVars>
          <dgm:bulletEnabled val="1"/>
        </dgm:presLayoutVars>
      </dgm:prSet>
      <dgm:spPr/>
    </dgm:pt>
  </dgm:ptLst>
  <dgm:cxnLst>
    <dgm:cxn modelId="{AC9D0668-3DB7-784C-A02A-59653F4D58CC}" type="presOf" srcId="{97F13F62-187A-004F-8568-BDAB70D363F0}" destId="{6716D9F6-4AA6-A540-8569-2BA0DEE70F42}" srcOrd="0" destOrd="0" presId="urn:microsoft.com/office/officeart/2005/8/layout/default"/>
    <dgm:cxn modelId="{AD661072-6B96-4044-B298-8A087555795C}" srcId="{5C579582-F224-9249-B50B-7D4855CA5E6E}" destId="{FDCD6ACD-B077-454D-944E-86E7E3350F79}" srcOrd="1" destOrd="0" parTransId="{5C5116C5-DFE3-4246-8B21-8683F07147AB}" sibTransId="{88F5AB8F-4ED6-134A-97F4-933723876EF5}"/>
    <dgm:cxn modelId="{4DB2F58B-01BC-D844-A4CB-3CBC54FF0225}" type="presOf" srcId="{1A161DD2-BA9A-1F41-AAB0-05E72D64E065}" destId="{73313321-B089-6142-89C3-6254719B2389}" srcOrd="0" destOrd="0" presId="urn:microsoft.com/office/officeart/2005/8/layout/default"/>
    <dgm:cxn modelId="{C6506E8F-6D52-9148-A9D1-21B40907EC00}" type="presOf" srcId="{FDCD6ACD-B077-454D-944E-86E7E3350F79}" destId="{5DF36080-AA5F-044B-9B2D-18470035B1FB}" srcOrd="0" destOrd="0" presId="urn:microsoft.com/office/officeart/2005/8/layout/default"/>
    <dgm:cxn modelId="{056DE792-C45E-0C4F-B746-40FD5FE6ECA3}" srcId="{5C579582-F224-9249-B50B-7D4855CA5E6E}" destId="{03CB7B9E-D47A-BF4B-8BD0-A43768780FB3}" srcOrd="3" destOrd="0" parTransId="{F40C0003-FB17-DD49-841B-811AE9B278F4}" sibTransId="{70980FD5-DAA3-A143-A71B-92CC869748E4}"/>
    <dgm:cxn modelId="{C64BF992-E95D-864F-BC0E-6DCD7A5174E0}" srcId="{5C579582-F224-9249-B50B-7D4855CA5E6E}" destId="{63C6227A-CA9D-DB4E-8C83-FE635D4B8B92}" srcOrd="0" destOrd="0" parTransId="{4387115A-EBD8-474A-9FE3-7D304E866D0D}" sibTransId="{ECFE99F0-3EA6-AE44-BB32-F705CFC04B42}"/>
    <dgm:cxn modelId="{B61AFEA1-29D3-2E43-B0B6-3ED4B8DCF23F}" srcId="{5C579582-F224-9249-B50B-7D4855CA5E6E}" destId="{97F13F62-187A-004F-8568-BDAB70D363F0}" srcOrd="4" destOrd="0" parTransId="{52306423-6E35-DE43-821A-00A55D36BB28}" sibTransId="{9509CBFD-D73F-3B46-8605-DC590288199D}"/>
    <dgm:cxn modelId="{D84315A8-006D-DA41-97BE-4C21FE6823B2}" type="presOf" srcId="{5C579582-F224-9249-B50B-7D4855CA5E6E}" destId="{9CB038ED-3A36-754A-8726-7115A9798D9F}" srcOrd="0" destOrd="0" presId="urn:microsoft.com/office/officeart/2005/8/layout/default"/>
    <dgm:cxn modelId="{CDA80CCB-0378-264F-80E4-8D590F923F27}" type="presOf" srcId="{03CB7B9E-D47A-BF4B-8BD0-A43768780FB3}" destId="{EF08E376-4E26-284A-B04A-2272E2B37BE4}" srcOrd="0" destOrd="0" presId="urn:microsoft.com/office/officeart/2005/8/layout/default"/>
    <dgm:cxn modelId="{732391E5-2946-7944-AC24-D3D096B91CD3}" type="presOf" srcId="{63C6227A-CA9D-DB4E-8C83-FE635D4B8B92}" destId="{791EAD40-A10E-2C44-88BB-E254D1FEED2A}" srcOrd="0" destOrd="0" presId="urn:microsoft.com/office/officeart/2005/8/layout/default"/>
    <dgm:cxn modelId="{9BCE4FF1-6E9A-7F46-B647-F45414868204}" srcId="{5C579582-F224-9249-B50B-7D4855CA5E6E}" destId="{1A161DD2-BA9A-1F41-AAB0-05E72D64E065}" srcOrd="2" destOrd="0" parTransId="{249F4864-D1F2-2040-B2D9-70E1F329184F}" sibTransId="{D0DCE181-6F11-834E-9404-5B76BEA7F348}"/>
    <dgm:cxn modelId="{B12CEA2B-6334-4D40-BDB5-FAC888658397}" type="presParOf" srcId="{9CB038ED-3A36-754A-8726-7115A9798D9F}" destId="{791EAD40-A10E-2C44-88BB-E254D1FEED2A}" srcOrd="0" destOrd="0" presId="urn:microsoft.com/office/officeart/2005/8/layout/default"/>
    <dgm:cxn modelId="{EC02AFC4-2AC0-5B4E-8A36-A6AF238B71F9}" type="presParOf" srcId="{9CB038ED-3A36-754A-8726-7115A9798D9F}" destId="{08B34DEE-75D2-7047-8F76-0202887FE396}" srcOrd="1" destOrd="0" presId="urn:microsoft.com/office/officeart/2005/8/layout/default"/>
    <dgm:cxn modelId="{26D4B414-95EB-D440-B12D-9D97C0B59013}" type="presParOf" srcId="{9CB038ED-3A36-754A-8726-7115A9798D9F}" destId="{5DF36080-AA5F-044B-9B2D-18470035B1FB}" srcOrd="2" destOrd="0" presId="urn:microsoft.com/office/officeart/2005/8/layout/default"/>
    <dgm:cxn modelId="{A29377B6-301C-AB43-84FE-37803A747EAC}" type="presParOf" srcId="{9CB038ED-3A36-754A-8726-7115A9798D9F}" destId="{6963F5FC-04A1-6A43-B31E-10B7B12BF0DE}" srcOrd="3" destOrd="0" presId="urn:microsoft.com/office/officeart/2005/8/layout/default"/>
    <dgm:cxn modelId="{6D59BA24-0C86-AA44-8C1A-8F34235D1DCC}" type="presParOf" srcId="{9CB038ED-3A36-754A-8726-7115A9798D9F}" destId="{73313321-B089-6142-89C3-6254719B2389}" srcOrd="4" destOrd="0" presId="urn:microsoft.com/office/officeart/2005/8/layout/default"/>
    <dgm:cxn modelId="{4911F024-468A-8B4D-A41C-F8BCC13E6CB7}" type="presParOf" srcId="{9CB038ED-3A36-754A-8726-7115A9798D9F}" destId="{60A9DBD8-E73E-FC44-B7B3-C40A7E9D9A77}" srcOrd="5" destOrd="0" presId="urn:microsoft.com/office/officeart/2005/8/layout/default"/>
    <dgm:cxn modelId="{3CDAFCD7-783B-E54D-AB72-50BC54D14C78}" type="presParOf" srcId="{9CB038ED-3A36-754A-8726-7115A9798D9F}" destId="{EF08E376-4E26-284A-B04A-2272E2B37BE4}" srcOrd="6" destOrd="0" presId="urn:microsoft.com/office/officeart/2005/8/layout/default"/>
    <dgm:cxn modelId="{46B4496F-C613-5843-9286-30423178D958}" type="presParOf" srcId="{9CB038ED-3A36-754A-8726-7115A9798D9F}" destId="{ACCFA2FA-3F6D-C647-A96E-5BBE8D7E70AD}" srcOrd="7" destOrd="0" presId="urn:microsoft.com/office/officeart/2005/8/layout/default"/>
    <dgm:cxn modelId="{4C162F1D-4E9E-764D-93E3-FC3BCCC637B5}" type="presParOf" srcId="{9CB038ED-3A36-754A-8726-7115A9798D9F}" destId="{6716D9F6-4AA6-A540-8569-2BA0DEE70F4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F2FE0-B240-D84D-9E0C-1654CB759244}">
      <dsp:nvSpPr>
        <dsp:cNvPr id="0" name=""/>
        <dsp:cNvSpPr/>
      </dsp:nvSpPr>
      <dsp:spPr>
        <a:xfrm>
          <a:off x="3266" y="793032"/>
          <a:ext cx="2591217" cy="15547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Fairness</a:t>
          </a:r>
        </a:p>
      </dsp:txBody>
      <dsp:txXfrm>
        <a:off x="3266" y="793032"/>
        <a:ext cx="2591217" cy="1554730"/>
      </dsp:txXfrm>
    </dsp:sp>
    <dsp:sp modelId="{B8F472E7-4C3C-DF4C-94DB-EFA821EB2102}">
      <dsp:nvSpPr>
        <dsp:cNvPr id="0" name=""/>
        <dsp:cNvSpPr/>
      </dsp:nvSpPr>
      <dsp:spPr>
        <a:xfrm>
          <a:off x="2853605" y="793032"/>
          <a:ext cx="2591217" cy="15547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Explainability</a:t>
          </a:r>
        </a:p>
      </dsp:txBody>
      <dsp:txXfrm>
        <a:off x="2853605" y="793032"/>
        <a:ext cx="2591217" cy="1554730"/>
      </dsp:txXfrm>
    </dsp:sp>
    <dsp:sp modelId="{EA574E64-B8EF-8A45-A02B-2087BE09176D}">
      <dsp:nvSpPr>
        <dsp:cNvPr id="0" name=""/>
        <dsp:cNvSpPr/>
      </dsp:nvSpPr>
      <dsp:spPr>
        <a:xfrm>
          <a:off x="5703944" y="793032"/>
          <a:ext cx="2591217" cy="15547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Robustness</a:t>
          </a:r>
        </a:p>
      </dsp:txBody>
      <dsp:txXfrm>
        <a:off x="5703944" y="793032"/>
        <a:ext cx="2591217" cy="1554730"/>
      </dsp:txXfrm>
    </dsp:sp>
    <dsp:sp modelId="{ABC7DE52-C54C-4A4F-9766-09C189096A86}">
      <dsp:nvSpPr>
        <dsp:cNvPr id="0" name=""/>
        <dsp:cNvSpPr/>
      </dsp:nvSpPr>
      <dsp:spPr>
        <a:xfrm>
          <a:off x="8554283" y="793032"/>
          <a:ext cx="2591217" cy="15547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Privacy</a:t>
          </a:r>
        </a:p>
      </dsp:txBody>
      <dsp:txXfrm>
        <a:off x="8554283" y="793032"/>
        <a:ext cx="2591217" cy="1554730"/>
      </dsp:txXfrm>
    </dsp:sp>
    <dsp:sp modelId="{9E2380EC-73A5-914F-BBDE-FFA6923BA67E}">
      <dsp:nvSpPr>
        <dsp:cNvPr id="0" name=""/>
        <dsp:cNvSpPr/>
      </dsp:nvSpPr>
      <dsp:spPr>
        <a:xfrm>
          <a:off x="1428435" y="2606884"/>
          <a:ext cx="2591217" cy="155473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Transparency</a:t>
          </a:r>
        </a:p>
      </dsp:txBody>
      <dsp:txXfrm>
        <a:off x="1428435" y="2606884"/>
        <a:ext cx="2591217" cy="1554730"/>
      </dsp:txXfrm>
    </dsp:sp>
    <dsp:sp modelId="{F8F4671D-62C0-5146-BBAC-E26D6AC4608E}">
      <dsp:nvSpPr>
        <dsp:cNvPr id="0" name=""/>
        <dsp:cNvSpPr/>
      </dsp:nvSpPr>
      <dsp:spPr>
        <a:xfrm>
          <a:off x="4278774" y="2606884"/>
          <a:ext cx="2591217" cy="15547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Inclusiveness</a:t>
          </a:r>
        </a:p>
      </dsp:txBody>
      <dsp:txXfrm>
        <a:off x="4278774" y="2606884"/>
        <a:ext cx="2591217" cy="1554730"/>
      </dsp:txXfrm>
    </dsp:sp>
    <dsp:sp modelId="{BBE1E521-0E99-AB4B-8BB1-E7E52B4CB0FA}">
      <dsp:nvSpPr>
        <dsp:cNvPr id="0" name=""/>
        <dsp:cNvSpPr/>
      </dsp:nvSpPr>
      <dsp:spPr>
        <a:xfrm>
          <a:off x="7129113" y="2606884"/>
          <a:ext cx="2591217" cy="15547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Accountability</a:t>
          </a:r>
        </a:p>
      </dsp:txBody>
      <dsp:txXfrm>
        <a:off x="7129113" y="2606884"/>
        <a:ext cx="2591217" cy="15547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EAD40-A10E-2C44-88BB-E254D1FEED2A}">
      <dsp:nvSpPr>
        <dsp:cNvPr id="0" name=""/>
        <dsp:cNvSpPr/>
      </dsp:nvSpPr>
      <dsp:spPr>
        <a:xfrm>
          <a:off x="0" y="210549"/>
          <a:ext cx="3520454" cy="2112272"/>
        </a:xfrm>
        <a:prstGeom prst="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sp:txBody>
      <dsp:txXfrm>
        <a:off x="0" y="210549"/>
        <a:ext cx="3520454" cy="2112272"/>
      </dsp:txXfrm>
    </dsp:sp>
    <dsp:sp modelId="{5DF36080-AA5F-044B-9B2D-18470035B1FB}">
      <dsp:nvSpPr>
        <dsp:cNvPr id="0" name=""/>
        <dsp:cNvSpPr/>
      </dsp:nvSpPr>
      <dsp:spPr>
        <a:xfrm>
          <a:off x="3872500" y="210549"/>
          <a:ext cx="3520454" cy="2112272"/>
        </a:xfrm>
        <a:prstGeom prst="rect">
          <a:avLst/>
        </a:prstGeom>
        <a:solidFill>
          <a:srgbClr val="C0504D">
            <a:hueOff val="1170380"/>
            <a:satOff val="-1460"/>
            <a:lumOff val="34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sp:txBody>
      <dsp:txXfrm>
        <a:off x="3872500" y="210549"/>
        <a:ext cx="3520454" cy="2112272"/>
      </dsp:txXfrm>
    </dsp:sp>
    <dsp:sp modelId="{73313321-B089-6142-89C3-6254719B2389}">
      <dsp:nvSpPr>
        <dsp:cNvPr id="0" name=""/>
        <dsp:cNvSpPr/>
      </dsp:nvSpPr>
      <dsp:spPr>
        <a:xfrm>
          <a:off x="7745001" y="210549"/>
          <a:ext cx="3520454" cy="2112272"/>
        </a:xfrm>
        <a:prstGeom prst="rect">
          <a:avLst/>
        </a:prstGeom>
        <a:solidFill>
          <a:srgbClr val="C0504D">
            <a:hueOff val="2340759"/>
            <a:satOff val="-2919"/>
            <a:lumOff val="68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sp:txBody>
      <dsp:txXfrm>
        <a:off x="7745001" y="210549"/>
        <a:ext cx="3520454" cy="2112272"/>
      </dsp:txXfrm>
    </dsp:sp>
    <dsp:sp modelId="{EF08E376-4E26-284A-B04A-2272E2B37BE4}">
      <dsp:nvSpPr>
        <dsp:cNvPr id="0" name=""/>
        <dsp:cNvSpPr/>
      </dsp:nvSpPr>
      <dsp:spPr>
        <a:xfrm>
          <a:off x="1936250" y="2674867"/>
          <a:ext cx="3520454" cy="2112272"/>
        </a:xfrm>
        <a:prstGeom prst="rect">
          <a:avLst/>
        </a:prstGeom>
        <a:solidFill>
          <a:srgbClr val="C0504D">
            <a:hueOff val="3511139"/>
            <a:satOff val="-4379"/>
            <a:lumOff val="103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sp:txBody>
      <dsp:txXfrm>
        <a:off x="1936250" y="2674867"/>
        <a:ext cx="3520454" cy="2112272"/>
      </dsp:txXfrm>
    </dsp:sp>
    <dsp:sp modelId="{6716D9F6-4AA6-A540-8569-2BA0DEE70F42}">
      <dsp:nvSpPr>
        <dsp:cNvPr id="0" name=""/>
        <dsp:cNvSpPr/>
      </dsp:nvSpPr>
      <dsp:spPr>
        <a:xfrm>
          <a:off x="5808750" y="2674867"/>
          <a:ext cx="3520454" cy="21122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sp:txBody>
      <dsp:txXfrm>
        <a:off x="5808750" y="2674867"/>
        <a:ext cx="3520454" cy="21122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72704-2C79-1549-AD4C-2ABDFCF80356}">
      <dsp:nvSpPr>
        <dsp:cNvPr id="0" name=""/>
        <dsp:cNvSpPr/>
      </dsp:nvSpPr>
      <dsp:spPr>
        <a:xfrm>
          <a:off x="2684662" y="54123"/>
          <a:ext cx="2814414" cy="28144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Decisionmakers</a:t>
          </a:r>
        </a:p>
      </dsp:txBody>
      <dsp:txXfrm>
        <a:off x="3009402" y="432986"/>
        <a:ext cx="2164934" cy="893035"/>
      </dsp:txXfrm>
    </dsp:sp>
    <dsp:sp modelId="{722AF525-0CC7-AC4A-A727-F9C350590083}">
      <dsp:nvSpPr>
        <dsp:cNvPr id="0" name=""/>
        <dsp:cNvSpPr/>
      </dsp:nvSpPr>
      <dsp:spPr>
        <a:xfrm>
          <a:off x="3929499" y="1298960"/>
          <a:ext cx="2814414" cy="28144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Public</a:t>
          </a:r>
        </a:p>
      </dsp:txBody>
      <dsp:txXfrm>
        <a:off x="5444953" y="1623700"/>
        <a:ext cx="1082467" cy="2164934"/>
      </dsp:txXfrm>
    </dsp:sp>
    <dsp:sp modelId="{85F9DA02-39B5-FC4E-B79B-68AACD563952}">
      <dsp:nvSpPr>
        <dsp:cNvPr id="0" name=""/>
        <dsp:cNvSpPr/>
      </dsp:nvSpPr>
      <dsp:spPr>
        <a:xfrm>
          <a:off x="2684662" y="2543797"/>
          <a:ext cx="2814414" cy="28144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Media</a:t>
          </a:r>
        </a:p>
      </dsp:txBody>
      <dsp:txXfrm>
        <a:off x="3009402" y="4086313"/>
        <a:ext cx="2164934" cy="893035"/>
      </dsp:txXfrm>
    </dsp:sp>
    <dsp:sp modelId="{D2CE4B38-2232-844C-A2B6-62B6C4FA1350}">
      <dsp:nvSpPr>
        <dsp:cNvPr id="0" name=""/>
        <dsp:cNvSpPr/>
      </dsp:nvSpPr>
      <dsp:spPr>
        <a:xfrm>
          <a:off x="1391684" y="1298960"/>
          <a:ext cx="2933492" cy="28144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Analysts</a:t>
          </a:r>
        </a:p>
      </dsp:txBody>
      <dsp:txXfrm>
        <a:off x="1617337" y="1623700"/>
        <a:ext cx="1128266" cy="21649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EAD40-A10E-2C44-88BB-E254D1FEED2A}">
      <dsp:nvSpPr>
        <dsp:cNvPr id="0" name=""/>
        <dsp:cNvSpPr/>
      </dsp:nvSpPr>
      <dsp:spPr>
        <a:xfrm>
          <a:off x="0" y="210549"/>
          <a:ext cx="3520454" cy="2112272"/>
        </a:xfrm>
        <a:prstGeom prst="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sp:txBody>
      <dsp:txXfrm>
        <a:off x="0" y="210549"/>
        <a:ext cx="3520454" cy="2112272"/>
      </dsp:txXfrm>
    </dsp:sp>
    <dsp:sp modelId="{5DF36080-AA5F-044B-9B2D-18470035B1FB}">
      <dsp:nvSpPr>
        <dsp:cNvPr id="0" name=""/>
        <dsp:cNvSpPr/>
      </dsp:nvSpPr>
      <dsp:spPr>
        <a:xfrm>
          <a:off x="3872500" y="210549"/>
          <a:ext cx="3520454" cy="2112272"/>
        </a:xfrm>
        <a:prstGeom prst="rect">
          <a:avLst/>
        </a:prstGeom>
        <a:solidFill>
          <a:srgbClr val="C0504D">
            <a:hueOff val="1170380"/>
            <a:satOff val="-1460"/>
            <a:lumOff val="34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sp:txBody>
      <dsp:txXfrm>
        <a:off x="3872500" y="210549"/>
        <a:ext cx="3520454" cy="2112272"/>
      </dsp:txXfrm>
    </dsp:sp>
    <dsp:sp modelId="{73313321-B089-6142-89C3-6254719B2389}">
      <dsp:nvSpPr>
        <dsp:cNvPr id="0" name=""/>
        <dsp:cNvSpPr/>
      </dsp:nvSpPr>
      <dsp:spPr>
        <a:xfrm>
          <a:off x="7745001" y="210549"/>
          <a:ext cx="3520454" cy="2112272"/>
        </a:xfrm>
        <a:prstGeom prst="rect">
          <a:avLst/>
        </a:prstGeom>
        <a:solidFill>
          <a:srgbClr val="C0504D">
            <a:hueOff val="2340759"/>
            <a:satOff val="-2919"/>
            <a:lumOff val="68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sp:txBody>
      <dsp:txXfrm>
        <a:off x="7745001" y="210549"/>
        <a:ext cx="3520454" cy="2112272"/>
      </dsp:txXfrm>
    </dsp:sp>
    <dsp:sp modelId="{EF08E376-4E26-284A-B04A-2272E2B37BE4}">
      <dsp:nvSpPr>
        <dsp:cNvPr id="0" name=""/>
        <dsp:cNvSpPr/>
      </dsp:nvSpPr>
      <dsp:spPr>
        <a:xfrm>
          <a:off x="1936250" y="2674867"/>
          <a:ext cx="3520454" cy="2112272"/>
        </a:xfrm>
        <a:prstGeom prst="rect">
          <a:avLst/>
        </a:prstGeom>
        <a:solidFill>
          <a:srgbClr val="C0504D">
            <a:hueOff val="3511139"/>
            <a:satOff val="-4379"/>
            <a:lumOff val="103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sp:txBody>
      <dsp:txXfrm>
        <a:off x="1936250" y="2674867"/>
        <a:ext cx="3520454" cy="2112272"/>
      </dsp:txXfrm>
    </dsp:sp>
    <dsp:sp modelId="{6716D9F6-4AA6-A540-8569-2BA0DEE70F42}">
      <dsp:nvSpPr>
        <dsp:cNvPr id="0" name=""/>
        <dsp:cNvSpPr/>
      </dsp:nvSpPr>
      <dsp:spPr>
        <a:xfrm>
          <a:off x="5808750" y="2674867"/>
          <a:ext cx="3520454" cy="21122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sp:txBody>
      <dsp:txXfrm>
        <a:off x="5808750" y="2674867"/>
        <a:ext cx="3520454" cy="21122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EAD40-A10E-2C44-88BB-E254D1FEED2A}">
      <dsp:nvSpPr>
        <dsp:cNvPr id="0" name=""/>
        <dsp:cNvSpPr/>
      </dsp:nvSpPr>
      <dsp:spPr>
        <a:xfrm>
          <a:off x="0" y="210549"/>
          <a:ext cx="3520454" cy="2112272"/>
        </a:xfrm>
        <a:prstGeom prst="rect">
          <a:avLst/>
        </a:prstGeom>
        <a:solidFill>
          <a:srgbClr val="4D110A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sp:txBody>
      <dsp:txXfrm>
        <a:off x="0" y="210549"/>
        <a:ext cx="3520454" cy="2112272"/>
      </dsp:txXfrm>
    </dsp:sp>
    <dsp:sp modelId="{5DF36080-AA5F-044B-9B2D-18470035B1FB}">
      <dsp:nvSpPr>
        <dsp:cNvPr id="0" name=""/>
        <dsp:cNvSpPr/>
      </dsp:nvSpPr>
      <dsp:spPr>
        <a:xfrm>
          <a:off x="3872500" y="210549"/>
          <a:ext cx="3520454" cy="2112272"/>
        </a:xfrm>
        <a:prstGeom prst="rect">
          <a:avLst/>
        </a:prstGeom>
        <a:solidFill>
          <a:srgbClr val="4D110A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sp:txBody>
      <dsp:txXfrm>
        <a:off x="3872500" y="210549"/>
        <a:ext cx="3520454" cy="2112272"/>
      </dsp:txXfrm>
    </dsp:sp>
    <dsp:sp modelId="{73313321-B089-6142-89C3-6254719B2389}">
      <dsp:nvSpPr>
        <dsp:cNvPr id="0" name=""/>
        <dsp:cNvSpPr/>
      </dsp:nvSpPr>
      <dsp:spPr>
        <a:xfrm>
          <a:off x="7745001" y="210549"/>
          <a:ext cx="3520454" cy="2112272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sp:txBody>
      <dsp:txXfrm>
        <a:off x="7745001" y="210549"/>
        <a:ext cx="3520454" cy="2112272"/>
      </dsp:txXfrm>
    </dsp:sp>
    <dsp:sp modelId="{EF08E376-4E26-284A-B04A-2272E2B37BE4}">
      <dsp:nvSpPr>
        <dsp:cNvPr id="0" name=""/>
        <dsp:cNvSpPr/>
      </dsp:nvSpPr>
      <dsp:spPr>
        <a:xfrm>
          <a:off x="1936250" y="2674867"/>
          <a:ext cx="3520454" cy="2112272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sp:txBody>
      <dsp:txXfrm>
        <a:off x="1936250" y="2674867"/>
        <a:ext cx="3520454" cy="2112272"/>
      </dsp:txXfrm>
    </dsp:sp>
    <dsp:sp modelId="{6716D9F6-4AA6-A540-8569-2BA0DEE70F42}">
      <dsp:nvSpPr>
        <dsp:cNvPr id="0" name=""/>
        <dsp:cNvSpPr/>
      </dsp:nvSpPr>
      <dsp:spPr>
        <a:xfrm>
          <a:off x="5808750" y="2674867"/>
          <a:ext cx="3520454" cy="2112272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sp:txBody>
      <dsp:txXfrm>
        <a:off x="5808750" y="2674867"/>
        <a:ext cx="3520454" cy="21122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F5D00-2BBB-1B4A-A5EC-A1CAC8BC0135}">
      <dsp:nvSpPr>
        <dsp:cNvPr id="0" name=""/>
        <dsp:cNvSpPr/>
      </dsp:nvSpPr>
      <dsp:spPr>
        <a:xfrm>
          <a:off x="2452546" y="0"/>
          <a:ext cx="4404504" cy="4384817"/>
        </a:xfrm>
        <a:prstGeom prst="ellipse">
          <a:avLst/>
        </a:prstGeom>
        <a:solidFill>
          <a:srgbClr val="C0504D">
            <a:lumMod val="40000"/>
            <a:lumOff val="60000"/>
          </a:srgbClr>
        </a:solidFill>
        <a:ln w="381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Collection Control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4219398" y="315561"/>
        <a:ext cx="870801" cy="465080"/>
      </dsp:txXfrm>
    </dsp:sp>
    <dsp:sp modelId="{1E8A0D41-D224-334A-A949-6C516AE8204D}">
      <dsp:nvSpPr>
        <dsp:cNvPr id="0" name=""/>
        <dsp:cNvSpPr/>
      </dsp:nvSpPr>
      <dsp:spPr>
        <a:xfrm>
          <a:off x="2828154" y="791783"/>
          <a:ext cx="3709765" cy="3553701"/>
        </a:xfrm>
        <a:prstGeom prst="ellipse">
          <a:avLst/>
        </a:prstGeom>
        <a:solidFill>
          <a:srgbClr val="C0504D">
            <a:lumMod val="60000"/>
            <a:lumOff val="40000"/>
            <a:alpha val="81961"/>
          </a:srgbClr>
        </a:solidFill>
        <a:ln w="381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Access Control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4224632" y="1098683"/>
        <a:ext cx="916809" cy="452312"/>
      </dsp:txXfrm>
    </dsp:sp>
    <dsp:sp modelId="{34D19E6D-855F-B649-9917-E69B8B2661F8}">
      <dsp:nvSpPr>
        <dsp:cNvPr id="0" name=""/>
        <dsp:cNvSpPr/>
      </dsp:nvSpPr>
      <dsp:spPr>
        <a:xfrm>
          <a:off x="3406423" y="1762582"/>
          <a:ext cx="2553226" cy="2622234"/>
        </a:xfrm>
        <a:prstGeom prst="ellipse">
          <a:avLst/>
        </a:prstGeom>
        <a:solidFill>
          <a:srgbClr val="C0504D">
            <a:lumMod val="75000"/>
          </a:srgbClr>
        </a:solidFill>
        <a:ln w="381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100" b="1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</a:br>
          <a:br>
            <a:rPr lang="en-US" sz="1100" b="1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</a:br>
          <a:br>
            <a:rPr lang="en-US" sz="1100" b="1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</a:br>
          <a:r>
            <a:rPr lang="en-US" sz="1100" b="1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Inference  Control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4262378" y="2045654"/>
        <a:ext cx="841317" cy="417194"/>
      </dsp:txXfrm>
    </dsp:sp>
    <dsp:sp modelId="{68B28A2C-4BEC-FD43-8137-013E12A0EE10}">
      <dsp:nvSpPr>
        <dsp:cNvPr id="0" name=""/>
        <dsp:cNvSpPr/>
      </dsp:nvSpPr>
      <dsp:spPr>
        <a:xfrm>
          <a:off x="3913563" y="2971853"/>
          <a:ext cx="1538947" cy="1412963"/>
        </a:xfrm>
        <a:prstGeom prst="ellipse">
          <a:avLst/>
        </a:prstGeom>
        <a:solidFill>
          <a:srgbClr val="C0504D">
            <a:lumMod val="50000"/>
          </a:srgbClr>
        </a:solidFill>
        <a:ln w="381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Action Control (Not taking certain actions on me)</a:t>
          </a:r>
        </a:p>
      </dsp:txBody>
      <dsp:txXfrm>
        <a:off x="4298299" y="3428556"/>
        <a:ext cx="769474" cy="4995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EAD40-A10E-2C44-88BB-E254D1FEED2A}">
      <dsp:nvSpPr>
        <dsp:cNvPr id="0" name=""/>
        <dsp:cNvSpPr/>
      </dsp:nvSpPr>
      <dsp:spPr>
        <a:xfrm>
          <a:off x="0" y="210549"/>
          <a:ext cx="3520454" cy="2112272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sp:txBody>
      <dsp:txXfrm>
        <a:off x="0" y="210549"/>
        <a:ext cx="3520454" cy="2112272"/>
      </dsp:txXfrm>
    </dsp:sp>
    <dsp:sp modelId="{5DF36080-AA5F-044B-9B2D-18470035B1FB}">
      <dsp:nvSpPr>
        <dsp:cNvPr id="0" name=""/>
        <dsp:cNvSpPr/>
      </dsp:nvSpPr>
      <dsp:spPr>
        <a:xfrm>
          <a:off x="3872500" y="210549"/>
          <a:ext cx="3520454" cy="2112272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sp:txBody>
      <dsp:txXfrm>
        <a:off x="3872500" y="210549"/>
        <a:ext cx="3520454" cy="2112272"/>
      </dsp:txXfrm>
    </dsp:sp>
    <dsp:sp modelId="{73313321-B089-6142-89C3-6254719B2389}">
      <dsp:nvSpPr>
        <dsp:cNvPr id="0" name=""/>
        <dsp:cNvSpPr/>
      </dsp:nvSpPr>
      <dsp:spPr>
        <a:xfrm>
          <a:off x="7745001" y="210549"/>
          <a:ext cx="3520454" cy="2112272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sp:txBody>
      <dsp:txXfrm>
        <a:off x="7745001" y="210549"/>
        <a:ext cx="3520454" cy="2112272"/>
      </dsp:txXfrm>
    </dsp:sp>
    <dsp:sp modelId="{EF08E376-4E26-284A-B04A-2272E2B37BE4}">
      <dsp:nvSpPr>
        <dsp:cNvPr id="0" name=""/>
        <dsp:cNvSpPr/>
      </dsp:nvSpPr>
      <dsp:spPr>
        <a:xfrm>
          <a:off x="1936250" y="2674867"/>
          <a:ext cx="3520454" cy="2112272"/>
        </a:xfrm>
        <a:prstGeom prst="rect">
          <a:avLst/>
        </a:prstGeom>
        <a:solidFill>
          <a:srgbClr val="4D110A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sp:txBody>
      <dsp:txXfrm>
        <a:off x="1936250" y="2674867"/>
        <a:ext cx="3520454" cy="2112272"/>
      </dsp:txXfrm>
    </dsp:sp>
    <dsp:sp modelId="{6716D9F6-4AA6-A540-8569-2BA0DEE70F42}">
      <dsp:nvSpPr>
        <dsp:cNvPr id="0" name=""/>
        <dsp:cNvSpPr/>
      </dsp:nvSpPr>
      <dsp:spPr>
        <a:xfrm>
          <a:off x="5808750" y="2674867"/>
          <a:ext cx="3520454" cy="2112272"/>
        </a:xfrm>
        <a:prstGeom prst="rect">
          <a:avLst/>
        </a:prstGeom>
        <a:solidFill>
          <a:schemeClr val="bg2">
            <a:lumMod val="60000"/>
            <a:lumOff val="40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sp:txBody>
      <dsp:txXfrm>
        <a:off x="5808750" y="2674867"/>
        <a:ext cx="3520454" cy="21122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CBC395-CF3C-A24F-8682-006CE1DBC2D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28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CBC395-CF3C-A24F-8682-006CE1DBC2D7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28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CBC395-CF3C-A24F-8682-006CE1DBC2D7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90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CBC395-CF3C-A24F-8682-006CE1DBC2D7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79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tif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6" name="Google Shape;26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body" idx="1"/>
          </p:nvPr>
        </p:nvSpPr>
        <p:spPr>
          <a:xfrm>
            <a:off x="297706" y="1353806"/>
            <a:ext cx="11666363" cy="495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/>
          <p:nvPr/>
        </p:nvSpPr>
        <p:spPr>
          <a:xfrm>
            <a:off x="0" y="6434064"/>
            <a:ext cx="12192000" cy="423936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								@rayidghani				</a:t>
            </a: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4"/>
          <p:cNvSpPr/>
          <p:nvPr/>
        </p:nvSpPr>
        <p:spPr>
          <a:xfrm>
            <a:off x="0" y="1"/>
            <a:ext cx="12192000" cy="1206639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4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6154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5128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41489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B7521-98C0-2A40-BD39-5BCEE48B82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51495" y="4355259"/>
            <a:ext cx="6299749" cy="563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A34301-7F36-2C46-AC22-AFFAC4BFF8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66445" y="5094089"/>
            <a:ext cx="1161689" cy="10800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6D9F56-A257-F14E-A0A1-58B3F5FDAB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32840" b="-1"/>
          <a:stretch/>
        </p:blipFill>
        <p:spPr>
          <a:xfrm>
            <a:off x="5919078" y="5266579"/>
            <a:ext cx="3237089" cy="7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75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706" y="1353807"/>
            <a:ext cx="11666363" cy="49546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76"/>
          </a:xfrm>
          <a:solidFill>
            <a:srgbClr val="800000"/>
          </a:solidFill>
          <a:effectLst/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4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100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40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2" name="Google Shape;42;p6"/>
          <p:cNvSpPr/>
          <p:nvPr/>
        </p:nvSpPr>
        <p:spPr>
          <a:xfrm>
            <a:off x="0" y="6450221"/>
            <a:ext cx="12192000" cy="4076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210609" y="6459633"/>
            <a:ext cx="460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Kit Rodolfa</a:t>
            </a: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| </a:t>
            </a:r>
            <a:r>
              <a:rPr lang="en" sz="1600">
                <a:solidFill>
                  <a:schemeClr val="lt1"/>
                </a:solidFill>
              </a:rPr>
              <a:t>krodolfa@cmu.edu</a:t>
            </a:r>
            <a:endParaRPr sz="1600" b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176" y="6510528"/>
            <a:ext cx="3451669" cy="3085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360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7D4411-737E-C541-B4C4-6D57C5CC3460}"/>
              </a:ext>
            </a:extLst>
          </p:cNvPr>
          <p:cNvSpPr/>
          <p:nvPr userDrawn="1"/>
        </p:nvSpPr>
        <p:spPr>
          <a:xfrm>
            <a:off x="0" y="6519445"/>
            <a:ext cx="12192000" cy="338555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BB04C-E7FB-0646-9DDE-F53072130CA6}"/>
              </a:ext>
            </a:extLst>
          </p:cNvPr>
          <p:cNvSpPr txBox="1"/>
          <p:nvPr userDrawn="1"/>
        </p:nvSpPr>
        <p:spPr>
          <a:xfrm>
            <a:off x="210588" y="6533191"/>
            <a:ext cx="2779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rPr>
              <a:t>Rayid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rPr>
              <a:t> Ghani  |  @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rPr>
              <a:t>rayidghani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247F2-E124-D640-B103-0B5ED2CEA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96248" y="6578839"/>
            <a:ext cx="2687597" cy="24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62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356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521D5A-4AF5-A545-A4B2-D7E04BFEBC34}"/>
              </a:ext>
            </a:extLst>
          </p:cNvPr>
          <p:cNvSpPr/>
          <p:nvPr userDrawn="1"/>
        </p:nvSpPr>
        <p:spPr>
          <a:xfrm>
            <a:off x="0" y="6450222"/>
            <a:ext cx="12192000" cy="407777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158FC-C48E-1C49-B517-49F0EF74BDE8}"/>
              </a:ext>
            </a:extLst>
          </p:cNvPr>
          <p:cNvSpPr txBox="1"/>
          <p:nvPr userDrawn="1"/>
        </p:nvSpPr>
        <p:spPr>
          <a:xfrm>
            <a:off x="210586" y="6459621"/>
            <a:ext cx="2779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 err="1">
                <a:solidFill>
                  <a:schemeClr val="bg1"/>
                </a:solidFill>
                <a:latin typeface="Arial"/>
                <a:cs typeface="Arial"/>
              </a:rPr>
              <a:t>Rayid</a:t>
            </a:r>
            <a:r>
              <a:rPr lang="en-US" sz="1600" b="0" dirty="0">
                <a:solidFill>
                  <a:schemeClr val="bg1"/>
                </a:solidFill>
                <a:latin typeface="Arial"/>
                <a:cs typeface="Arial"/>
              </a:rPr>
              <a:t> Ghani  |  @</a:t>
            </a:r>
            <a:r>
              <a:rPr lang="en-US" sz="1600" b="0" dirty="0" err="1">
                <a:solidFill>
                  <a:schemeClr val="bg1"/>
                </a:solidFill>
                <a:latin typeface="Arial"/>
                <a:cs typeface="Arial"/>
              </a:rPr>
              <a:t>rayidghani</a:t>
            </a:r>
            <a:endParaRPr lang="en-US" sz="1600" b="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550D4-8156-FE47-8EAC-5551DAAF66E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632177" y="6510528"/>
            <a:ext cx="3451668" cy="30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</p:sldLayoutIdLst>
  <p:txStyles>
    <p:titleStyle>
      <a:lvl1pPr algn="ctr" defTabSz="342891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42891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685783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028674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371566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57168" indent="-257168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57199" indent="-214308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857229" indent="-171446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200121" indent="-171446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543012" indent="-171446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2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8.sv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2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11" Type="http://schemas.openxmlformats.org/officeDocument/2006/relationships/image" Target="../media/image11.png"/><Relationship Id="rId5" Type="http://schemas.openxmlformats.org/officeDocument/2006/relationships/image" Target="../media/image13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10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and Ethics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Rayid Ghani</a:t>
            </a:r>
            <a:endParaRPr sz="2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34BEC0-C377-344F-224E-6DF048E6ADD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00800-AD1E-8B8A-B6AA-DDFB77ABF34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was the controversial decision discussed in the case study?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CD96C-B9FF-0BC6-3795-F250DBAE8B7A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FC8512-92F4-A57B-1B3D-103BA9967E5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0AE1FBE-9262-51BC-E06A-AD8547DBA787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320DC1D-8DD3-0D13-EF48-C800AC110AC6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1333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0B989-36D4-795E-0BC3-16BA89E6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6FFB1-0A5E-79AC-B09F-E361E4BD8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update is about fixing results, adding features, and expanding model grid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Start thinking about which “beyond accuracy” topic you want to explore for your project?</a:t>
            </a:r>
          </a:p>
          <a:p>
            <a:pPr lvl="1"/>
            <a:r>
              <a:rPr lang="en-US" dirty="0"/>
              <a:t>Interpretability, fairness, uncertainty quantification, robustness, drift, causal inference,…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48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65D3B-EB08-4B4C-8C04-9797DEF5AD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5131" y="1529598"/>
            <a:ext cx="11361737" cy="3234907"/>
          </a:xfrm>
        </p:spPr>
        <p:txBody>
          <a:bodyPr/>
          <a:lstStyle/>
          <a:p>
            <a:pPr algn="ctr"/>
            <a:r>
              <a:rPr lang="en-US" sz="5867" dirty="0">
                <a:solidFill>
                  <a:schemeClr val="tx1"/>
                </a:solidFill>
              </a:rPr>
              <a:t>We know ML can help solve business and societal problems but we have to do it responsibly and ethically</a:t>
            </a:r>
          </a:p>
        </p:txBody>
      </p:sp>
    </p:spTree>
    <p:extLst>
      <p:ext uri="{BB962C8B-B14F-4D97-AF65-F5344CB8AC3E}">
        <p14:creationId xmlns:p14="http://schemas.microsoft.com/office/powerpoint/2010/main" val="3590549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7A557E-9323-7743-2BEB-F4686F09E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1CF567-B5E2-9D69-D975-585920E5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values should we design for?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221FAAA-24CF-E9B3-AC07-F94D562BEA7C}"/>
              </a:ext>
            </a:extLst>
          </p:cNvPr>
          <p:cNvGraphicFramePr/>
          <p:nvPr/>
        </p:nvGraphicFramePr>
        <p:xfrm>
          <a:off x="556505" y="1097007"/>
          <a:ext cx="11148767" cy="4954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784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4294967295"/>
          </p:nvPr>
        </p:nvSpPr>
        <p:spPr>
          <a:xfrm>
            <a:off x="415925" y="1151731"/>
            <a:ext cx="11360150" cy="45545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>
                <a:solidFill>
                  <a:schemeClr val="tx1"/>
                </a:solidFill>
              </a:rPr>
              <a:t>We need to be ok with not having answers but raising more questions that can be empirically informed</a:t>
            </a:r>
          </a:p>
        </p:txBody>
      </p:sp>
    </p:spTree>
    <p:extLst>
      <p:ext uri="{BB962C8B-B14F-4D97-AF65-F5344CB8AC3E}">
        <p14:creationId xmlns:p14="http://schemas.microsoft.com/office/powerpoint/2010/main" val="2155548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267" dirty="0"/>
              <a:t>Most of these questions are not new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800" dirty="0">
                <a:solidFill>
                  <a:schemeClr val="tx1"/>
                </a:solidFill>
              </a:rPr>
              <a:t>Ethical issues have always existed in every decision-making process</a:t>
            </a:r>
          </a:p>
          <a:p>
            <a:pPr marL="0" indent="0" algn="ctr">
              <a:buNone/>
            </a:pPr>
            <a:endParaRPr lang="en-US" sz="38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3800" dirty="0">
                <a:solidFill>
                  <a:schemeClr val="tx1"/>
                </a:solidFill>
              </a:rPr>
              <a:t>Why are we talking about them in this class now?</a:t>
            </a:r>
          </a:p>
        </p:txBody>
      </p:sp>
    </p:spTree>
    <p:extLst>
      <p:ext uri="{BB962C8B-B14F-4D97-AF65-F5344CB8AC3E}">
        <p14:creationId xmlns:p14="http://schemas.microsoft.com/office/powerpoint/2010/main" val="2652216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267" dirty="0"/>
              <a:t>Most of these questions are not new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tx1"/>
                </a:solidFill>
              </a:rPr>
              <a:t>Ethical issues have always existed in every decision-making process but we are dealing with them now at a </a:t>
            </a:r>
            <a:r>
              <a:rPr lang="en-US" sz="4400" u="sng" dirty="0">
                <a:solidFill>
                  <a:schemeClr val="tx1"/>
                </a:solidFill>
              </a:rPr>
              <a:t>different scale</a:t>
            </a:r>
            <a:r>
              <a:rPr lang="en-US" sz="4400" dirty="0">
                <a:solidFill>
                  <a:schemeClr val="tx1"/>
                </a:solidFill>
              </a:rPr>
              <a:t> and with a </a:t>
            </a:r>
            <a:r>
              <a:rPr lang="en-US" sz="4400" u="sng" dirty="0">
                <a:solidFill>
                  <a:schemeClr val="tx1"/>
                </a:solidFill>
              </a:rPr>
              <a:t>more data-driven view</a:t>
            </a:r>
          </a:p>
        </p:txBody>
      </p:sp>
    </p:spTree>
    <p:extLst>
      <p:ext uri="{BB962C8B-B14F-4D97-AF65-F5344CB8AC3E}">
        <p14:creationId xmlns:p14="http://schemas.microsoft.com/office/powerpoint/2010/main" val="58306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455ED0E-DE26-4629-86E5-4157A95D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</p:spPr>
        <p:txBody>
          <a:bodyPr/>
          <a:lstStyle/>
          <a:p>
            <a:r>
              <a:rPr lang="en-US" sz="8800" dirty="0"/>
              <a:t>Dim Sum is so much better than Sushi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3F064-8FA0-F14F-A521-45A9381AE572}"/>
              </a:ext>
            </a:extLst>
          </p:cNvPr>
          <p:cNvSpPr txBox="1"/>
          <p:nvPr/>
        </p:nvSpPr>
        <p:spPr>
          <a:xfrm>
            <a:off x="4400550" y="34290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96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455ED0E-DE26-4629-86E5-4157A95D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</p:spPr>
        <p:txBody>
          <a:bodyPr/>
          <a:lstStyle/>
          <a:p>
            <a:r>
              <a:rPr lang="en-US" sz="8800" dirty="0"/>
              <a:t>Grades accurately measure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67AA7-CDC2-D454-C585-F3770C1D45AC}"/>
              </a:ext>
            </a:extLst>
          </p:cNvPr>
          <p:cNvSpPr txBox="1"/>
          <p:nvPr/>
        </p:nvSpPr>
        <p:spPr>
          <a:xfrm>
            <a:off x="3049524" y="3275112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434343"/>
                </a:solidFill>
                <a:effectLst/>
                <a:latin typeface="Roboto" panose="02000000000000000000" pitchFamily="2" charset="0"/>
              </a:rPr>
              <a:t>12/31/2025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157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7BB6-DCCB-0FDB-ED6F-6C36471B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D3F4482-22DB-E607-7096-139ECBE65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</p:spPr>
        <p:txBody>
          <a:bodyPr/>
          <a:lstStyle/>
          <a:p>
            <a:r>
              <a:rPr lang="en-US" sz="8800" dirty="0"/>
              <a:t>Grades are correlated with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2F6C43-7EE5-608A-0C5D-818CE39160E8}"/>
              </a:ext>
            </a:extLst>
          </p:cNvPr>
          <p:cNvSpPr txBox="1"/>
          <p:nvPr/>
        </p:nvSpPr>
        <p:spPr>
          <a:xfrm>
            <a:off x="3049524" y="3275112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434343"/>
                </a:solidFill>
                <a:effectLst/>
                <a:latin typeface="Roboto" panose="02000000000000000000" pitchFamily="2" charset="0"/>
              </a:rPr>
              <a:t>12/31/2025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07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455ED0E-DE26-4629-86E5-4157A95D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</p:spPr>
        <p:txBody>
          <a:bodyPr/>
          <a:lstStyle/>
          <a:p>
            <a:pPr fontAlgn="base"/>
            <a:r>
              <a:rPr lang="en-US" sz="8000" dirty="0"/>
              <a:t>My phone should only collect, store, or use my location information when I allow it to</a:t>
            </a:r>
          </a:p>
        </p:txBody>
      </p:sp>
    </p:spTree>
    <p:extLst>
      <p:ext uri="{BB962C8B-B14F-4D97-AF65-F5344CB8AC3E}">
        <p14:creationId xmlns:p14="http://schemas.microsoft.com/office/powerpoint/2010/main" val="2742707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455ED0E-DE26-4629-86E5-4157A95D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</p:spPr>
        <p:txBody>
          <a:bodyPr/>
          <a:lstStyle/>
          <a:p>
            <a:r>
              <a:rPr lang="en-US" sz="9600" dirty="0"/>
              <a:t>All stereotypes are based on data</a:t>
            </a:r>
            <a:endParaRPr lang="en-US" sz="28700" dirty="0"/>
          </a:p>
        </p:txBody>
      </p:sp>
    </p:spTree>
    <p:extLst>
      <p:ext uri="{BB962C8B-B14F-4D97-AF65-F5344CB8AC3E}">
        <p14:creationId xmlns:p14="http://schemas.microsoft.com/office/powerpoint/2010/main" val="666263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455ED0E-DE26-4629-86E5-4157A95D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</p:spPr>
        <p:txBody>
          <a:bodyPr/>
          <a:lstStyle/>
          <a:p>
            <a:r>
              <a:rPr lang="en-US" sz="9600" dirty="0"/>
              <a:t>Most stereotypes are based on some data</a:t>
            </a:r>
            <a:endParaRPr lang="en-US" sz="28700" dirty="0"/>
          </a:p>
        </p:txBody>
      </p:sp>
    </p:spTree>
    <p:extLst>
      <p:ext uri="{BB962C8B-B14F-4D97-AF65-F5344CB8AC3E}">
        <p14:creationId xmlns:p14="http://schemas.microsoft.com/office/powerpoint/2010/main" val="3868460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455ED0E-DE26-4629-86E5-4157A95D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7800"/>
            <a:ext cx="11776300" cy="1122300"/>
          </a:xfrm>
        </p:spPr>
        <p:txBody>
          <a:bodyPr/>
          <a:lstStyle/>
          <a:p>
            <a:pPr fontAlgn="base"/>
            <a:r>
              <a:rPr lang="en-US" sz="11500" dirty="0"/>
              <a:t>Self Driving cars save lives</a:t>
            </a:r>
          </a:p>
        </p:txBody>
      </p:sp>
    </p:spTree>
    <p:extLst>
      <p:ext uri="{BB962C8B-B14F-4D97-AF65-F5344CB8AC3E}">
        <p14:creationId xmlns:p14="http://schemas.microsoft.com/office/powerpoint/2010/main" val="1012532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455ED0E-DE26-4629-86E5-4157A95D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</p:spPr>
        <p:txBody>
          <a:bodyPr/>
          <a:lstStyle/>
          <a:p>
            <a:pPr fontAlgn="base"/>
            <a:r>
              <a:rPr lang="en-US" sz="8000" dirty="0"/>
              <a:t>Predicting whether someone will commit a crime in the future is unethical</a:t>
            </a:r>
          </a:p>
        </p:txBody>
      </p:sp>
    </p:spTree>
    <p:extLst>
      <p:ext uri="{BB962C8B-B14F-4D97-AF65-F5344CB8AC3E}">
        <p14:creationId xmlns:p14="http://schemas.microsoft.com/office/powerpoint/2010/main" val="2176336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455ED0E-DE26-4629-86E5-4157A95D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2867850"/>
            <a:ext cx="11360700" cy="1122300"/>
          </a:xfrm>
        </p:spPr>
        <p:txBody>
          <a:bodyPr/>
          <a:lstStyle/>
          <a:p>
            <a:pPr fontAlgn="base"/>
            <a:r>
              <a:rPr lang="en-US" sz="8000" dirty="0"/>
              <a:t>Predicting whether someone will commit suicide in the future is unethical</a:t>
            </a:r>
          </a:p>
        </p:txBody>
      </p:sp>
    </p:spTree>
    <p:extLst>
      <p:ext uri="{BB962C8B-B14F-4D97-AF65-F5344CB8AC3E}">
        <p14:creationId xmlns:p14="http://schemas.microsoft.com/office/powerpoint/2010/main" val="2570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7577-1ABE-A145-8917-C778323C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000" dirty="0"/>
              <a:t>Pittsburgh is better than New York</a:t>
            </a:r>
          </a:p>
        </p:txBody>
      </p:sp>
    </p:spTree>
    <p:extLst>
      <p:ext uri="{BB962C8B-B14F-4D97-AF65-F5344CB8AC3E}">
        <p14:creationId xmlns:p14="http://schemas.microsoft.com/office/powerpoint/2010/main" val="1196936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1E85-B3D2-C043-AD9B-4313A727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9600" dirty="0"/>
              <a:t>Predictive policing systems reduce crime</a:t>
            </a:r>
          </a:p>
        </p:txBody>
      </p:sp>
    </p:spTree>
    <p:extLst>
      <p:ext uri="{BB962C8B-B14F-4D97-AF65-F5344CB8AC3E}">
        <p14:creationId xmlns:p14="http://schemas.microsoft.com/office/powerpoint/2010/main" val="1777247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1E85-B3D2-C043-AD9B-4313A727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9600" dirty="0"/>
              <a:t>Artists should get compensated for their art being used to train AI models</a:t>
            </a:r>
          </a:p>
        </p:txBody>
      </p:sp>
    </p:spTree>
    <p:extLst>
      <p:ext uri="{BB962C8B-B14F-4D97-AF65-F5344CB8AC3E}">
        <p14:creationId xmlns:p14="http://schemas.microsoft.com/office/powerpoint/2010/main" val="1091897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1E85-B3D2-C043-AD9B-4313A727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9600" dirty="0"/>
              <a:t>Facial Recognition Systems should be banned</a:t>
            </a:r>
          </a:p>
        </p:txBody>
      </p:sp>
    </p:spTree>
    <p:extLst>
      <p:ext uri="{BB962C8B-B14F-4D97-AF65-F5344CB8AC3E}">
        <p14:creationId xmlns:p14="http://schemas.microsoft.com/office/powerpoint/2010/main" val="2405606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455ED0E-DE26-4629-86E5-4157A95D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2867850"/>
            <a:ext cx="11360700" cy="1122300"/>
          </a:xfrm>
        </p:spPr>
        <p:txBody>
          <a:bodyPr/>
          <a:lstStyle/>
          <a:p>
            <a:pPr fontAlgn="base"/>
            <a:r>
              <a:rPr lang="en-US" sz="8000" dirty="0"/>
              <a:t>The blame for the negative consequences of the WCG system lies with the mayor</a:t>
            </a:r>
          </a:p>
        </p:txBody>
      </p:sp>
    </p:spTree>
    <p:extLst>
      <p:ext uri="{BB962C8B-B14F-4D97-AF65-F5344CB8AC3E}">
        <p14:creationId xmlns:p14="http://schemas.microsoft.com/office/powerpoint/2010/main" val="476371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455ED0E-DE26-4629-86E5-4157A95D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2867850"/>
            <a:ext cx="11360700" cy="1122300"/>
          </a:xfrm>
        </p:spPr>
        <p:txBody>
          <a:bodyPr/>
          <a:lstStyle/>
          <a:p>
            <a:pPr fontAlgn="base"/>
            <a:r>
              <a:rPr lang="en-US" sz="8000" dirty="0"/>
              <a:t>The blame for the negative consequences of the WCG system lies with the ML Developers</a:t>
            </a:r>
          </a:p>
        </p:txBody>
      </p:sp>
    </p:spTree>
    <p:extLst>
      <p:ext uri="{BB962C8B-B14F-4D97-AF65-F5344CB8AC3E}">
        <p14:creationId xmlns:p14="http://schemas.microsoft.com/office/powerpoint/2010/main" val="1817049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00D4-FEF5-0F36-18FD-A5411A6A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9600" dirty="0"/>
              <a:t>Self-Regulation is the  most effective way to regulate AI/ML</a:t>
            </a:r>
          </a:p>
        </p:txBody>
      </p:sp>
    </p:spTree>
    <p:extLst>
      <p:ext uri="{BB962C8B-B14F-4D97-AF65-F5344CB8AC3E}">
        <p14:creationId xmlns:p14="http://schemas.microsoft.com/office/powerpoint/2010/main" val="690220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Data and ML Ethics Issues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09E99C8-C1C9-DC4E-A00A-C3C715B7EB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442924"/>
              </p:ext>
            </p:extLst>
          </p:nvPr>
        </p:nvGraphicFramePr>
        <p:xfrm>
          <a:off x="415600" y="1379047"/>
          <a:ext cx="11265456" cy="4997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7890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7F2FFF-19CF-EEF7-6843-A59643DDCE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85E39B-579A-8303-2D06-BA90ABB3408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did you think of the format for today’s class?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DD9C89-B051-30DF-4942-11E3340B2D83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80D6D4E-3F93-5E16-B135-25FFF65AE9D5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D8304F7B-CE86-A05E-BB0A-A38781B25E09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9FBB48A-C1C1-479A-B062-AD55A5AF8B58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3162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2347" y="86563"/>
            <a:ext cx="11643953" cy="763500"/>
          </a:xfrm>
        </p:spPr>
        <p:txBody>
          <a:bodyPr/>
          <a:lstStyle/>
          <a:p>
            <a:r>
              <a:rPr lang="en-US" sz="3800" dirty="0"/>
              <a:t>Takeaways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There may not be a single, perfect answer to many of the ethical questions that come up.</a:t>
            </a:r>
          </a:p>
          <a:p>
            <a:r>
              <a:rPr lang="en-US" dirty="0">
                <a:solidFill>
                  <a:schemeClr val="tx1"/>
                </a:solidFill>
              </a:rPr>
              <a:t>We need to be comfortable with having these types of discussions</a:t>
            </a:r>
          </a:p>
          <a:p>
            <a:r>
              <a:rPr lang="en-US" dirty="0">
                <a:solidFill>
                  <a:schemeClr val="tx1"/>
                </a:solidFill>
              </a:rPr>
              <a:t>Context matters: Focus on the actions and not just the analysis</a:t>
            </a:r>
          </a:p>
          <a:p>
            <a:r>
              <a:rPr lang="en-US" dirty="0">
                <a:solidFill>
                  <a:schemeClr val="tx1"/>
                </a:solidFill>
              </a:rPr>
              <a:t>We need to elicit, mediate, and incorporate different perspectives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Problem owners, ML researchers and developers, users/action-takers, people directly impacted, and people/communities indirectly impacted</a:t>
            </a:r>
          </a:p>
          <a:p>
            <a:r>
              <a:rPr lang="en-US" dirty="0">
                <a:solidFill>
                  <a:schemeClr val="tx1"/>
                </a:solidFill>
              </a:rPr>
              <a:t>Accountability lies with everyone in the chain</a:t>
            </a:r>
          </a:p>
          <a:p>
            <a:r>
              <a:rPr lang="en-US" dirty="0">
                <a:solidFill>
                  <a:schemeClr val="tx1"/>
                </a:solidFill>
              </a:rPr>
              <a:t>Issues around privacy, security, consent, recourse,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143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CBD0-0529-C0FB-5239-A54C4F1F0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40099-7F1A-ACD3-E441-34D7D9991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68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2347" y="86563"/>
            <a:ext cx="11643953" cy="763500"/>
          </a:xfrm>
        </p:spPr>
        <p:txBody>
          <a:bodyPr/>
          <a:lstStyle/>
          <a:p>
            <a:r>
              <a:rPr lang="en-US" sz="3800" dirty="0"/>
              <a:t>Our policies need to reflect our values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What do we mean by equity?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Is it ok to (reverse) discriminate against one group to reach equity?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Should our right to privacy matter more than our right to life? Or to healthcare?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Should we be allowed to use someone’s data just because it’s accessible to us?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Is predictive policing always bad?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522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208B87-087C-704E-A59D-3B41A02A3541}"/>
              </a:ext>
            </a:extLst>
          </p:cNvPr>
          <p:cNvGraphicFramePr/>
          <p:nvPr/>
        </p:nvGraphicFramePr>
        <p:xfrm>
          <a:off x="2033900" y="1069676"/>
          <a:ext cx="8124200" cy="5412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9515E6D-2760-5548-B87C-48DFE860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1069676"/>
          </a:xfrm>
        </p:spPr>
        <p:txBody>
          <a:bodyPr/>
          <a:lstStyle/>
          <a:p>
            <a:r>
              <a:rPr lang="en-US" sz="3200" dirty="0"/>
              <a:t>We need to think of &amp; include the perspectives of different groups</a:t>
            </a:r>
          </a:p>
        </p:txBody>
      </p:sp>
    </p:spTree>
    <p:extLst>
      <p:ext uri="{BB962C8B-B14F-4D97-AF65-F5344CB8AC3E}">
        <p14:creationId xmlns:p14="http://schemas.microsoft.com/office/powerpoint/2010/main" val="2530302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7EE5C4-E0D3-B442-85BC-047C56D2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Rawls’s Theory of Justice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D15D198E-D367-5B47-AC41-41FCF1858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247873"/>
            <a:ext cx="11360700" cy="5234804"/>
          </a:xfrm>
        </p:spPr>
        <p:txBody>
          <a:bodyPr/>
          <a:lstStyle/>
          <a:p>
            <a:pPr lvl="1"/>
            <a:r>
              <a:rPr lang="en-US" sz="2167" dirty="0">
                <a:solidFill>
                  <a:schemeClr val="tx1"/>
                </a:solidFill>
              </a:rPr>
              <a:t>Moral philosophy is much more about frameworks to help approach tough problems and balance competing obligations than clear-cut answers</a:t>
            </a:r>
          </a:p>
          <a:p>
            <a:pPr lvl="1"/>
            <a:r>
              <a:rPr lang="en-US" sz="2167" dirty="0">
                <a:solidFill>
                  <a:schemeClr val="tx1"/>
                </a:solidFill>
              </a:rPr>
              <a:t>Rawls is far from the only voice here and many other perspectives are well worth exploring: utilitarianism (Singer), deontology (Kant), Scanlon, Sen, etc.</a:t>
            </a:r>
          </a:p>
        </p:txBody>
      </p:sp>
    </p:spTree>
    <p:extLst>
      <p:ext uri="{BB962C8B-B14F-4D97-AF65-F5344CB8AC3E}">
        <p14:creationId xmlns:p14="http://schemas.microsoft.com/office/powerpoint/2010/main" val="2098698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7EE5C4-E0D3-B442-85BC-047C56D2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Rawls’s Theory of Justice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D15D198E-D367-5B47-AC41-41FCF1858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8616" y="1211778"/>
            <a:ext cx="5407684" cy="5234804"/>
          </a:xfrm>
        </p:spPr>
        <p:txBody>
          <a:bodyPr/>
          <a:lstStyle/>
          <a:p>
            <a:r>
              <a:rPr lang="en-US" sz="2667" dirty="0">
                <a:solidFill>
                  <a:schemeClr val="tx1"/>
                </a:solidFill>
              </a:rPr>
              <a:t>Make rules from the “original position” under a “veil of ignorance”</a:t>
            </a:r>
            <a:br>
              <a:rPr lang="en-US" sz="2667" dirty="0">
                <a:solidFill>
                  <a:schemeClr val="tx1"/>
                </a:solidFill>
              </a:rPr>
            </a:br>
            <a:endParaRPr lang="en-US" sz="2667" dirty="0">
              <a:solidFill>
                <a:schemeClr val="tx1"/>
              </a:solidFill>
            </a:endParaRPr>
          </a:p>
          <a:p>
            <a:r>
              <a:rPr lang="en-US" sz="2667" dirty="0">
                <a:solidFill>
                  <a:schemeClr val="tx1"/>
                </a:solidFill>
              </a:rPr>
              <a:t>Rawls’s conclusions: equality in rights/duties &amp; the difference principle</a:t>
            </a:r>
          </a:p>
          <a:p>
            <a:pPr lvl="1"/>
            <a:r>
              <a:rPr lang="en-US" sz="2167" dirty="0">
                <a:solidFill>
                  <a:schemeClr val="tx1"/>
                </a:solidFill>
              </a:rPr>
              <a:t>Maximize the position of the least-well-off in society (“maximin”)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3672BF-135A-234F-BBED-742701A9C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51" y="1215189"/>
            <a:ext cx="4427621" cy="442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84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7EE5C4-E0D3-B442-85BC-047C56D2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questions we should be asking</a:t>
            </a:r>
          </a:p>
        </p:txBody>
      </p:sp>
    </p:spTree>
    <p:extLst>
      <p:ext uri="{BB962C8B-B14F-4D97-AF65-F5344CB8AC3E}">
        <p14:creationId xmlns:p14="http://schemas.microsoft.com/office/powerpoint/2010/main" val="40230611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7EE5C4-E0D3-B442-85BC-047C56D2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questions we should be asking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4636A7-C1DF-944F-8499-68D8712CC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67" dirty="0">
                <a:solidFill>
                  <a:schemeClr val="tx1"/>
                </a:solidFill>
              </a:rPr>
              <a:t>Are you using data for purposes it’s intended for? </a:t>
            </a:r>
          </a:p>
          <a:p>
            <a:r>
              <a:rPr lang="en-US" sz="2667" dirty="0">
                <a:solidFill>
                  <a:schemeClr val="tx1"/>
                </a:solidFill>
              </a:rPr>
              <a:t>How are you protecting the data?</a:t>
            </a:r>
          </a:p>
          <a:p>
            <a:r>
              <a:rPr lang="en-US" sz="2667" dirty="0">
                <a:solidFill>
                  <a:schemeClr val="tx1"/>
                </a:solidFill>
              </a:rPr>
              <a:t>Do the people who “own” the data know you’re using it?</a:t>
            </a:r>
          </a:p>
          <a:p>
            <a:r>
              <a:rPr lang="en-US" sz="2667" dirty="0">
                <a:solidFill>
                  <a:schemeClr val="tx1"/>
                </a:solidFill>
              </a:rPr>
              <a:t>Do you have their permission? How was it obtained?</a:t>
            </a:r>
          </a:p>
          <a:p>
            <a:r>
              <a:rPr lang="en-US" sz="2667" dirty="0">
                <a:solidFill>
                  <a:schemeClr val="tx1"/>
                </a:solidFill>
              </a:rPr>
              <a:t>What actions are you taking on individuals based on this data?</a:t>
            </a:r>
          </a:p>
          <a:p>
            <a:r>
              <a:rPr lang="en-US" sz="2667" dirty="0">
                <a:solidFill>
                  <a:schemeClr val="tx1"/>
                </a:solidFill>
              </a:rPr>
              <a:t>Do the people you’re targeting know why and if they’re being targeted?</a:t>
            </a:r>
          </a:p>
          <a:p>
            <a:r>
              <a:rPr lang="en-US" sz="2667" dirty="0">
                <a:solidFill>
                  <a:schemeClr val="tx1"/>
                </a:solidFill>
              </a:rPr>
              <a:t>What recourse do they have?</a:t>
            </a:r>
          </a:p>
          <a:p>
            <a:r>
              <a:rPr lang="en-US" sz="2667" dirty="0">
                <a:solidFill>
                  <a:schemeClr val="tx1"/>
                </a:solidFill>
              </a:rPr>
              <a:t>Would it make the front page of NYT if they found out what you’re doing?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1249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Data and AI Ethics Issues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09E99C8-C1C9-DC4E-A00A-C3C715B7EB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5736204"/>
              </p:ext>
            </p:extLst>
          </p:nvPr>
        </p:nvGraphicFramePr>
        <p:xfrm>
          <a:off x="415600" y="1379047"/>
          <a:ext cx="11265456" cy="4997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8287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Data and AI Ethics Issues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09E99C8-C1C9-DC4E-A00A-C3C715B7EB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1875921"/>
              </p:ext>
            </p:extLst>
          </p:nvPr>
        </p:nvGraphicFramePr>
        <p:xfrm>
          <a:off x="415600" y="1379047"/>
          <a:ext cx="11265456" cy="4997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67253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Privacy, Inference, and Levels of control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326CCE-5818-A040-AD18-4D8D720D0843}"/>
              </a:ext>
            </a:extLst>
          </p:cNvPr>
          <p:cNvSpPr txBox="1"/>
          <p:nvPr/>
        </p:nvSpPr>
        <p:spPr>
          <a:xfrm>
            <a:off x="4859773" y="1921239"/>
            <a:ext cx="2319866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67" b="1" dirty="0">
                <a:solidFill>
                  <a:schemeClr val="bg1"/>
                </a:solidFill>
              </a:rPr>
              <a:t>(Not collecting my data)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73662-5428-1643-9782-8F8261E4F555}"/>
              </a:ext>
            </a:extLst>
          </p:cNvPr>
          <p:cNvSpPr txBox="1"/>
          <p:nvPr/>
        </p:nvSpPr>
        <p:spPr>
          <a:xfrm>
            <a:off x="4630009" y="2704183"/>
            <a:ext cx="2904962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67" b="1" dirty="0">
                <a:solidFill>
                  <a:schemeClr val="bg1"/>
                </a:solidFill>
              </a:rPr>
              <a:t>(Not giving access to my data)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36249-A4CB-F94E-AEDB-BE012A520682}"/>
              </a:ext>
            </a:extLst>
          </p:cNvPr>
          <p:cNvSpPr txBox="1"/>
          <p:nvPr/>
        </p:nvSpPr>
        <p:spPr>
          <a:xfrm>
            <a:off x="4920609" y="4119833"/>
            <a:ext cx="1950212" cy="769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7" b="1" dirty="0">
                <a:solidFill>
                  <a:schemeClr val="bg1"/>
                </a:solidFill>
              </a:rPr>
              <a:t>(Not inferring something about  me)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31756-FC0A-4142-809F-2BCFA1DD7F25}"/>
              </a:ext>
            </a:extLst>
          </p:cNvPr>
          <p:cNvSpPr txBox="1"/>
          <p:nvPr/>
        </p:nvSpPr>
        <p:spPr>
          <a:xfrm>
            <a:off x="256196" y="1042351"/>
            <a:ext cx="95574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While we may want controls at all levels, we want stronger </a:t>
            </a:r>
          </a:p>
          <a:p>
            <a:r>
              <a:rPr lang="en-US" sz="2800" dirty="0"/>
              <a:t>controls as we go down these levels </a:t>
            </a:r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80FD20FD-B02B-7E40-89CB-E4DBD731FA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1540402"/>
              </p:ext>
            </p:extLst>
          </p:nvPr>
        </p:nvGraphicFramePr>
        <p:xfrm>
          <a:off x="1212678" y="2312241"/>
          <a:ext cx="9366074" cy="4384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5273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Data and AI Ethics Issues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09E99C8-C1C9-DC4E-A00A-C3C715B7EB22}"/>
              </a:ext>
            </a:extLst>
          </p:cNvPr>
          <p:cNvGraphicFramePr>
            <a:graphicFrameLocks/>
          </p:cNvGraphicFramePr>
          <p:nvPr/>
        </p:nvGraphicFramePr>
        <p:xfrm>
          <a:off x="415600" y="1379047"/>
          <a:ext cx="11265456" cy="4997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421743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704453-EA88-9248-BF43-E236B547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Transparency is </a:t>
            </a:r>
            <a:r>
              <a:rPr lang="en-US" sz="3200" u="sng" dirty="0"/>
              <a:t>not</a:t>
            </a:r>
            <a:r>
              <a:rPr lang="en-US" sz="3200" dirty="0"/>
              <a:t> about displaying the model that was built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E5C195-C6A2-C741-ACC3-68B8767A5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578" y="1069676"/>
            <a:ext cx="5598845" cy="530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472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does it take for an analysis to be transparent?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for the analysis</a:t>
            </a:r>
          </a:p>
          <a:p>
            <a:r>
              <a:rPr lang="en-US" dirty="0"/>
              <a:t>Model that was built</a:t>
            </a:r>
          </a:p>
          <a:p>
            <a:r>
              <a:rPr lang="en-US" dirty="0"/>
              <a:t>Data that was used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67830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09575" lvl="2"/>
            <a:r>
              <a:rPr lang="en-US" sz="3733" dirty="0">
                <a:solidFill>
                  <a:schemeClr val="bg1"/>
                </a:solidFill>
              </a:rPr>
              <a:t>We have to be able to explain and disclose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pPr lvl="1">
              <a:buFont typeface="Arial"/>
              <a:buChar char="•"/>
            </a:pPr>
            <a:r>
              <a:rPr lang="en-US" sz="2667" dirty="0"/>
              <a:t>Processes—what the analysis pipeline and algorithm does</a:t>
            </a:r>
          </a:p>
          <a:p>
            <a:pPr lvl="1">
              <a:buFont typeface="Arial"/>
              <a:buChar char="•"/>
            </a:pPr>
            <a:r>
              <a:rPr lang="en-US" sz="2667" dirty="0"/>
              <a:t>How it does it</a:t>
            </a:r>
          </a:p>
          <a:p>
            <a:pPr lvl="1">
              <a:buFont typeface="Arial"/>
              <a:buChar char="•"/>
            </a:pPr>
            <a:r>
              <a:rPr lang="en-US" sz="2667" dirty="0"/>
              <a:t>Who controls the algorithm </a:t>
            </a:r>
          </a:p>
          <a:p>
            <a:pPr lvl="1">
              <a:buFont typeface="Arial"/>
              <a:buChar char="•"/>
            </a:pPr>
            <a:r>
              <a:rPr lang="en-US" sz="2667" dirty="0"/>
              <a:t>What data does it use</a:t>
            </a:r>
          </a:p>
          <a:p>
            <a:pPr lvl="1">
              <a:buFont typeface="Arial"/>
              <a:buChar char="•"/>
            </a:pPr>
            <a:r>
              <a:rPr lang="en-US" sz="2667" dirty="0"/>
              <a:t>What is it being asked to optimize for</a:t>
            </a:r>
          </a:p>
          <a:p>
            <a:pPr lvl="1">
              <a:buFont typeface="Arial"/>
              <a:buChar char="•"/>
            </a:pPr>
            <a:r>
              <a:rPr lang="en-US" sz="2667" dirty="0"/>
              <a:t>How well did it do what it was asked to do</a:t>
            </a:r>
          </a:p>
          <a:p>
            <a:pPr lvl="1">
              <a:buFont typeface="Arial"/>
              <a:buChar char="•"/>
            </a:pPr>
            <a:r>
              <a:rPr lang="en-US" sz="2667" dirty="0"/>
              <a:t>What was its impact on different types of people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8075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5b767eb4-e56d-44c2-9f2d-d6e0a56cf072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ca972e0-7692-4c95-a62a-1bc86e6e0a33"/>
  <p:tag name="SLIDO_TIMELINE" val="W3sicG9sbFF1ZXN0aW9uVXVpZCI6ImEyY2FlYjE4LWUxYjctNDBlMC1iZTUwLTliODBmMjEzMTI5NyIsInNob3dSZXN1bHRzIjpmYWxz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f0225b5-9d12-4b87-b3d3-0576d8f522dc"/>
  <p:tag name="SLIDO_TIMELINE" val="W3sicG9sbFF1ZXN0aW9uVXVpZCI6IjFkM2Y3MTliLTAyMGYtNDFiZi1iYTRiLWZjOTViMzRhNGQ3MCIsInNob3dSZXN1bHRzIjpmYWxzZX0seyJwb2xsUXVlc3Rpb25VdWlkIjoiMWQzZjcxOWItMDIwZi00MWJmLWJhNGItZmM5NWIzNGE0ZDcwIiwic2hvd1Jlc3VsdHMiOnRydWV9XQ=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ayid class uchica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aia-porto-ghani-2018" id="{82BABE80-AE8E-FF4E-85C0-B54C44AB8DF2}" vid="{E9C63820-0DC0-E74F-8230-5D2113CC263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3415</TotalTime>
  <Words>985</Words>
  <Application>Microsoft Macintosh PowerPoint</Application>
  <PresentationFormat>Widescreen</PresentationFormat>
  <Paragraphs>150</Paragraphs>
  <Slides>41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Roboto</vt:lpstr>
      <vt:lpstr>Simple Light</vt:lpstr>
      <vt:lpstr>rayid class uchicago</vt:lpstr>
      <vt:lpstr>PowerPoint Presentation</vt:lpstr>
      <vt:lpstr>PowerPoint Presentation</vt:lpstr>
      <vt:lpstr>Reminders</vt:lpstr>
      <vt:lpstr>We know ML can help solve business and societal problems but we have to do it responsibly and ethically</vt:lpstr>
      <vt:lpstr>What values should we design for?</vt:lpstr>
      <vt:lpstr>PowerPoint Presentation</vt:lpstr>
      <vt:lpstr>Most of these questions are not new</vt:lpstr>
      <vt:lpstr>Most of these questions are not new</vt:lpstr>
      <vt:lpstr>Dim Sum is so much better than Sushi</vt:lpstr>
      <vt:lpstr>Grades accurately measure intelligence</vt:lpstr>
      <vt:lpstr>Grades are correlated with intelligence</vt:lpstr>
      <vt:lpstr>My phone should only collect, store, or use my location information when I allow it to</vt:lpstr>
      <vt:lpstr>All stereotypes are based on data</vt:lpstr>
      <vt:lpstr>Most stereotypes are based on some data</vt:lpstr>
      <vt:lpstr>Self Driving cars save lives</vt:lpstr>
      <vt:lpstr>Predicting whether someone will commit a crime in the future is unethical</vt:lpstr>
      <vt:lpstr>Predicting whether someone will commit suicide in the future is unethical</vt:lpstr>
      <vt:lpstr>Pittsburgh is better than New York</vt:lpstr>
      <vt:lpstr>Predictive policing systems reduce crime</vt:lpstr>
      <vt:lpstr>Artists should get compensated for their art being used to train AI models</vt:lpstr>
      <vt:lpstr>Facial Recognition Systems should be banned</vt:lpstr>
      <vt:lpstr>The blame for the negative consequences of the WCG system lies with the mayor</vt:lpstr>
      <vt:lpstr>The blame for the negative consequences of the WCG system lies with the ML Developers</vt:lpstr>
      <vt:lpstr>Self-Regulation is the  most effective way to regulate AI/ML</vt:lpstr>
      <vt:lpstr>Data and ML Ethics Issues</vt:lpstr>
      <vt:lpstr>PowerPoint Presentation</vt:lpstr>
      <vt:lpstr>Takeaways</vt:lpstr>
      <vt:lpstr>Appendix</vt:lpstr>
      <vt:lpstr>Our policies need to reflect our values</vt:lpstr>
      <vt:lpstr>We need to think of &amp; include the perspectives of different groups</vt:lpstr>
      <vt:lpstr>Rawls’s Theory of Justice</vt:lpstr>
      <vt:lpstr>Rawls’s Theory of Justice</vt:lpstr>
      <vt:lpstr>Some questions we should be asking</vt:lpstr>
      <vt:lpstr>Some questions we should be asking</vt:lpstr>
      <vt:lpstr>Data and AI Ethics Issues</vt:lpstr>
      <vt:lpstr>Data and AI Ethics Issues</vt:lpstr>
      <vt:lpstr>Privacy, Inference, and Levels of control</vt:lpstr>
      <vt:lpstr>Data and AI Ethics Issues</vt:lpstr>
      <vt:lpstr>Transparency is not about displaying the model that was built</vt:lpstr>
      <vt:lpstr>What does it take for an analysis to be transparent?</vt:lpstr>
      <vt:lpstr>We have to be able to explain and disclose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48</cp:revision>
  <dcterms:created xsi:type="dcterms:W3CDTF">2020-01-14T19:43:43Z</dcterms:created>
  <dcterms:modified xsi:type="dcterms:W3CDTF">2025-10-23T20:57:27Z</dcterms:modified>
</cp:coreProperties>
</file>