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  <p:sldMasterId id="2147483663" r:id="rId2"/>
  </p:sldMasterIdLst>
  <p:notesMasterIdLst>
    <p:notesMasterId r:id="rId70"/>
  </p:notesMasterIdLst>
  <p:sldIdLst>
    <p:sldId id="256" r:id="rId3"/>
    <p:sldId id="474" r:id="rId4"/>
    <p:sldId id="499" r:id="rId5"/>
    <p:sldId id="445" r:id="rId6"/>
    <p:sldId id="446" r:id="rId7"/>
    <p:sldId id="295" r:id="rId8"/>
    <p:sldId id="417" r:id="rId9"/>
    <p:sldId id="424" r:id="rId10"/>
    <p:sldId id="419" r:id="rId11"/>
    <p:sldId id="425" r:id="rId12"/>
    <p:sldId id="426" r:id="rId13"/>
    <p:sldId id="447" r:id="rId14"/>
    <p:sldId id="494" r:id="rId15"/>
    <p:sldId id="420" r:id="rId16"/>
    <p:sldId id="430" r:id="rId17"/>
    <p:sldId id="357" r:id="rId18"/>
    <p:sldId id="358" r:id="rId19"/>
    <p:sldId id="359" r:id="rId20"/>
    <p:sldId id="360" r:id="rId21"/>
    <p:sldId id="361" r:id="rId22"/>
    <p:sldId id="362" r:id="rId23"/>
    <p:sldId id="421" r:id="rId24"/>
    <p:sldId id="422" r:id="rId25"/>
    <p:sldId id="428" r:id="rId26"/>
    <p:sldId id="429" r:id="rId27"/>
    <p:sldId id="497" r:id="rId28"/>
    <p:sldId id="498" r:id="rId29"/>
    <p:sldId id="448" r:id="rId30"/>
    <p:sldId id="273" r:id="rId31"/>
    <p:sldId id="297" r:id="rId32"/>
    <p:sldId id="267" r:id="rId33"/>
    <p:sldId id="264" r:id="rId34"/>
    <p:sldId id="263" r:id="rId35"/>
    <p:sldId id="262" r:id="rId36"/>
    <p:sldId id="261" r:id="rId37"/>
    <p:sldId id="260" r:id="rId38"/>
    <p:sldId id="259" r:id="rId39"/>
    <p:sldId id="258" r:id="rId40"/>
    <p:sldId id="257" r:id="rId41"/>
    <p:sldId id="292" r:id="rId42"/>
    <p:sldId id="270" r:id="rId43"/>
    <p:sldId id="268" r:id="rId44"/>
    <p:sldId id="272" r:id="rId45"/>
    <p:sldId id="296" r:id="rId46"/>
    <p:sldId id="287" r:id="rId47"/>
    <p:sldId id="286" r:id="rId48"/>
    <p:sldId id="275" r:id="rId49"/>
    <p:sldId id="288" r:id="rId50"/>
    <p:sldId id="276" r:id="rId51"/>
    <p:sldId id="289" r:id="rId52"/>
    <p:sldId id="277" r:id="rId53"/>
    <p:sldId id="290" r:id="rId54"/>
    <p:sldId id="278" r:id="rId55"/>
    <p:sldId id="291" r:id="rId56"/>
    <p:sldId id="279" r:id="rId57"/>
    <p:sldId id="293" r:id="rId58"/>
    <p:sldId id="280" r:id="rId59"/>
    <p:sldId id="294" r:id="rId60"/>
    <p:sldId id="281" r:id="rId61"/>
    <p:sldId id="449" r:id="rId62"/>
    <p:sldId id="282" r:id="rId63"/>
    <p:sldId id="274" r:id="rId64"/>
    <p:sldId id="283" r:id="rId65"/>
    <p:sldId id="284" r:id="rId66"/>
    <p:sldId id="271" r:id="rId67"/>
    <p:sldId id="285" r:id="rId68"/>
    <p:sldId id="269" r:id="rId69"/>
  </p:sldIdLst>
  <p:sldSz cx="12192000" cy="6858000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/>
    </p:ext>
    <p:ext uri="http://customooxmlschemas.google.com/">
      <go:slidesCustomData xmlns:go="http://customooxmlschemas.google.com/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79" roundtripDataSignature="AMtx7mjFyVUGRZWio+dc9dxzYsimUxNJb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811E1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6771"/>
    <p:restoredTop sz="93082"/>
  </p:normalViewPr>
  <p:slideViewPr>
    <p:cSldViewPr snapToGrid="0" snapToObjects="1">
      <p:cViewPr varScale="1">
        <p:scale>
          <a:sx n="118" d="100"/>
          <a:sy n="118" d="100"/>
        </p:scale>
        <p:origin x="232" y="19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2" Type="http://schemas.openxmlformats.org/officeDocument/2006/relationships/slideMaster" Target="slideMasters/slideMaster2.xml"/><Relationship Id="rId16" Type="http://schemas.openxmlformats.org/officeDocument/2006/relationships/slide" Target="slides/slide14.xml"/><Relationship Id="rId29" Type="http://schemas.openxmlformats.org/officeDocument/2006/relationships/slide" Target="slides/slide27.xml"/><Relationship Id="rId11" Type="http://schemas.openxmlformats.org/officeDocument/2006/relationships/slide" Target="slides/slide9.xml"/><Relationship Id="rId24" Type="http://schemas.openxmlformats.org/officeDocument/2006/relationships/slide" Target="slides/slide22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66" Type="http://schemas.openxmlformats.org/officeDocument/2006/relationships/slide" Target="slides/slide64.xml"/><Relationship Id="rId79" Type="http://customschemas.google.com/relationships/presentationmetadata" Target="metadata"/><Relationship Id="rId5" Type="http://schemas.openxmlformats.org/officeDocument/2006/relationships/slide" Target="slides/slide3.xml"/><Relationship Id="rId61" Type="http://schemas.openxmlformats.org/officeDocument/2006/relationships/slide" Target="slides/slide59.xml"/><Relationship Id="rId82" Type="http://schemas.openxmlformats.org/officeDocument/2006/relationships/theme" Target="theme/theme1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56" Type="http://schemas.openxmlformats.org/officeDocument/2006/relationships/slide" Target="slides/slide54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80" Type="http://schemas.openxmlformats.org/officeDocument/2006/relationships/presProps" Target="presProps.xml"/><Relationship Id="rId3" Type="http://schemas.openxmlformats.org/officeDocument/2006/relationships/slide" Target="slides/slide1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notesMaster" Target="notesMasters/notesMaster1.xml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81" Type="http://schemas.openxmlformats.org/officeDocument/2006/relationships/viewProps" Target="viewProps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1">
  <dgm:title val=""/>
  <dgm:desc val=""/>
  <dgm:catLst>
    <dgm:cat type="colorful" pri="101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/>
    <dgm:txEffectClrLst/>
  </dgm:styleLbl>
  <dgm:styleLbl name="lnNode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2">
        <a:alpha val="50000"/>
      </a:schemeClr>
      <a:schemeClr val="accent3">
        <a:alpha val="50000"/>
      </a:schemeClr>
      <a:schemeClr val="accent4">
        <a:alpha val="50000"/>
      </a:schemeClr>
      <a:schemeClr val="accent5">
        <a:alpha val="50000"/>
      </a:schemeClr>
      <a:schemeClr val="accent6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2">
        <a:tint val="50000"/>
      </a:schemeClr>
      <a:schemeClr val="accent3">
        <a:tint val="50000"/>
      </a:schemeClr>
      <a:schemeClr val="accent4">
        <a:tint val="50000"/>
      </a:schemeClr>
      <a:schemeClr val="accent5">
        <a:tint val="50000"/>
      </a:schemeClr>
      <a:schemeClr val="accent6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1">
        <a:tint val="50000"/>
      </a:schemeClr>
      <a:schemeClr val="accent2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/>
    <dgm:txEffectClrLst/>
  </dgm:styleLbl>
  <dgm:styleLbl name="f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 meth="repeat">
      <a:schemeClr val="accent2"/>
      <a:schemeClr val="accent3"/>
      <a:schemeClr val="accent4"/>
      <a:schemeClr val="accent5"/>
      <a:schemeClr val="accent6"/>
    </dgm:fillClrLst>
    <dgm:linClrLst meth="cycle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 meth="repeat">
      <a:schemeClr val="accent2"/>
      <a:schemeClr val="accent3"/>
      <a:schemeClr val="accent4"/>
      <a:schemeClr val="accent5"/>
      <a:schemeClr val="accent6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asst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>
        <a:tint val="90000"/>
      </a:schemeClr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4">
        <a:tint val="7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5">
        <a:tint val="5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2"/>
      <a:schemeClr val="accent3"/>
      <a:schemeClr val="accent4"/>
      <a:schemeClr val="accent5"/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fillClrLst>
    <dgm:linClrLst meth="repeat">
      <a:schemeClr val="accent2">
        <a:tint val="40000"/>
        <a:alpha val="90000"/>
      </a:schemeClr>
      <a:schemeClr val="accent3">
        <a:tint val="40000"/>
        <a:alpha val="90000"/>
      </a:schemeClr>
      <a:schemeClr val="accent4">
        <a:tint val="40000"/>
        <a:alpha val="90000"/>
      </a:schemeClr>
      <a:schemeClr val="accent5">
        <a:tint val="40000"/>
        <a:alpha val="90000"/>
      </a:schemeClr>
      <a:schemeClr val="accent6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E9FB0F4E-6967-3B44-A32F-E8B1C7AE98D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  <dgm:t>
        <a:bodyPr/>
        <a:lstStyle/>
        <a:p>
          <a:endParaRPr lang="en-US"/>
        </a:p>
      </dgm:t>
    </dgm:pt>
    <dgm:pt modelId="{75350DEC-25F7-F240-A4BF-3A92E80C52F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Scope</a:t>
          </a:r>
        </a:p>
      </dgm:t>
    </dgm:pt>
    <dgm:pt modelId="{965794C1-5767-E94D-8105-ED104B4D33E2}" type="parTrans" cxnId="{81D07A23-EA35-C94F-81FA-E72150079877}">
      <dgm:prSet/>
      <dgm:spPr/>
      <dgm:t>
        <a:bodyPr/>
        <a:lstStyle/>
        <a:p>
          <a:endParaRPr lang="en-US"/>
        </a:p>
      </dgm:t>
    </dgm:pt>
    <dgm:pt modelId="{BAC284C6-3986-1C48-93AC-8FEBC662ECEE}" type="sibTrans" cxnId="{81D07A23-EA35-C94F-81FA-E72150079877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4F2509E8-87E6-2347-B926-EB9BDDECA6FD}">
      <dgm:prSet phldrT="[Text]"/>
      <dgm:spPr/>
      <dgm:t>
        <a:bodyPr/>
        <a:lstStyle/>
        <a:p>
          <a:r>
            <a:rPr lang="en-US" dirty="0"/>
            <a:t>Data</a:t>
          </a:r>
        </a:p>
      </dgm:t>
    </dgm:pt>
    <dgm:pt modelId="{B4B1EEE1-8225-A643-B681-A7F3FC14ECAD}" type="parTrans" cxnId="{9BF83777-08E0-6140-9D35-BF7D8AF8A067}">
      <dgm:prSet/>
      <dgm:spPr/>
      <dgm:t>
        <a:bodyPr/>
        <a:lstStyle/>
        <a:p>
          <a:endParaRPr lang="en-US"/>
        </a:p>
      </dgm:t>
    </dgm:pt>
    <dgm:pt modelId="{748D4455-259E-4245-ADD2-8DDAC2A60773}" type="sibTrans" cxnId="{9BF83777-08E0-6140-9D35-BF7D8AF8A067}">
      <dgm:prSet/>
      <dgm:spPr/>
      <dgm:t>
        <a:bodyPr/>
        <a:lstStyle/>
        <a:p>
          <a:endParaRPr lang="en-US"/>
        </a:p>
      </dgm:t>
    </dgm:pt>
    <dgm:pt modelId="{7B079A50-DF5E-0A4C-9491-2FBAFC0F785B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Exploration</a:t>
          </a:r>
        </a:p>
      </dgm:t>
    </dgm:pt>
    <dgm:pt modelId="{BA902E5D-518F-0749-86BA-04AA510BA959}" type="parTrans" cxnId="{A454DBA0-21A9-3941-9DF2-4DD870F537A3}">
      <dgm:prSet/>
      <dgm:spPr/>
      <dgm:t>
        <a:bodyPr/>
        <a:lstStyle/>
        <a:p>
          <a:endParaRPr lang="en-US"/>
        </a:p>
      </dgm:t>
    </dgm:pt>
    <dgm:pt modelId="{00735B98-C924-5743-B429-DBBBDEA50165}" type="sibTrans" cxnId="{A454DBA0-21A9-3941-9DF2-4DD870F537A3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EB4866D8-1266-8945-89C4-F4CD4F9D8A6F}">
      <dgm:prSet phldrT="[Text]"/>
      <dgm:spPr/>
      <dgm:t>
        <a:bodyPr/>
        <a:lstStyle/>
        <a:p>
          <a:r>
            <a:rPr lang="en-US" dirty="0"/>
            <a:t>Modeling</a:t>
          </a:r>
        </a:p>
      </dgm:t>
    </dgm:pt>
    <dgm:pt modelId="{4276625C-E1F0-F840-90D6-CE76DDBB799C}" type="parTrans" cxnId="{A1CEA2E5-F1DD-EF48-A85B-4A04D4565509}">
      <dgm:prSet/>
      <dgm:spPr/>
      <dgm:t>
        <a:bodyPr/>
        <a:lstStyle/>
        <a:p>
          <a:endParaRPr lang="en-US"/>
        </a:p>
      </dgm:t>
    </dgm:pt>
    <dgm:pt modelId="{206E47A8-99B6-484A-AD35-04DCB9238B9B}" type="sibTrans" cxnId="{A1CEA2E5-F1DD-EF48-A85B-4A04D4565509}">
      <dgm:prSet/>
      <dgm:spPr/>
      <dgm:t>
        <a:bodyPr/>
        <a:lstStyle/>
        <a:p>
          <a:endParaRPr lang="en-US"/>
        </a:p>
      </dgm:t>
    </dgm:pt>
    <dgm:pt modelId="{F9BD6EF9-8382-F144-B9CD-FB838C6C03F9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137D12B5-70FE-6847-BD89-CA99FC0D41AD}" type="parTrans" cxnId="{890194DD-304B-C447-9AF3-AFAE634C6D43}">
      <dgm:prSet/>
      <dgm:spPr/>
      <dgm:t>
        <a:bodyPr/>
        <a:lstStyle/>
        <a:p>
          <a:endParaRPr lang="en-US"/>
        </a:p>
      </dgm:t>
    </dgm:pt>
    <dgm:pt modelId="{49EC0DFE-61E7-374D-A1BD-7617E9E9166B}" type="sibTrans" cxnId="{890194DD-304B-C447-9AF3-AFAE634C6D43}">
      <dgm:prSet/>
      <dgm:spPr/>
      <dgm:t>
        <a:bodyPr/>
        <a:lstStyle/>
        <a:p>
          <a:endParaRPr lang="en-US"/>
        </a:p>
      </dgm:t>
    </dgm:pt>
    <dgm:pt modelId="{C8AF58C4-450C-0C4C-83CB-1474D3ADA25F}">
      <dgm:prSet phldrT="[Text]"/>
      <dgm:spPr/>
      <dgm:t>
        <a:bodyPr/>
        <a:lstStyle/>
        <a:p>
          <a:r>
            <a:rPr lang="en-US" dirty="0"/>
            <a:t>Store Data</a:t>
          </a:r>
        </a:p>
      </dgm:t>
    </dgm:pt>
    <dgm:pt modelId="{DEBC2A1C-65D7-5E43-945C-60BBA4631011}" type="parTrans" cxnId="{43B9E771-FA74-B642-9EED-7FE4A7CDF11A}">
      <dgm:prSet/>
      <dgm:spPr/>
      <dgm:t>
        <a:bodyPr/>
        <a:lstStyle/>
        <a:p>
          <a:endParaRPr lang="en-US"/>
        </a:p>
      </dgm:t>
    </dgm:pt>
    <dgm:pt modelId="{51773514-44C5-134E-A69D-D30DCA75AB37}" type="sibTrans" cxnId="{43B9E771-FA74-B642-9EED-7FE4A7CDF11A}">
      <dgm:prSet/>
      <dgm:spPr/>
      <dgm:t>
        <a:bodyPr/>
        <a:lstStyle/>
        <a:p>
          <a:endParaRPr lang="en-US"/>
        </a:p>
      </dgm:t>
    </dgm:pt>
    <dgm:pt modelId="{761579F4-10DF-F244-9532-25DEF4807D83}">
      <dgm:prSet phldrT="[Text]"/>
      <dgm:spPr/>
      <dgm:t>
        <a:bodyPr/>
        <a:lstStyle/>
        <a:p>
          <a:r>
            <a:rPr lang="en-US" dirty="0"/>
            <a:t>Link Data</a:t>
          </a:r>
        </a:p>
      </dgm:t>
    </dgm:pt>
    <dgm:pt modelId="{4C55FAFB-140B-EA49-9492-2DC8E373D8C0}" type="parTrans" cxnId="{445B7ADC-F7C5-5046-9BEE-3618E0EEE919}">
      <dgm:prSet/>
      <dgm:spPr/>
      <dgm:t>
        <a:bodyPr/>
        <a:lstStyle/>
        <a:p>
          <a:endParaRPr lang="en-US"/>
        </a:p>
      </dgm:t>
    </dgm:pt>
    <dgm:pt modelId="{3543ED0F-366F-8D44-8E9F-A843D81464D5}" type="sibTrans" cxnId="{445B7ADC-F7C5-5046-9BEE-3618E0EEE919}">
      <dgm:prSet/>
      <dgm:spPr/>
      <dgm:t>
        <a:bodyPr/>
        <a:lstStyle/>
        <a:p>
          <a:endParaRPr lang="en-US"/>
        </a:p>
      </dgm:t>
    </dgm:pt>
    <dgm:pt modelId="{5FE83F24-F694-6A4B-99C0-78300CB546E1}">
      <dgm:prSet phldrT="[Text]"/>
      <dgm:spPr/>
      <dgm:t>
        <a:bodyPr/>
        <a:lstStyle/>
        <a:p>
          <a:r>
            <a:rPr lang="en-US" dirty="0"/>
            <a:t>Rows</a:t>
          </a:r>
        </a:p>
      </dgm:t>
    </dgm:pt>
    <dgm:pt modelId="{E15C2973-AC33-0145-8745-682DFB76DED0}" type="parTrans" cxnId="{ED970163-ECEE-D849-9B40-616074ECBD3F}">
      <dgm:prSet/>
      <dgm:spPr/>
      <dgm:t>
        <a:bodyPr/>
        <a:lstStyle/>
        <a:p>
          <a:endParaRPr lang="en-US"/>
        </a:p>
      </dgm:t>
    </dgm:pt>
    <dgm:pt modelId="{A1EBC4F8-774A-B045-880A-03E7D798D46B}" type="sibTrans" cxnId="{ED970163-ECEE-D849-9B40-616074ECBD3F}">
      <dgm:prSet/>
      <dgm:spPr/>
      <dgm:t>
        <a:bodyPr/>
        <a:lstStyle/>
        <a:p>
          <a:endParaRPr lang="en-US"/>
        </a:p>
      </dgm:t>
    </dgm:pt>
    <dgm:pt modelId="{471C43CE-832D-774D-BB7A-57512EFB5879}">
      <dgm:prSet phldrT="[Text]"/>
      <dgm:spPr/>
      <dgm:t>
        <a:bodyPr/>
        <a:lstStyle/>
        <a:p>
          <a:r>
            <a:rPr lang="en-US" dirty="0"/>
            <a:t>Features</a:t>
          </a:r>
        </a:p>
      </dgm:t>
    </dgm:pt>
    <dgm:pt modelId="{C2B9F4EE-A410-1B4C-9D53-DB22DB03D31F}" type="parTrans" cxnId="{E7042CE6-A233-CB47-A6F5-D0D71F329C45}">
      <dgm:prSet/>
      <dgm:spPr/>
      <dgm:t>
        <a:bodyPr/>
        <a:lstStyle/>
        <a:p>
          <a:endParaRPr lang="en-US"/>
        </a:p>
      </dgm:t>
    </dgm:pt>
    <dgm:pt modelId="{DE50C641-CD08-A846-B7EB-02241BA70688}" type="sibTrans" cxnId="{E7042CE6-A233-CB47-A6F5-D0D71F329C45}">
      <dgm:prSet/>
      <dgm:spPr/>
      <dgm:t>
        <a:bodyPr/>
        <a:lstStyle/>
        <a:p>
          <a:endParaRPr lang="en-US"/>
        </a:p>
      </dgm:t>
    </dgm:pt>
    <dgm:pt modelId="{6E882DEC-3034-E942-B5AA-2835D77DD5C8}">
      <dgm:prSet phldrT="[Text]"/>
      <dgm:spPr/>
      <dgm:t>
        <a:bodyPr/>
        <a:lstStyle/>
        <a:p>
          <a:r>
            <a:rPr lang="en-US" dirty="0"/>
            <a:t>Labels</a:t>
          </a:r>
        </a:p>
      </dgm:t>
    </dgm:pt>
    <dgm:pt modelId="{11E32BAA-4A06-9844-B381-3F8D7D686934}" type="parTrans" cxnId="{9A8098B2-9CE9-D942-9547-38EF361DD3D4}">
      <dgm:prSet/>
      <dgm:spPr/>
      <dgm:t>
        <a:bodyPr/>
        <a:lstStyle/>
        <a:p>
          <a:endParaRPr lang="en-US"/>
        </a:p>
      </dgm:t>
    </dgm:pt>
    <dgm:pt modelId="{DE8B183B-7E7F-5749-9A67-A6C365A09A85}" type="sibTrans" cxnId="{9A8098B2-9CE9-D942-9547-38EF361DD3D4}">
      <dgm:prSet/>
      <dgm:spPr/>
      <dgm:t>
        <a:bodyPr/>
        <a:lstStyle/>
        <a:p>
          <a:endParaRPr lang="en-US"/>
        </a:p>
      </dgm:t>
    </dgm:pt>
    <dgm:pt modelId="{AE199458-77CF-8440-8970-F024006EA226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8FD87771-F4E1-DC47-B38A-8EDD08A5C725}" type="parTrans" cxnId="{8497B9D0-5691-E848-8EE3-C51BC656F8B1}">
      <dgm:prSet/>
      <dgm:spPr/>
      <dgm:t>
        <a:bodyPr/>
        <a:lstStyle/>
        <a:p>
          <a:endParaRPr lang="en-US"/>
        </a:p>
      </dgm:t>
    </dgm:pt>
    <dgm:pt modelId="{89DBDFDC-5EB5-0B49-A8D0-DB22ECB982AF}" type="sibTrans" cxnId="{8497B9D0-5691-E848-8EE3-C51BC656F8B1}">
      <dgm:prSet/>
      <dgm:spPr>
        <a:solidFill>
          <a:srgbClr val="00B0F0"/>
        </a:solidFill>
      </dgm:spPr>
      <dgm:t>
        <a:bodyPr/>
        <a:lstStyle/>
        <a:p>
          <a:endParaRPr lang="en-US"/>
        </a:p>
      </dgm:t>
    </dgm:pt>
    <dgm:pt modelId="{86AA592B-D489-5D4D-93FE-79A538493DA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Train-Test Splits</a:t>
          </a:r>
        </a:p>
      </dgm:t>
    </dgm:pt>
    <dgm:pt modelId="{06E1BE15-F8C7-9C4D-A90E-557728BBB1D3}" type="parTrans" cxnId="{09F5B15E-E1AD-2E4A-AFF2-C91E75C311A9}">
      <dgm:prSet/>
      <dgm:spPr/>
      <dgm:t>
        <a:bodyPr/>
        <a:lstStyle/>
        <a:p>
          <a:endParaRPr lang="en-US"/>
        </a:p>
      </dgm:t>
    </dgm:pt>
    <dgm:pt modelId="{9EB8E24C-CDF4-7B49-8A25-38E38E64AA9F}" type="sibTrans" cxnId="{09F5B15E-E1AD-2E4A-AFF2-C91E75C311A9}">
      <dgm:prSet/>
      <dgm:spPr/>
      <dgm:t>
        <a:bodyPr/>
        <a:lstStyle/>
        <a:p>
          <a:endParaRPr lang="en-US"/>
        </a:p>
      </dgm:t>
    </dgm:pt>
    <dgm:pt modelId="{69F25C00-F7E1-8B47-8544-B81240B6C7F2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Performance Metrics</a:t>
          </a:r>
        </a:p>
      </dgm:t>
    </dgm:pt>
    <dgm:pt modelId="{258EB4FC-8DB3-204B-AE19-757E57DBF8E2}" type="parTrans" cxnId="{FC1AC939-5A01-D84B-8800-0E045D0F93C8}">
      <dgm:prSet/>
      <dgm:spPr/>
      <dgm:t>
        <a:bodyPr/>
        <a:lstStyle/>
        <a:p>
          <a:endParaRPr lang="en-US"/>
        </a:p>
      </dgm:t>
    </dgm:pt>
    <dgm:pt modelId="{2C4AF3F2-4BEF-1E41-A9DC-C2CCA7D68218}" type="sibTrans" cxnId="{FC1AC939-5A01-D84B-8800-0E045D0F93C8}">
      <dgm:prSet/>
      <dgm:spPr/>
      <dgm:t>
        <a:bodyPr/>
        <a:lstStyle/>
        <a:p>
          <a:endParaRPr lang="en-US"/>
        </a:p>
      </dgm:t>
    </dgm:pt>
    <dgm:pt modelId="{882FED25-8C48-F941-A0FE-6B2DFF5CD464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Model Interpretation</a:t>
          </a:r>
        </a:p>
      </dgm:t>
    </dgm:pt>
    <dgm:pt modelId="{B419AD8C-EBD7-5443-9C93-E4B849DE07B6}" type="parTrans" cxnId="{467F9BED-D392-3940-B061-1699282DB62A}">
      <dgm:prSet/>
      <dgm:spPr/>
      <dgm:t>
        <a:bodyPr/>
        <a:lstStyle/>
        <a:p>
          <a:endParaRPr lang="en-US"/>
        </a:p>
      </dgm:t>
    </dgm:pt>
    <dgm:pt modelId="{030A6B87-CA32-C340-A552-365F7A05C57F}" type="sibTrans" cxnId="{467F9BED-D392-3940-B061-1699282DB62A}">
      <dgm:prSet/>
      <dgm:spPr>
        <a:solidFill>
          <a:schemeClr val="bg2"/>
        </a:solidFill>
      </dgm:spPr>
      <dgm:t>
        <a:bodyPr/>
        <a:lstStyle/>
        <a:p>
          <a:endParaRPr lang="en-US"/>
        </a:p>
      </dgm:t>
    </dgm:pt>
    <dgm:pt modelId="{60FEA49A-52E5-FB49-B9D7-919B8E8D64F4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Entities</a:t>
          </a:r>
        </a:p>
      </dgm:t>
    </dgm:pt>
    <dgm:pt modelId="{7E8F7D45-586B-A641-B509-72E0E3DB9800}" type="parTrans" cxnId="{B650C331-3E4A-9142-9766-ADC1499BB1FB}">
      <dgm:prSet/>
      <dgm:spPr/>
      <dgm:t>
        <a:bodyPr/>
        <a:lstStyle/>
        <a:p>
          <a:endParaRPr lang="en-US"/>
        </a:p>
      </dgm:t>
    </dgm:pt>
    <dgm:pt modelId="{E893C522-81CE-8546-BA58-AAD1F1CCD417}" type="sibTrans" cxnId="{B650C331-3E4A-9142-9766-ADC1499BB1FB}">
      <dgm:prSet/>
      <dgm:spPr/>
      <dgm:t>
        <a:bodyPr/>
        <a:lstStyle/>
        <a:p>
          <a:endParaRPr lang="en-US"/>
        </a:p>
      </dgm:t>
    </dgm:pt>
    <dgm:pt modelId="{8933D80B-03CB-154C-805F-13221DB1B82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temporal</a:t>
          </a:r>
        </a:p>
      </dgm:t>
    </dgm:pt>
    <dgm:pt modelId="{05F6BE08-6836-6D4D-951F-A258F2E08662}" type="parTrans" cxnId="{01877F06-0601-234E-B04A-2AADE4C2D154}">
      <dgm:prSet/>
      <dgm:spPr/>
      <dgm:t>
        <a:bodyPr/>
        <a:lstStyle/>
        <a:p>
          <a:endParaRPr lang="en-US"/>
        </a:p>
      </dgm:t>
    </dgm:pt>
    <dgm:pt modelId="{59F6EB62-364A-E44D-A61C-CEA12AA8589C}" type="sibTrans" cxnId="{01877F06-0601-234E-B04A-2AADE4C2D154}">
      <dgm:prSet/>
      <dgm:spPr/>
      <dgm:t>
        <a:bodyPr/>
        <a:lstStyle/>
        <a:p>
          <a:endParaRPr lang="en-US"/>
        </a:p>
      </dgm:t>
    </dgm:pt>
    <dgm:pt modelId="{B1557D1B-A1F8-FC4B-B50D-EA46AEAC83E2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Spatial</a:t>
          </a:r>
        </a:p>
      </dgm:t>
    </dgm:pt>
    <dgm:pt modelId="{301BEF8E-62FD-F942-ABEC-722E78A30EAC}" type="parTrans" cxnId="{0D418D49-B127-3C44-AF37-A060A5F8F42E}">
      <dgm:prSet/>
      <dgm:spPr/>
      <dgm:t>
        <a:bodyPr/>
        <a:lstStyle/>
        <a:p>
          <a:endParaRPr lang="en-US"/>
        </a:p>
      </dgm:t>
    </dgm:pt>
    <dgm:pt modelId="{76EC83BA-130D-EA44-8EE3-6264D4A2F0C7}" type="sibTrans" cxnId="{0D418D49-B127-3C44-AF37-A060A5F8F42E}">
      <dgm:prSet/>
      <dgm:spPr/>
      <dgm:t>
        <a:bodyPr/>
        <a:lstStyle/>
        <a:p>
          <a:endParaRPr lang="en-US"/>
        </a:p>
      </dgm:t>
    </dgm:pt>
    <dgm:pt modelId="{DDAC47D6-F859-4340-B28C-6D49EE097740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…</a:t>
          </a:r>
        </a:p>
      </dgm:t>
    </dgm:pt>
    <dgm:pt modelId="{5B556703-BE01-8848-BE27-5969CF3D2B5D}" type="parTrans" cxnId="{B5AA2D8B-61D5-DB43-8D06-4875A7EB0CBD}">
      <dgm:prSet/>
      <dgm:spPr/>
      <dgm:t>
        <a:bodyPr/>
        <a:lstStyle/>
        <a:p>
          <a:endParaRPr lang="en-US"/>
        </a:p>
      </dgm:t>
    </dgm:pt>
    <dgm:pt modelId="{0A2D5029-F7E5-6C47-9CF0-D5505B2F8FFB}" type="sibTrans" cxnId="{B5AA2D8B-61D5-DB43-8D06-4875A7EB0CBD}">
      <dgm:prSet/>
      <dgm:spPr/>
      <dgm:t>
        <a:bodyPr/>
        <a:lstStyle/>
        <a:p>
          <a:endParaRPr lang="en-US"/>
        </a:p>
      </dgm:t>
    </dgm:pt>
    <dgm:pt modelId="{4861F807-1580-8C4F-9C33-66D2EDE9ABAD}">
      <dgm:prSet phldrT="[Text]"/>
      <dgm:spPr/>
      <dgm:t>
        <a:bodyPr/>
        <a:lstStyle/>
        <a:p>
          <a:r>
            <a:rPr lang="en-US" dirty="0"/>
            <a:t>Models</a:t>
          </a:r>
        </a:p>
      </dgm:t>
    </dgm:pt>
    <dgm:pt modelId="{8CC078C6-7EFD-9A46-B445-021F345DCF5A}" type="parTrans" cxnId="{881C745A-6BF5-1846-9762-D162446F8EE8}">
      <dgm:prSet/>
      <dgm:spPr/>
      <dgm:t>
        <a:bodyPr/>
        <a:lstStyle/>
        <a:p>
          <a:endParaRPr lang="en-US"/>
        </a:p>
      </dgm:t>
    </dgm:pt>
    <dgm:pt modelId="{5D77E747-1467-6249-A64A-E8E192C48D64}" type="sibTrans" cxnId="{881C745A-6BF5-1846-9762-D162446F8EE8}">
      <dgm:prSet/>
      <dgm:spPr/>
      <dgm:t>
        <a:bodyPr/>
        <a:lstStyle/>
        <a:p>
          <a:endParaRPr lang="en-US"/>
        </a:p>
      </dgm:t>
    </dgm:pt>
    <dgm:pt modelId="{917501D8-12A6-0D43-82EB-9B8BF9A095D6}">
      <dgm:prSet phldrT="[Text]"/>
      <dgm:spPr/>
      <dgm:t>
        <a:bodyPr/>
        <a:lstStyle/>
        <a:p>
          <a:r>
            <a:rPr lang="en-US" dirty="0"/>
            <a:t>Dealing with Bias and Fairness</a:t>
          </a:r>
        </a:p>
      </dgm:t>
    </dgm:pt>
    <dgm:pt modelId="{2189082E-6C82-944A-BE92-D9BC72270382}" type="parTrans" cxnId="{0E3C2485-CAF8-434B-89F0-893517E042E7}">
      <dgm:prSet/>
      <dgm:spPr/>
      <dgm:t>
        <a:bodyPr/>
        <a:lstStyle/>
        <a:p>
          <a:endParaRPr lang="en-US"/>
        </a:p>
      </dgm:t>
    </dgm:pt>
    <dgm:pt modelId="{04D5671A-AE7F-BD4E-9B86-A6A6425F59A8}" type="sibTrans" cxnId="{0E3C2485-CAF8-434B-89F0-893517E042E7}">
      <dgm:prSet/>
      <dgm:spPr/>
      <dgm:t>
        <a:bodyPr/>
        <a:lstStyle/>
        <a:p>
          <a:endParaRPr lang="en-US"/>
        </a:p>
      </dgm:t>
    </dgm:pt>
    <dgm:pt modelId="{1F12B085-E167-9940-8DCF-A46224752E8F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Field Trial Design</a:t>
          </a:r>
        </a:p>
      </dgm:t>
    </dgm:pt>
    <dgm:pt modelId="{7A893FC9-C7B2-A646-8934-DEE2F8F265BA}" type="parTrans" cxnId="{87E2372F-44B8-7346-94AD-1B6CD49001EC}">
      <dgm:prSet/>
      <dgm:spPr/>
      <dgm:t>
        <a:bodyPr/>
        <a:lstStyle/>
        <a:p>
          <a:endParaRPr lang="en-US"/>
        </a:p>
      </dgm:t>
    </dgm:pt>
    <dgm:pt modelId="{59E7433E-EA1A-A445-8F72-1DCCEC9CF854}" type="sibTrans" cxnId="{87E2372F-44B8-7346-94AD-1B6CD49001EC}">
      <dgm:prSet/>
      <dgm:spPr>
        <a:solidFill>
          <a:schemeClr val="accent6">
            <a:lumMod val="50000"/>
          </a:schemeClr>
        </a:solidFill>
      </dgm:spPr>
      <dgm:t>
        <a:bodyPr/>
        <a:lstStyle/>
        <a:p>
          <a:endParaRPr lang="en-US"/>
        </a:p>
      </dgm:t>
    </dgm:pt>
    <dgm:pt modelId="{4300FFA5-0FE1-0644-9B26-EF0EC29D2E58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CD73BF7D-329F-4F42-9B2D-1C22A52FFC9D}" type="parTrans" cxnId="{E9A0EB78-92A5-5E4E-8437-0C6B9359762F}">
      <dgm:prSet/>
      <dgm:spPr/>
      <dgm:t>
        <a:bodyPr/>
        <a:lstStyle/>
        <a:p>
          <a:endParaRPr lang="en-US"/>
        </a:p>
      </dgm:t>
    </dgm:pt>
    <dgm:pt modelId="{2C4637A3-9257-AA41-A5B8-B87451C5F477}" type="sibTrans" cxnId="{E9A0EB78-92A5-5E4E-8437-0C6B9359762F}">
      <dgm:prSet/>
      <dgm:spPr/>
      <dgm:t>
        <a:bodyPr/>
        <a:lstStyle/>
        <a:p>
          <a:endParaRPr lang="en-US"/>
        </a:p>
      </dgm:t>
    </dgm:pt>
    <dgm:pt modelId="{B86E1618-0E2D-E84D-BCEB-2453703211F3}">
      <dgm:prSet phldrT="[Text]"/>
      <dgm:spPr>
        <a:solidFill>
          <a:srgbClr val="00B0F0"/>
        </a:solidFill>
      </dgm:spPr>
      <dgm:t>
        <a:bodyPr/>
        <a:lstStyle/>
        <a:p>
          <a:r>
            <a:rPr lang="en-US" dirty="0"/>
            <a:t>Monitoring</a:t>
          </a:r>
        </a:p>
      </dgm:t>
    </dgm:pt>
    <dgm:pt modelId="{4EFD42D0-7098-564F-980C-3F3CECAA5410}" type="parTrans" cxnId="{BE324233-F9AC-DC43-A89C-3F7FD9B5D466}">
      <dgm:prSet/>
      <dgm:spPr/>
      <dgm:t>
        <a:bodyPr/>
        <a:lstStyle/>
        <a:p>
          <a:endParaRPr lang="en-US"/>
        </a:p>
      </dgm:t>
    </dgm:pt>
    <dgm:pt modelId="{877FBD8C-7A3B-5E45-8830-1FEAB09A55C5}" type="sibTrans" cxnId="{BE324233-F9AC-DC43-A89C-3F7FD9B5D466}">
      <dgm:prSet/>
      <dgm:spPr/>
      <dgm:t>
        <a:bodyPr/>
        <a:lstStyle/>
        <a:p>
          <a:endParaRPr lang="en-US"/>
        </a:p>
      </dgm:t>
    </dgm:pt>
    <dgm:pt modelId="{63B03111-9832-1646-BDF4-5D9B749EF795}">
      <dgm:prSet phldrT="[Text]"/>
      <dgm:spPr>
        <a:solidFill>
          <a:schemeClr val="tx1">
            <a:lumMod val="65000"/>
            <a:lumOff val="35000"/>
          </a:schemeClr>
        </a:solidFill>
      </dgm:spPr>
      <dgm:t>
        <a:bodyPr/>
        <a:lstStyle/>
        <a:p>
          <a:r>
            <a:rPr lang="en-US" dirty="0"/>
            <a:t>Goals, Actions, Data, Analysis, Ethics</a:t>
          </a:r>
        </a:p>
      </dgm:t>
    </dgm:pt>
    <dgm:pt modelId="{1C812E3F-39E1-CF47-BBBD-159FAEC5C786}" type="parTrans" cxnId="{9F4BBA63-304C-604B-A391-58E4720B5BE5}">
      <dgm:prSet/>
      <dgm:spPr/>
      <dgm:t>
        <a:bodyPr/>
        <a:lstStyle/>
        <a:p>
          <a:endParaRPr lang="en-US"/>
        </a:p>
      </dgm:t>
    </dgm:pt>
    <dgm:pt modelId="{702B8123-1BB3-E349-AB4A-1A9D41698317}" type="sibTrans" cxnId="{9F4BBA63-304C-604B-A391-58E4720B5BE5}">
      <dgm:prSet/>
      <dgm:spPr/>
      <dgm:t>
        <a:bodyPr/>
        <a:lstStyle/>
        <a:p>
          <a:endParaRPr lang="en-US"/>
        </a:p>
      </dgm:t>
    </dgm:pt>
    <dgm:pt modelId="{CBF254FA-D4E0-B74E-A18D-AE53AEBD67CD}" type="pres">
      <dgm:prSet presAssocID="{E9FB0F4E-6967-3B44-A32F-E8B1C7AE98D5}" presName="diagram" presStyleCnt="0">
        <dgm:presLayoutVars>
          <dgm:dir/>
          <dgm:resizeHandles val="exact"/>
        </dgm:presLayoutVars>
      </dgm:prSet>
      <dgm:spPr/>
    </dgm:pt>
    <dgm:pt modelId="{B4D5E3D8-47D8-1A4C-9387-6DE60324DF6F}" type="pres">
      <dgm:prSet presAssocID="{75350DEC-25F7-F240-A4BF-3A92E80C52F5}" presName="node" presStyleLbl="node1" presStyleIdx="0" presStyleCnt="10">
        <dgm:presLayoutVars>
          <dgm:bulletEnabled val="1"/>
        </dgm:presLayoutVars>
      </dgm:prSet>
      <dgm:spPr/>
    </dgm:pt>
    <dgm:pt modelId="{A58869D2-B78E-DD40-ACB3-9F052F33CBCE}" type="pres">
      <dgm:prSet presAssocID="{BAC284C6-3986-1C48-93AC-8FEBC662ECEE}" presName="sibTrans" presStyleLbl="sibTrans2D1" presStyleIdx="0" presStyleCnt="9"/>
      <dgm:spPr/>
    </dgm:pt>
    <dgm:pt modelId="{814C8FA7-CFA6-FA42-8BC8-CD119ED58623}" type="pres">
      <dgm:prSet presAssocID="{BAC284C6-3986-1C48-93AC-8FEBC662ECEE}" presName="connectorText" presStyleLbl="sibTrans2D1" presStyleIdx="0" presStyleCnt="9"/>
      <dgm:spPr/>
    </dgm:pt>
    <dgm:pt modelId="{C234DD4B-5CB7-E549-AD0E-83532D584FCF}" type="pres">
      <dgm:prSet presAssocID="{4F2509E8-87E6-2347-B926-EB9BDDECA6FD}" presName="node" presStyleLbl="node1" presStyleIdx="1" presStyleCnt="10">
        <dgm:presLayoutVars>
          <dgm:bulletEnabled val="1"/>
        </dgm:presLayoutVars>
      </dgm:prSet>
      <dgm:spPr/>
    </dgm:pt>
    <dgm:pt modelId="{16C02E65-2210-C24E-8692-38A2A70EC148}" type="pres">
      <dgm:prSet presAssocID="{748D4455-259E-4245-ADD2-8DDAC2A60773}" presName="sibTrans" presStyleLbl="sibTrans2D1" presStyleIdx="1" presStyleCnt="9"/>
      <dgm:spPr/>
    </dgm:pt>
    <dgm:pt modelId="{7060A806-1549-3F45-A072-7BB9691C2D8D}" type="pres">
      <dgm:prSet presAssocID="{748D4455-259E-4245-ADD2-8DDAC2A60773}" presName="connectorText" presStyleLbl="sibTrans2D1" presStyleIdx="1" presStyleCnt="9"/>
      <dgm:spPr/>
    </dgm:pt>
    <dgm:pt modelId="{FBF1C564-B2B8-4C41-BE63-B8171F8EB76E}" type="pres">
      <dgm:prSet presAssocID="{7B079A50-DF5E-0A4C-9491-2FBAFC0F785B}" presName="node" presStyleLbl="node1" presStyleIdx="2" presStyleCnt="10">
        <dgm:presLayoutVars>
          <dgm:bulletEnabled val="1"/>
        </dgm:presLayoutVars>
      </dgm:prSet>
      <dgm:spPr/>
    </dgm:pt>
    <dgm:pt modelId="{680472FB-1DED-B043-9C18-8E9AFCBED6E9}" type="pres">
      <dgm:prSet presAssocID="{00735B98-C924-5743-B429-DBBBDEA50165}" presName="sibTrans" presStyleLbl="sibTrans2D1" presStyleIdx="2" presStyleCnt="9"/>
      <dgm:spPr/>
    </dgm:pt>
    <dgm:pt modelId="{002AA36D-CAF6-0343-B244-6F6849B9EB75}" type="pres">
      <dgm:prSet presAssocID="{00735B98-C924-5743-B429-DBBBDEA50165}" presName="connectorText" presStyleLbl="sibTrans2D1" presStyleIdx="2" presStyleCnt="9"/>
      <dgm:spPr/>
    </dgm:pt>
    <dgm:pt modelId="{CC8F3904-974E-2647-9B88-B6062079D1ED}" type="pres">
      <dgm:prSet presAssocID="{EB4866D8-1266-8945-89C4-F4CD4F9D8A6F}" presName="node" presStyleLbl="node1" presStyleIdx="3" presStyleCnt="10">
        <dgm:presLayoutVars>
          <dgm:bulletEnabled val="1"/>
        </dgm:presLayoutVars>
      </dgm:prSet>
      <dgm:spPr/>
    </dgm:pt>
    <dgm:pt modelId="{5383FDA3-64FA-604A-8CAF-995772572DB0}" type="pres">
      <dgm:prSet presAssocID="{206E47A8-99B6-484A-AD35-04DCB9238B9B}" presName="sibTrans" presStyleLbl="sibTrans2D1" presStyleIdx="3" presStyleCnt="9"/>
      <dgm:spPr/>
    </dgm:pt>
    <dgm:pt modelId="{AC48ED73-8B05-6041-911E-F23E178815C4}" type="pres">
      <dgm:prSet presAssocID="{206E47A8-99B6-484A-AD35-04DCB9238B9B}" presName="connectorText" presStyleLbl="sibTrans2D1" presStyleIdx="3" presStyleCnt="9"/>
      <dgm:spPr/>
    </dgm:pt>
    <dgm:pt modelId="{F11F753D-D453-BC4F-BACE-C4F8A11ECEA5}" type="pres">
      <dgm:prSet presAssocID="{AE199458-77CF-8440-8970-F024006EA226}" presName="node" presStyleLbl="node1" presStyleIdx="4" presStyleCnt="10">
        <dgm:presLayoutVars>
          <dgm:bulletEnabled val="1"/>
        </dgm:presLayoutVars>
      </dgm:prSet>
      <dgm:spPr/>
    </dgm:pt>
    <dgm:pt modelId="{F8E19199-589F-1946-8222-73EA4584121E}" type="pres">
      <dgm:prSet presAssocID="{89DBDFDC-5EB5-0B49-A8D0-DB22ECB982AF}" presName="sibTrans" presStyleLbl="sibTrans2D1" presStyleIdx="4" presStyleCnt="9"/>
      <dgm:spPr/>
    </dgm:pt>
    <dgm:pt modelId="{1E3ABFF9-C6C0-0441-8FEA-3F98FEF0374E}" type="pres">
      <dgm:prSet presAssocID="{89DBDFDC-5EB5-0B49-A8D0-DB22ECB982AF}" presName="connectorText" presStyleLbl="sibTrans2D1" presStyleIdx="4" presStyleCnt="9"/>
      <dgm:spPr/>
    </dgm:pt>
    <dgm:pt modelId="{529FCC09-4687-E147-80E8-2EB7609DC9CF}" type="pres">
      <dgm:prSet presAssocID="{882FED25-8C48-F941-A0FE-6B2DFF5CD464}" presName="node" presStyleLbl="node1" presStyleIdx="5" presStyleCnt="10">
        <dgm:presLayoutVars>
          <dgm:bulletEnabled val="1"/>
        </dgm:presLayoutVars>
      </dgm:prSet>
      <dgm:spPr/>
    </dgm:pt>
    <dgm:pt modelId="{5381123D-2C93-3241-8E06-B77D04CAE8EC}" type="pres">
      <dgm:prSet presAssocID="{030A6B87-CA32-C340-A552-365F7A05C57F}" presName="sibTrans" presStyleLbl="sibTrans2D1" presStyleIdx="5" presStyleCnt="9"/>
      <dgm:spPr/>
    </dgm:pt>
    <dgm:pt modelId="{2E3787C8-BF17-C343-9F7D-55355502CEE3}" type="pres">
      <dgm:prSet presAssocID="{030A6B87-CA32-C340-A552-365F7A05C57F}" presName="connectorText" presStyleLbl="sibTrans2D1" presStyleIdx="5" presStyleCnt="9"/>
      <dgm:spPr/>
    </dgm:pt>
    <dgm:pt modelId="{1850AAD1-4903-FE47-A71D-0B73E666CD99}" type="pres">
      <dgm:prSet presAssocID="{917501D8-12A6-0D43-82EB-9B8BF9A095D6}" presName="node" presStyleLbl="node1" presStyleIdx="6" presStyleCnt="10">
        <dgm:presLayoutVars>
          <dgm:bulletEnabled val="1"/>
        </dgm:presLayoutVars>
      </dgm:prSet>
      <dgm:spPr/>
    </dgm:pt>
    <dgm:pt modelId="{D7CE2DAE-ABF0-9641-AE1A-0DB79AEBD84A}" type="pres">
      <dgm:prSet presAssocID="{04D5671A-AE7F-BD4E-9B86-A6A6425F59A8}" presName="sibTrans" presStyleLbl="sibTrans2D1" presStyleIdx="6" presStyleCnt="9"/>
      <dgm:spPr/>
    </dgm:pt>
    <dgm:pt modelId="{DC4C8257-9496-D04B-A26B-2200A3FFE3E7}" type="pres">
      <dgm:prSet presAssocID="{04D5671A-AE7F-BD4E-9B86-A6A6425F59A8}" presName="connectorText" presStyleLbl="sibTrans2D1" presStyleIdx="6" presStyleCnt="9"/>
      <dgm:spPr/>
    </dgm:pt>
    <dgm:pt modelId="{0538887E-FF31-324E-B401-E87E44AFF0AA}" type="pres">
      <dgm:prSet presAssocID="{1F12B085-E167-9940-8DCF-A46224752E8F}" presName="node" presStyleLbl="node1" presStyleIdx="7" presStyleCnt="10">
        <dgm:presLayoutVars>
          <dgm:bulletEnabled val="1"/>
        </dgm:presLayoutVars>
      </dgm:prSet>
      <dgm:spPr/>
    </dgm:pt>
    <dgm:pt modelId="{92EB25B1-D4AE-754E-BD44-115E26D1FF80}" type="pres">
      <dgm:prSet presAssocID="{59E7433E-EA1A-A445-8F72-1DCCEC9CF854}" presName="sibTrans" presStyleLbl="sibTrans2D1" presStyleIdx="7" presStyleCnt="9"/>
      <dgm:spPr/>
    </dgm:pt>
    <dgm:pt modelId="{B4D2AADB-2320-D741-9683-970A9AF56C3E}" type="pres">
      <dgm:prSet presAssocID="{59E7433E-EA1A-A445-8F72-1DCCEC9CF854}" presName="connectorText" presStyleLbl="sibTrans2D1" presStyleIdx="7" presStyleCnt="9"/>
      <dgm:spPr/>
    </dgm:pt>
    <dgm:pt modelId="{C225C079-1737-3742-99A0-0A7B593214FB}" type="pres">
      <dgm:prSet presAssocID="{4300FFA5-0FE1-0644-9B26-EF0EC29D2E58}" presName="node" presStyleLbl="node1" presStyleIdx="8" presStyleCnt="10">
        <dgm:presLayoutVars>
          <dgm:bulletEnabled val="1"/>
        </dgm:presLayoutVars>
      </dgm:prSet>
      <dgm:spPr/>
    </dgm:pt>
    <dgm:pt modelId="{C8297064-9915-AB4E-A9CB-FFEA8FC197B9}" type="pres">
      <dgm:prSet presAssocID="{2C4637A3-9257-AA41-A5B8-B87451C5F477}" presName="sibTrans" presStyleLbl="sibTrans2D1" presStyleIdx="8" presStyleCnt="9"/>
      <dgm:spPr/>
    </dgm:pt>
    <dgm:pt modelId="{EDC8E22C-F874-6448-9DE8-54F7348385E0}" type="pres">
      <dgm:prSet presAssocID="{2C4637A3-9257-AA41-A5B8-B87451C5F477}" presName="connectorText" presStyleLbl="sibTrans2D1" presStyleIdx="8" presStyleCnt="9"/>
      <dgm:spPr/>
    </dgm:pt>
    <dgm:pt modelId="{098F0226-B690-1B45-B506-7C933BFB7998}" type="pres">
      <dgm:prSet presAssocID="{B86E1618-0E2D-E84D-BCEB-2453703211F3}" presName="node" presStyleLbl="node1" presStyleIdx="9" presStyleCnt="10">
        <dgm:presLayoutVars>
          <dgm:bulletEnabled val="1"/>
        </dgm:presLayoutVars>
      </dgm:prSet>
      <dgm:spPr/>
    </dgm:pt>
  </dgm:ptLst>
  <dgm:cxnLst>
    <dgm:cxn modelId="{B95DCD03-4AAD-4B42-9243-666F8DB599E8}" type="presOf" srcId="{8933D80B-03CB-154C-805F-13221DB1B822}" destId="{FBF1C564-B2B8-4C41-BE63-B8171F8EB76E}" srcOrd="0" destOrd="2" presId="urn:microsoft.com/office/officeart/2005/8/layout/process5"/>
    <dgm:cxn modelId="{30E4E603-88A2-FC48-B384-BE3A5BB6B8C0}" type="presOf" srcId="{BAC284C6-3986-1C48-93AC-8FEBC662ECEE}" destId="{814C8FA7-CFA6-FA42-8BC8-CD119ED58623}" srcOrd="1" destOrd="0" presId="urn:microsoft.com/office/officeart/2005/8/layout/process5"/>
    <dgm:cxn modelId="{B3721305-A4DC-1D4B-9870-E1245EA94AA1}" type="presOf" srcId="{5FE83F24-F694-6A4B-99C0-78300CB546E1}" destId="{CC8F3904-974E-2647-9B88-B6062079D1ED}" srcOrd="0" destOrd="1" presId="urn:microsoft.com/office/officeart/2005/8/layout/process5"/>
    <dgm:cxn modelId="{01877F06-0601-234E-B04A-2AADE4C2D154}" srcId="{7B079A50-DF5E-0A4C-9491-2FBAFC0F785B}" destId="{8933D80B-03CB-154C-805F-13221DB1B822}" srcOrd="1" destOrd="0" parTransId="{05F6BE08-6836-6D4D-951F-A258F2E08662}" sibTransId="{59F6EB62-364A-E44D-A61C-CEA12AA8589C}"/>
    <dgm:cxn modelId="{0E10E907-0ADA-4D45-9069-B9A3AC9E0310}" type="presOf" srcId="{7B079A50-DF5E-0A4C-9491-2FBAFC0F785B}" destId="{FBF1C564-B2B8-4C41-BE63-B8171F8EB76E}" srcOrd="0" destOrd="0" presId="urn:microsoft.com/office/officeart/2005/8/layout/process5"/>
    <dgm:cxn modelId="{D5992D08-7598-A94A-AD4C-62B4CD474D26}" type="presOf" srcId="{761579F4-10DF-F244-9532-25DEF4807D83}" destId="{C234DD4B-5CB7-E549-AD0E-83532D584FCF}" srcOrd="0" destOrd="3" presId="urn:microsoft.com/office/officeart/2005/8/layout/process5"/>
    <dgm:cxn modelId="{F62E5C0C-C9DB-474B-99E5-505C0287727A}" type="presOf" srcId="{B86E1618-0E2D-E84D-BCEB-2453703211F3}" destId="{098F0226-B690-1B45-B506-7C933BFB7998}" srcOrd="0" destOrd="0" presId="urn:microsoft.com/office/officeart/2005/8/layout/process5"/>
    <dgm:cxn modelId="{81D07A23-EA35-C94F-81FA-E72150079877}" srcId="{E9FB0F4E-6967-3B44-A32F-E8B1C7AE98D5}" destId="{75350DEC-25F7-F240-A4BF-3A92E80C52F5}" srcOrd="0" destOrd="0" parTransId="{965794C1-5767-E94D-8105-ED104B4D33E2}" sibTransId="{BAC284C6-3986-1C48-93AC-8FEBC662ECEE}"/>
    <dgm:cxn modelId="{BFD8C726-235C-FD40-B9F6-87513427E29C}" type="presOf" srcId="{4861F807-1580-8C4F-9C33-66D2EDE9ABAD}" destId="{CC8F3904-974E-2647-9B88-B6062079D1ED}" srcOrd="0" destOrd="4" presId="urn:microsoft.com/office/officeart/2005/8/layout/process5"/>
    <dgm:cxn modelId="{A5814027-F41C-1F45-84CD-3391AC53F8A5}" type="presOf" srcId="{DDAC47D6-F859-4340-B28C-6D49EE097740}" destId="{FBF1C564-B2B8-4C41-BE63-B8171F8EB76E}" srcOrd="0" destOrd="4" presId="urn:microsoft.com/office/officeart/2005/8/layout/process5"/>
    <dgm:cxn modelId="{4252FF2A-9D9C-154A-8E00-7845AEFA42A3}" type="presOf" srcId="{AE199458-77CF-8440-8970-F024006EA226}" destId="{F11F753D-D453-BC4F-BACE-C4F8A11ECEA5}" srcOrd="0" destOrd="0" presId="urn:microsoft.com/office/officeart/2005/8/layout/process5"/>
    <dgm:cxn modelId="{87E2372F-44B8-7346-94AD-1B6CD49001EC}" srcId="{E9FB0F4E-6967-3B44-A32F-E8B1C7AE98D5}" destId="{1F12B085-E167-9940-8DCF-A46224752E8F}" srcOrd="7" destOrd="0" parTransId="{7A893FC9-C7B2-A646-8934-DEE2F8F265BA}" sibTransId="{59E7433E-EA1A-A445-8F72-1DCCEC9CF854}"/>
    <dgm:cxn modelId="{B650C331-3E4A-9142-9766-ADC1499BB1FB}" srcId="{7B079A50-DF5E-0A4C-9491-2FBAFC0F785B}" destId="{60FEA49A-52E5-FB49-B9D7-919B8E8D64F4}" srcOrd="0" destOrd="0" parTransId="{7E8F7D45-586B-A641-B509-72E0E3DB9800}" sibTransId="{E893C522-81CE-8546-BA58-AAD1F1CCD417}"/>
    <dgm:cxn modelId="{BD857532-F26B-7C43-A239-905B90EF1A8C}" type="presOf" srcId="{E9FB0F4E-6967-3B44-A32F-E8B1C7AE98D5}" destId="{CBF254FA-D4E0-B74E-A18D-AE53AEBD67CD}" srcOrd="0" destOrd="0" presId="urn:microsoft.com/office/officeart/2005/8/layout/process5"/>
    <dgm:cxn modelId="{BE324233-F9AC-DC43-A89C-3F7FD9B5D466}" srcId="{E9FB0F4E-6967-3B44-A32F-E8B1C7AE98D5}" destId="{B86E1618-0E2D-E84D-BCEB-2453703211F3}" srcOrd="9" destOrd="0" parTransId="{4EFD42D0-7098-564F-980C-3F3CECAA5410}" sibTransId="{877FBD8C-7A3B-5E45-8830-1FEAB09A55C5}"/>
    <dgm:cxn modelId="{27375D36-313F-2A44-B2E2-0C6FE9D62D1A}" type="presOf" srcId="{75350DEC-25F7-F240-A4BF-3A92E80C52F5}" destId="{B4D5E3D8-47D8-1A4C-9387-6DE60324DF6F}" srcOrd="0" destOrd="0" presId="urn:microsoft.com/office/officeart/2005/8/layout/process5"/>
    <dgm:cxn modelId="{FC1AC939-5A01-D84B-8800-0E045D0F93C8}" srcId="{AE199458-77CF-8440-8970-F024006EA226}" destId="{69F25C00-F7E1-8B47-8544-B81240B6C7F2}" srcOrd="1" destOrd="0" parTransId="{258EB4FC-8DB3-204B-AE19-757E57DBF8E2}" sibTransId="{2C4AF3F2-4BEF-1E41-A9DC-C2CCA7D68218}"/>
    <dgm:cxn modelId="{DF8FAA3E-AA34-BD4E-87F8-31F1AB63A13B}" type="presOf" srcId="{748D4455-259E-4245-ADD2-8DDAC2A60773}" destId="{16C02E65-2210-C24E-8692-38A2A70EC148}" srcOrd="0" destOrd="0" presId="urn:microsoft.com/office/officeart/2005/8/layout/process5"/>
    <dgm:cxn modelId="{0D418D49-B127-3C44-AF37-A060A5F8F42E}" srcId="{7B079A50-DF5E-0A4C-9491-2FBAFC0F785B}" destId="{B1557D1B-A1F8-FC4B-B50D-EA46AEAC83E2}" srcOrd="2" destOrd="0" parTransId="{301BEF8E-62FD-F942-ABEC-722E78A30EAC}" sibTransId="{76EC83BA-130D-EA44-8EE3-6264D4A2F0C7}"/>
    <dgm:cxn modelId="{6A32B64F-6964-414F-AD07-B5887751C75C}" type="presOf" srcId="{882FED25-8C48-F941-A0FE-6B2DFF5CD464}" destId="{529FCC09-4687-E147-80E8-2EB7609DC9CF}" srcOrd="0" destOrd="0" presId="urn:microsoft.com/office/officeart/2005/8/layout/process5"/>
    <dgm:cxn modelId="{57E78F58-C4F1-C642-9A8E-4D1032FFACD8}" type="presOf" srcId="{471C43CE-832D-774D-BB7A-57512EFB5879}" destId="{CC8F3904-974E-2647-9B88-B6062079D1ED}" srcOrd="0" destOrd="3" presId="urn:microsoft.com/office/officeart/2005/8/layout/process5"/>
    <dgm:cxn modelId="{881C745A-6BF5-1846-9762-D162446F8EE8}" srcId="{EB4866D8-1266-8945-89C4-F4CD4F9D8A6F}" destId="{4861F807-1580-8C4F-9C33-66D2EDE9ABAD}" srcOrd="3" destOrd="0" parTransId="{8CC078C6-7EFD-9A46-B445-021F345DCF5A}" sibTransId="{5D77E747-1467-6249-A64A-E8E192C48D64}"/>
    <dgm:cxn modelId="{4D5E675C-49B8-1948-9D17-9FC44F33719A}" type="presOf" srcId="{59E7433E-EA1A-A445-8F72-1DCCEC9CF854}" destId="{B4D2AADB-2320-D741-9683-970A9AF56C3E}" srcOrd="1" destOrd="0" presId="urn:microsoft.com/office/officeart/2005/8/layout/process5"/>
    <dgm:cxn modelId="{09F5B15E-E1AD-2E4A-AFF2-C91E75C311A9}" srcId="{AE199458-77CF-8440-8970-F024006EA226}" destId="{86AA592B-D489-5D4D-93FE-79A538493DA3}" srcOrd="0" destOrd="0" parTransId="{06E1BE15-F8C7-9C4D-A90E-557728BBB1D3}" sibTransId="{9EB8E24C-CDF4-7B49-8A25-38E38E64AA9F}"/>
    <dgm:cxn modelId="{ED970163-ECEE-D849-9B40-616074ECBD3F}" srcId="{EB4866D8-1266-8945-89C4-F4CD4F9D8A6F}" destId="{5FE83F24-F694-6A4B-99C0-78300CB546E1}" srcOrd="0" destOrd="0" parTransId="{E15C2973-AC33-0145-8745-682DFB76DED0}" sibTransId="{A1EBC4F8-774A-B045-880A-03E7D798D46B}"/>
    <dgm:cxn modelId="{6C791863-053A-EA42-B1FD-F40E2AC8732E}" type="presOf" srcId="{6E882DEC-3034-E942-B5AA-2835D77DD5C8}" destId="{CC8F3904-974E-2647-9B88-B6062079D1ED}" srcOrd="0" destOrd="2" presId="urn:microsoft.com/office/officeart/2005/8/layout/process5"/>
    <dgm:cxn modelId="{9F4BBA63-304C-604B-A391-58E4720B5BE5}" srcId="{75350DEC-25F7-F240-A4BF-3A92E80C52F5}" destId="{63B03111-9832-1646-BDF4-5D9B749EF795}" srcOrd="0" destOrd="0" parTransId="{1C812E3F-39E1-CF47-BBBD-159FAEC5C786}" sibTransId="{702B8123-1BB3-E349-AB4A-1A9D41698317}"/>
    <dgm:cxn modelId="{315CA365-BBD4-8349-91E9-B1E78879A052}" type="presOf" srcId="{2C4637A3-9257-AA41-A5B8-B87451C5F477}" destId="{EDC8E22C-F874-6448-9DE8-54F7348385E0}" srcOrd="1" destOrd="0" presId="urn:microsoft.com/office/officeart/2005/8/layout/process5"/>
    <dgm:cxn modelId="{C0BF1A68-E872-0A45-B831-114F7AEF9B31}" type="presOf" srcId="{BAC284C6-3986-1C48-93AC-8FEBC662ECEE}" destId="{A58869D2-B78E-DD40-ACB3-9F052F33CBCE}" srcOrd="0" destOrd="0" presId="urn:microsoft.com/office/officeart/2005/8/layout/process5"/>
    <dgm:cxn modelId="{CCD2446D-140E-2448-AD38-D7354F2F5BD0}" type="presOf" srcId="{86AA592B-D489-5D4D-93FE-79A538493DA3}" destId="{F11F753D-D453-BC4F-BACE-C4F8A11ECEA5}" srcOrd="0" destOrd="1" presId="urn:microsoft.com/office/officeart/2005/8/layout/process5"/>
    <dgm:cxn modelId="{E1407870-18DB-5544-A0A5-2DE0EF6D62BF}" type="presOf" srcId="{EB4866D8-1266-8945-89C4-F4CD4F9D8A6F}" destId="{CC8F3904-974E-2647-9B88-B6062079D1ED}" srcOrd="0" destOrd="0" presId="urn:microsoft.com/office/officeart/2005/8/layout/process5"/>
    <dgm:cxn modelId="{43B9E771-FA74-B642-9EED-7FE4A7CDF11A}" srcId="{4F2509E8-87E6-2347-B926-EB9BDDECA6FD}" destId="{C8AF58C4-450C-0C4C-83CB-1474D3ADA25F}" srcOrd="1" destOrd="0" parTransId="{DEBC2A1C-65D7-5E43-945C-60BBA4631011}" sibTransId="{51773514-44C5-134E-A69D-D30DCA75AB37}"/>
    <dgm:cxn modelId="{BB741775-A4C8-C54B-B161-F15E4AF928EC}" type="presOf" srcId="{B1557D1B-A1F8-FC4B-B50D-EA46AEAC83E2}" destId="{FBF1C564-B2B8-4C41-BE63-B8171F8EB76E}" srcOrd="0" destOrd="3" presId="urn:microsoft.com/office/officeart/2005/8/layout/process5"/>
    <dgm:cxn modelId="{9BF83777-08E0-6140-9D35-BF7D8AF8A067}" srcId="{E9FB0F4E-6967-3B44-A32F-E8B1C7AE98D5}" destId="{4F2509E8-87E6-2347-B926-EB9BDDECA6FD}" srcOrd="1" destOrd="0" parTransId="{B4B1EEE1-8225-A643-B681-A7F3FC14ECAD}" sibTransId="{748D4455-259E-4245-ADD2-8DDAC2A60773}"/>
    <dgm:cxn modelId="{E9A0EB78-92A5-5E4E-8437-0C6B9359762F}" srcId="{E9FB0F4E-6967-3B44-A32F-E8B1C7AE98D5}" destId="{4300FFA5-0FE1-0644-9B26-EF0EC29D2E58}" srcOrd="8" destOrd="0" parTransId="{CD73BF7D-329F-4F42-9B2D-1C22A52FFC9D}" sibTransId="{2C4637A3-9257-AA41-A5B8-B87451C5F477}"/>
    <dgm:cxn modelId="{E1BE627B-6B84-9F41-8C17-2CB0A302B158}" type="presOf" srcId="{04D5671A-AE7F-BD4E-9B86-A6A6425F59A8}" destId="{D7CE2DAE-ABF0-9641-AE1A-0DB79AEBD84A}" srcOrd="0" destOrd="0" presId="urn:microsoft.com/office/officeart/2005/8/layout/process5"/>
    <dgm:cxn modelId="{1195907C-1741-0E4D-8E5E-6B3B4B259DEF}" type="presOf" srcId="{030A6B87-CA32-C340-A552-365F7A05C57F}" destId="{5381123D-2C93-3241-8E06-B77D04CAE8EC}" srcOrd="0" destOrd="0" presId="urn:microsoft.com/office/officeart/2005/8/layout/process5"/>
    <dgm:cxn modelId="{99C2797F-C2E2-3A4C-AAF0-DCC30D2AF05D}" type="presOf" srcId="{4F2509E8-87E6-2347-B926-EB9BDDECA6FD}" destId="{C234DD4B-5CB7-E549-AD0E-83532D584FCF}" srcOrd="0" destOrd="0" presId="urn:microsoft.com/office/officeart/2005/8/layout/process5"/>
    <dgm:cxn modelId="{85D7D382-FAAC-4F4E-84D6-7849E5E8FF0C}" type="presOf" srcId="{917501D8-12A6-0D43-82EB-9B8BF9A095D6}" destId="{1850AAD1-4903-FE47-A71D-0B73E666CD99}" srcOrd="0" destOrd="0" presId="urn:microsoft.com/office/officeart/2005/8/layout/process5"/>
    <dgm:cxn modelId="{0E3C2485-CAF8-434B-89F0-893517E042E7}" srcId="{E9FB0F4E-6967-3B44-A32F-E8B1C7AE98D5}" destId="{917501D8-12A6-0D43-82EB-9B8BF9A095D6}" srcOrd="6" destOrd="0" parTransId="{2189082E-6C82-944A-BE92-D9BC72270382}" sibTransId="{04D5671A-AE7F-BD4E-9B86-A6A6425F59A8}"/>
    <dgm:cxn modelId="{5F1D6487-750A-A04B-B6FA-5348ADB40AA1}" type="presOf" srcId="{2C4637A3-9257-AA41-A5B8-B87451C5F477}" destId="{C8297064-9915-AB4E-A9CB-FFEA8FC197B9}" srcOrd="0" destOrd="0" presId="urn:microsoft.com/office/officeart/2005/8/layout/process5"/>
    <dgm:cxn modelId="{B5AA2D8B-61D5-DB43-8D06-4875A7EB0CBD}" srcId="{7B079A50-DF5E-0A4C-9491-2FBAFC0F785B}" destId="{DDAC47D6-F859-4340-B28C-6D49EE097740}" srcOrd="3" destOrd="0" parTransId="{5B556703-BE01-8848-BE27-5969CF3D2B5D}" sibTransId="{0A2D5029-F7E5-6C47-9CF0-D5505B2F8FFB}"/>
    <dgm:cxn modelId="{94756F8D-4FC3-2F4F-8093-95D1E8FDA07D}" type="presOf" srcId="{89DBDFDC-5EB5-0B49-A8D0-DB22ECB982AF}" destId="{1E3ABFF9-C6C0-0441-8FEA-3F98FEF0374E}" srcOrd="1" destOrd="0" presId="urn:microsoft.com/office/officeart/2005/8/layout/process5"/>
    <dgm:cxn modelId="{78913F91-30D2-D14B-B80B-1BDF3244B2A6}" type="presOf" srcId="{1F12B085-E167-9940-8DCF-A46224752E8F}" destId="{0538887E-FF31-324E-B401-E87E44AFF0AA}" srcOrd="0" destOrd="0" presId="urn:microsoft.com/office/officeart/2005/8/layout/process5"/>
    <dgm:cxn modelId="{B494B79C-7119-2745-954F-0FE480A17145}" type="presOf" srcId="{C8AF58C4-450C-0C4C-83CB-1474D3ADA25F}" destId="{C234DD4B-5CB7-E549-AD0E-83532D584FCF}" srcOrd="0" destOrd="2" presId="urn:microsoft.com/office/officeart/2005/8/layout/process5"/>
    <dgm:cxn modelId="{A454DBA0-21A9-3941-9DF2-4DD870F537A3}" srcId="{E9FB0F4E-6967-3B44-A32F-E8B1C7AE98D5}" destId="{7B079A50-DF5E-0A4C-9491-2FBAFC0F785B}" srcOrd="2" destOrd="0" parTransId="{BA902E5D-518F-0749-86BA-04AA510BA959}" sibTransId="{00735B98-C924-5743-B429-DBBBDEA50165}"/>
    <dgm:cxn modelId="{8C017CA3-42AB-BD48-8C05-A5BDA2B79E4B}" type="presOf" srcId="{59E7433E-EA1A-A445-8F72-1DCCEC9CF854}" destId="{92EB25B1-D4AE-754E-BD44-115E26D1FF80}" srcOrd="0" destOrd="0" presId="urn:microsoft.com/office/officeart/2005/8/layout/process5"/>
    <dgm:cxn modelId="{88A5F4A3-745B-D44B-AEC4-67B96700A686}" type="presOf" srcId="{206E47A8-99B6-484A-AD35-04DCB9238B9B}" destId="{AC48ED73-8B05-6041-911E-F23E178815C4}" srcOrd="1" destOrd="0" presId="urn:microsoft.com/office/officeart/2005/8/layout/process5"/>
    <dgm:cxn modelId="{2038CBA5-A8B4-2F4F-88D5-D270FCD148DC}" type="presOf" srcId="{89DBDFDC-5EB5-0B49-A8D0-DB22ECB982AF}" destId="{F8E19199-589F-1946-8222-73EA4584121E}" srcOrd="0" destOrd="0" presId="urn:microsoft.com/office/officeart/2005/8/layout/process5"/>
    <dgm:cxn modelId="{9A8098B2-9CE9-D942-9547-38EF361DD3D4}" srcId="{EB4866D8-1266-8945-89C4-F4CD4F9D8A6F}" destId="{6E882DEC-3034-E942-B5AA-2835D77DD5C8}" srcOrd="1" destOrd="0" parTransId="{11E32BAA-4A06-9844-B381-3F8D7D686934}" sibTransId="{DE8B183B-7E7F-5749-9A67-A6C365A09A85}"/>
    <dgm:cxn modelId="{AA15AFB2-2C77-3142-AD36-8D6ED0CAACDE}" type="presOf" srcId="{04D5671A-AE7F-BD4E-9B86-A6A6425F59A8}" destId="{DC4C8257-9496-D04B-A26B-2200A3FFE3E7}" srcOrd="1" destOrd="0" presId="urn:microsoft.com/office/officeart/2005/8/layout/process5"/>
    <dgm:cxn modelId="{A56E20BA-CE81-3845-B63D-BDC1718CA0DA}" type="presOf" srcId="{F9BD6EF9-8382-F144-B9CD-FB838C6C03F9}" destId="{C234DD4B-5CB7-E549-AD0E-83532D584FCF}" srcOrd="0" destOrd="1" presId="urn:microsoft.com/office/officeart/2005/8/layout/process5"/>
    <dgm:cxn modelId="{B77E5BBC-E48A-9F44-93AA-F124CC378B7E}" type="presOf" srcId="{00735B98-C924-5743-B429-DBBBDEA50165}" destId="{680472FB-1DED-B043-9C18-8E9AFCBED6E9}" srcOrd="0" destOrd="0" presId="urn:microsoft.com/office/officeart/2005/8/layout/process5"/>
    <dgm:cxn modelId="{3DE395BD-2A5C-D449-AF86-99D3C112784F}" type="presOf" srcId="{748D4455-259E-4245-ADD2-8DDAC2A60773}" destId="{7060A806-1549-3F45-A072-7BB9691C2D8D}" srcOrd="1" destOrd="0" presId="urn:microsoft.com/office/officeart/2005/8/layout/process5"/>
    <dgm:cxn modelId="{871584CA-547D-DB48-94C4-0F86427D355B}" type="presOf" srcId="{63B03111-9832-1646-BDF4-5D9B749EF795}" destId="{B4D5E3D8-47D8-1A4C-9387-6DE60324DF6F}" srcOrd="0" destOrd="1" presId="urn:microsoft.com/office/officeart/2005/8/layout/process5"/>
    <dgm:cxn modelId="{7508F7CB-76FC-3043-811E-8A4CE7CBEBA3}" type="presOf" srcId="{60FEA49A-52E5-FB49-B9D7-919B8E8D64F4}" destId="{FBF1C564-B2B8-4C41-BE63-B8171F8EB76E}" srcOrd="0" destOrd="1" presId="urn:microsoft.com/office/officeart/2005/8/layout/process5"/>
    <dgm:cxn modelId="{A0E506CD-09B9-3549-9920-3C48F6D1CA55}" type="presOf" srcId="{69F25C00-F7E1-8B47-8544-B81240B6C7F2}" destId="{F11F753D-D453-BC4F-BACE-C4F8A11ECEA5}" srcOrd="0" destOrd="2" presId="urn:microsoft.com/office/officeart/2005/8/layout/process5"/>
    <dgm:cxn modelId="{8497B9D0-5691-E848-8EE3-C51BC656F8B1}" srcId="{E9FB0F4E-6967-3B44-A32F-E8B1C7AE98D5}" destId="{AE199458-77CF-8440-8970-F024006EA226}" srcOrd="4" destOrd="0" parTransId="{8FD87771-F4E1-DC47-B38A-8EDD08A5C725}" sibTransId="{89DBDFDC-5EB5-0B49-A8D0-DB22ECB982AF}"/>
    <dgm:cxn modelId="{445B7ADC-F7C5-5046-9BEE-3618E0EEE919}" srcId="{4F2509E8-87E6-2347-B926-EB9BDDECA6FD}" destId="{761579F4-10DF-F244-9532-25DEF4807D83}" srcOrd="2" destOrd="0" parTransId="{4C55FAFB-140B-EA49-9492-2DC8E373D8C0}" sibTransId="{3543ED0F-366F-8D44-8E9F-A843D81464D5}"/>
    <dgm:cxn modelId="{890194DD-304B-C447-9AF3-AFAE634C6D43}" srcId="{4F2509E8-87E6-2347-B926-EB9BDDECA6FD}" destId="{F9BD6EF9-8382-F144-B9CD-FB838C6C03F9}" srcOrd="0" destOrd="0" parTransId="{137D12B5-70FE-6847-BD89-CA99FC0D41AD}" sibTransId="{49EC0DFE-61E7-374D-A1BD-7617E9E9166B}"/>
    <dgm:cxn modelId="{2CEF06DE-6258-7440-8A8D-E90FA2F30839}" type="presOf" srcId="{4300FFA5-0FE1-0644-9B26-EF0EC29D2E58}" destId="{C225C079-1737-3742-99A0-0A7B593214FB}" srcOrd="0" destOrd="0" presId="urn:microsoft.com/office/officeart/2005/8/layout/process5"/>
    <dgm:cxn modelId="{A1CEA2E5-F1DD-EF48-A85B-4A04D4565509}" srcId="{E9FB0F4E-6967-3B44-A32F-E8B1C7AE98D5}" destId="{EB4866D8-1266-8945-89C4-F4CD4F9D8A6F}" srcOrd="3" destOrd="0" parTransId="{4276625C-E1F0-F840-90D6-CE76DDBB799C}" sibTransId="{206E47A8-99B6-484A-AD35-04DCB9238B9B}"/>
    <dgm:cxn modelId="{E7042CE6-A233-CB47-A6F5-D0D71F329C45}" srcId="{EB4866D8-1266-8945-89C4-F4CD4F9D8A6F}" destId="{471C43CE-832D-774D-BB7A-57512EFB5879}" srcOrd="2" destOrd="0" parTransId="{C2B9F4EE-A410-1B4C-9D53-DB22DB03D31F}" sibTransId="{DE50C641-CD08-A846-B7EB-02241BA70688}"/>
    <dgm:cxn modelId="{45F7F9E8-95D2-CA40-854F-9EFFBA8C51D6}" type="presOf" srcId="{206E47A8-99B6-484A-AD35-04DCB9238B9B}" destId="{5383FDA3-64FA-604A-8CAF-995772572DB0}" srcOrd="0" destOrd="0" presId="urn:microsoft.com/office/officeart/2005/8/layout/process5"/>
    <dgm:cxn modelId="{467F9BED-D392-3940-B061-1699282DB62A}" srcId="{E9FB0F4E-6967-3B44-A32F-E8B1C7AE98D5}" destId="{882FED25-8C48-F941-A0FE-6B2DFF5CD464}" srcOrd="5" destOrd="0" parTransId="{B419AD8C-EBD7-5443-9C93-E4B849DE07B6}" sibTransId="{030A6B87-CA32-C340-A552-365F7A05C57F}"/>
    <dgm:cxn modelId="{ACB3C1F8-AF17-F641-83DF-2B77AC2173F2}" type="presOf" srcId="{030A6B87-CA32-C340-A552-365F7A05C57F}" destId="{2E3787C8-BF17-C343-9F7D-55355502CEE3}" srcOrd="1" destOrd="0" presId="urn:microsoft.com/office/officeart/2005/8/layout/process5"/>
    <dgm:cxn modelId="{E57CD3FB-72DE-F644-89FB-39D8FB6599FA}" type="presOf" srcId="{00735B98-C924-5743-B429-DBBBDEA50165}" destId="{002AA36D-CAF6-0343-B244-6F6849B9EB75}" srcOrd="1" destOrd="0" presId="urn:microsoft.com/office/officeart/2005/8/layout/process5"/>
    <dgm:cxn modelId="{7F8A83C4-DF92-674F-9901-9E29B216E0A2}" type="presParOf" srcId="{CBF254FA-D4E0-B74E-A18D-AE53AEBD67CD}" destId="{B4D5E3D8-47D8-1A4C-9387-6DE60324DF6F}" srcOrd="0" destOrd="0" presId="urn:microsoft.com/office/officeart/2005/8/layout/process5"/>
    <dgm:cxn modelId="{A08B2B19-5656-5E46-BB58-7FE7B6C3A7C9}" type="presParOf" srcId="{CBF254FA-D4E0-B74E-A18D-AE53AEBD67CD}" destId="{A58869D2-B78E-DD40-ACB3-9F052F33CBCE}" srcOrd="1" destOrd="0" presId="urn:microsoft.com/office/officeart/2005/8/layout/process5"/>
    <dgm:cxn modelId="{C454612D-F0F0-E14D-8E48-86577D0681D6}" type="presParOf" srcId="{A58869D2-B78E-DD40-ACB3-9F052F33CBCE}" destId="{814C8FA7-CFA6-FA42-8BC8-CD119ED58623}" srcOrd="0" destOrd="0" presId="urn:microsoft.com/office/officeart/2005/8/layout/process5"/>
    <dgm:cxn modelId="{71DD84D1-0B88-C84F-AE6E-112D74268CE8}" type="presParOf" srcId="{CBF254FA-D4E0-B74E-A18D-AE53AEBD67CD}" destId="{C234DD4B-5CB7-E549-AD0E-83532D584FCF}" srcOrd="2" destOrd="0" presId="urn:microsoft.com/office/officeart/2005/8/layout/process5"/>
    <dgm:cxn modelId="{A6608B84-5BAF-A846-85DB-0D0B91E37986}" type="presParOf" srcId="{CBF254FA-D4E0-B74E-A18D-AE53AEBD67CD}" destId="{16C02E65-2210-C24E-8692-38A2A70EC148}" srcOrd="3" destOrd="0" presId="urn:microsoft.com/office/officeart/2005/8/layout/process5"/>
    <dgm:cxn modelId="{DDA86523-6C9F-E448-845B-0A42D6E12684}" type="presParOf" srcId="{16C02E65-2210-C24E-8692-38A2A70EC148}" destId="{7060A806-1549-3F45-A072-7BB9691C2D8D}" srcOrd="0" destOrd="0" presId="urn:microsoft.com/office/officeart/2005/8/layout/process5"/>
    <dgm:cxn modelId="{E512A88E-2481-0A4E-9C24-EB75ACF64300}" type="presParOf" srcId="{CBF254FA-D4E0-B74E-A18D-AE53AEBD67CD}" destId="{FBF1C564-B2B8-4C41-BE63-B8171F8EB76E}" srcOrd="4" destOrd="0" presId="urn:microsoft.com/office/officeart/2005/8/layout/process5"/>
    <dgm:cxn modelId="{9D8126B7-D264-0641-A0BE-EA0877F06B45}" type="presParOf" srcId="{CBF254FA-D4E0-B74E-A18D-AE53AEBD67CD}" destId="{680472FB-1DED-B043-9C18-8E9AFCBED6E9}" srcOrd="5" destOrd="0" presId="urn:microsoft.com/office/officeart/2005/8/layout/process5"/>
    <dgm:cxn modelId="{56198BEB-49F7-2C4B-8D22-8DBDD2B6C84D}" type="presParOf" srcId="{680472FB-1DED-B043-9C18-8E9AFCBED6E9}" destId="{002AA36D-CAF6-0343-B244-6F6849B9EB75}" srcOrd="0" destOrd="0" presId="urn:microsoft.com/office/officeart/2005/8/layout/process5"/>
    <dgm:cxn modelId="{5C2B0342-8FFD-164D-AD17-CD41A98EF156}" type="presParOf" srcId="{CBF254FA-D4E0-B74E-A18D-AE53AEBD67CD}" destId="{CC8F3904-974E-2647-9B88-B6062079D1ED}" srcOrd="6" destOrd="0" presId="urn:microsoft.com/office/officeart/2005/8/layout/process5"/>
    <dgm:cxn modelId="{9C15ACB1-1411-DD42-A865-934CA5C7156B}" type="presParOf" srcId="{CBF254FA-D4E0-B74E-A18D-AE53AEBD67CD}" destId="{5383FDA3-64FA-604A-8CAF-995772572DB0}" srcOrd="7" destOrd="0" presId="urn:microsoft.com/office/officeart/2005/8/layout/process5"/>
    <dgm:cxn modelId="{DC9BD835-FC77-4E4F-ACB0-CA983131FD0B}" type="presParOf" srcId="{5383FDA3-64FA-604A-8CAF-995772572DB0}" destId="{AC48ED73-8B05-6041-911E-F23E178815C4}" srcOrd="0" destOrd="0" presId="urn:microsoft.com/office/officeart/2005/8/layout/process5"/>
    <dgm:cxn modelId="{5C74A403-0B11-AF4B-9244-65D39232F884}" type="presParOf" srcId="{CBF254FA-D4E0-B74E-A18D-AE53AEBD67CD}" destId="{F11F753D-D453-BC4F-BACE-C4F8A11ECEA5}" srcOrd="8" destOrd="0" presId="urn:microsoft.com/office/officeart/2005/8/layout/process5"/>
    <dgm:cxn modelId="{485F9726-05AC-F441-8FE0-385E5B103E36}" type="presParOf" srcId="{CBF254FA-D4E0-B74E-A18D-AE53AEBD67CD}" destId="{F8E19199-589F-1946-8222-73EA4584121E}" srcOrd="9" destOrd="0" presId="urn:microsoft.com/office/officeart/2005/8/layout/process5"/>
    <dgm:cxn modelId="{678B64E3-BB14-9443-9C28-BAF379A94C2A}" type="presParOf" srcId="{F8E19199-589F-1946-8222-73EA4584121E}" destId="{1E3ABFF9-C6C0-0441-8FEA-3F98FEF0374E}" srcOrd="0" destOrd="0" presId="urn:microsoft.com/office/officeart/2005/8/layout/process5"/>
    <dgm:cxn modelId="{82332E0B-3DF2-A24D-BC83-2EBFB8E2E536}" type="presParOf" srcId="{CBF254FA-D4E0-B74E-A18D-AE53AEBD67CD}" destId="{529FCC09-4687-E147-80E8-2EB7609DC9CF}" srcOrd="10" destOrd="0" presId="urn:microsoft.com/office/officeart/2005/8/layout/process5"/>
    <dgm:cxn modelId="{84E727FC-8DF8-9948-B439-07C8E787C3A6}" type="presParOf" srcId="{CBF254FA-D4E0-B74E-A18D-AE53AEBD67CD}" destId="{5381123D-2C93-3241-8E06-B77D04CAE8EC}" srcOrd="11" destOrd="0" presId="urn:microsoft.com/office/officeart/2005/8/layout/process5"/>
    <dgm:cxn modelId="{782EF668-7538-6A4E-B319-8B048FFE4044}" type="presParOf" srcId="{5381123D-2C93-3241-8E06-B77D04CAE8EC}" destId="{2E3787C8-BF17-C343-9F7D-55355502CEE3}" srcOrd="0" destOrd="0" presId="urn:microsoft.com/office/officeart/2005/8/layout/process5"/>
    <dgm:cxn modelId="{6AEAA92D-C4D5-D643-8CD4-71C3C81BEC92}" type="presParOf" srcId="{CBF254FA-D4E0-B74E-A18D-AE53AEBD67CD}" destId="{1850AAD1-4903-FE47-A71D-0B73E666CD99}" srcOrd="12" destOrd="0" presId="urn:microsoft.com/office/officeart/2005/8/layout/process5"/>
    <dgm:cxn modelId="{063A4DBB-D75A-ED40-B0C7-C31F5B69AAC9}" type="presParOf" srcId="{CBF254FA-D4E0-B74E-A18D-AE53AEBD67CD}" destId="{D7CE2DAE-ABF0-9641-AE1A-0DB79AEBD84A}" srcOrd="13" destOrd="0" presId="urn:microsoft.com/office/officeart/2005/8/layout/process5"/>
    <dgm:cxn modelId="{0AD1E0B4-C417-0647-9C40-7D0AFD2699D0}" type="presParOf" srcId="{D7CE2DAE-ABF0-9641-AE1A-0DB79AEBD84A}" destId="{DC4C8257-9496-D04B-A26B-2200A3FFE3E7}" srcOrd="0" destOrd="0" presId="urn:microsoft.com/office/officeart/2005/8/layout/process5"/>
    <dgm:cxn modelId="{345AAA4E-7EE1-C44D-B312-3D470151EE07}" type="presParOf" srcId="{CBF254FA-D4E0-B74E-A18D-AE53AEBD67CD}" destId="{0538887E-FF31-324E-B401-E87E44AFF0AA}" srcOrd="14" destOrd="0" presId="urn:microsoft.com/office/officeart/2005/8/layout/process5"/>
    <dgm:cxn modelId="{274BBA1F-00C9-4243-B04B-070A035D8E9F}" type="presParOf" srcId="{CBF254FA-D4E0-B74E-A18D-AE53AEBD67CD}" destId="{92EB25B1-D4AE-754E-BD44-115E26D1FF80}" srcOrd="15" destOrd="0" presId="urn:microsoft.com/office/officeart/2005/8/layout/process5"/>
    <dgm:cxn modelId="{3F5A20A5-5E14-734D-BDC8-243E9B365827}" type="presParOf" srcId="{92EB25B1-D4AE-754E-BD44-115E26D1FF80}" destId="{B4D2AADB-2320-D741-9683-970A9AF56C3E}" srcOrd="0" destOrd="0" presId="urn:microsoft.com/office/officeart/2005/8/layout/process5"/>
    <dgm:cxn modelId="{9D22F929-339A-844D-9885-66AB1512A8AB}" type="presParOf" srcId="{CBF254FA-D4E0-B74E-A18D-AE53AEBD67CD}" destId="{C225C079-1737-3742-99A0-0A7B593214FB}" srcOrd="16" destOrd="0" presId="urn:microsoft.com/office/officeart/2005/8/layout/process5"/>
    <dgm:cxn modelId="{8E9D851C-5056-C849-9EBF-A78085CCC5D8}" type="presParOf" srcId="{CBF254FA-D4E0-B74E-A18D-AE53AEBD67CD}" destId="{C8297064-9915-AB4E-A9CB-FFEA8FC197B9}" srcOrd="17" destOrd="0" presId="urn:microsoft.com/office/officeart/2005/8/layout/process5"/>
    <dgm:cxn modelId="{94895D36-40FD-1046-B05E-C751DB16DF6D}" type="presParOf" srcId="{C8297064-9915-AB4E-A9CB-FFEA8FC197B9}" destId="{EDC8E22C-F874-6448-9DE8-54F7348385E0}" srcOrd="0" destOrd="0" presId="urn:microsoft.com/office/officeart/2005/8/layout/process5"/>
    <dgm:cxn modelId="{AEDD76F6-F2A2-594E-A0EE-C6571AC46FF2}" type="presParOf" srcId="{CBF254FA-D4E0-B74E-A18D-AE53AEBD67CD}" destId="{098F0226-B690-1B45-B506-7C933BFB7998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  <a:ext uri="{C62137D5-CB1D-491B-B009-E17868A290BF}">
      <dgm14:recolorImg xmlns:dgm14="http://schemas.microsoft.com/office/drawing/2010/diagram" val="1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53408397-7BEF-834B-991E-F94AD9BF9205}" type="doc">
      <dgm:prSet loTypeId="urn:microsoft.com/office/officeart/2005/8/layout/process5" loCatId="" qsTypeId="urn:microsoft.com/office/officeart/2005/8/quickstyle/simple1" qsCatId="simple" csTypeId="urn:microsoft.com/office/officeart/2005/8/colors/colorful1" csCatId="colorful" phldr="1"/>
      <dgm:spPr/>
    </dgm:pt>
    <dgm:pt modelId="{A381F536-7F5F-AC4A-B7B6-A723EDA19837}">
      <dgm:prSet phldrT="[Text]"/>
      <dgm:spPr/>
      <dgm:t>
        <a:bodyPr/>
        <a:lstStyle/>
        <a:p>
          <a:r>
            <a:rPr lang="en-US" dirty="0"/>
            <a:t>Get Data</a:t>
          </a:r>
        </a:p>
      </dgm:t>
    </dgm:pt>
    <dgm:pt modelId="{329C9C28-B35E-F148-8392-FB33D3753519}" type="parTrans" cxnId="{51716828-F3F0-064F-A2D7-EC67DCCE57F1}">
      <dgm:prSet/>
      <dgm:spPr/>
      <dgm:t>
        <a:bodyPr/>
        <a:lstStyle/>
        <a:p>
          <a:endParaRPr lang="en-US"/>
        </a:p>
      </dgm:t>
    </dgm:pt>
    <dgm:pt modelId="{5DDC021A-F133-1F42-8078-9FD3180EB0BC}" type="sibTrans" cxnId="{51716828-F3F0-064F-A2D7-EC67DCCE57F1}">
      <dgm:prSet/>
      <dgm:spPr/>
      <dgm:t>
        <a:bodyPr/>
        <a:lstStyle/>
        <a:p>
          <a:endParaRPr lang="en-US"/>
        </a:p>
      </dgm:t>
    </dgm:pt>
    <dgm:pt modelId="{BE12651C-271C-DA4D-9449-09F4E570AABC}">
      <dgm:prSet phldrT="[Text]"/>
      <dgm:spPr>
        <a:solidFill>
          <a:schemeClr val="tx1">
            <a:lumMod val="50000"/>
            <a:lumOff val="50000"/>
          </a:schemeClr>
        </a:solidFill>
      </dgm:spPr>
      <dgm:t>
        <a:bodyPr/>
        <a:lstStyle/>
        <a:p>
          <a:r>
            <a:rPr lang="en-US" dirty="0"/>
            <a:t>Integrate Data</a:t>
          </a:r>
        </a:p>
      </dgm:t>
    </dgm:pt>
    <dgm:pt modelId="{DFC12901-C2BA-6642-BB97-7E2A50AD5A2B}" type="parTrans" cxnId="{43056025-73DD-E14D-A36C-970AF2F05166}">
      <dgm:prSet/>
      <dgm:spPr/>
      <dgm:t>
        <a:bodyPr/>
        <a:lstStyle/>
        <a:p>
          <a:endParaRPr lang="en-US"/>
        </a:p>
      </dgm:t>
    </dgm:pt>
    <dgm:pt modelId="{3DBD5F64-F3E6-2D40-90B8-75A613A96296}" type="sibTrans" cxnId="{43056025-73DD-E14D-A36C-970AF2F05166}">
      <dgm:prSet/>
      <dgm:spPr/>
      <dgm:t>
        <a:bodyPr/>
        <a:lstStyle/>
        <a:p>
          <a:endParaRPr lang="en-US"/>
        </a:p>
      </dgm:t>
    </dgm:pt>
    <dgm:pt modelId="{FF8BD3E1-993A-F544-A845-5FDE33849123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Prep for Modeling</a:t>
          </a:r>
        </a:p>
      </dgm:t>
    </dgm:pt>
    <dgm:pt modelId="{8DB932FF-C22D-244A-BA2F-96F206964844}" type="parTrans" cxnId="{9D167533-F805-4A42-AE8A-40768584C5E0}">
      <dgm:prSet/>
      <dgm:spPr/>
      <dgm:t>
        <a:bodyPr/>
        <a:lstStyle/>
        <a:p>
          <a:endParaRPr lang="en-US"/>
        </a:p>
      </dgm:t>
    </dgm:pt>
    <dgm:pt modelId="{BB92FD83-AB0A-9A4C-99D6-B0C95AEFFD58}" type="sibTrans" cxnId="{9D167533-F805-4A42-AE8A-40768584C5E0}">
      <dgm:prSet/>
      <dgm:spPr>
        <a:solidFill>
          <a:srgbClr val="00B050"/>
        </a:solidFill>
      </dgm:spPr>
      <dgm:t>
        <a:bodyPr/>
        <a:lstStyle/>
        <a:p>
          <a:endParaRPr lang="en-US"/>
        </a:p>
      </dgm:t>
    </dgm:pt>
    <dgm:pt modelId="{9B930AC0-B17B-8645-8D75-5662A6FD630A}">
      <dgm:prSet phldrT="[Text]"/>
      <dgm:spPr>
        <a:solidFill>
          <a:schemeClr val="accent5">
            <a:lumMod val="75000"/>
          </a:schemeClr>
        </a:solidFill>
      </dgm:spPr>
      <dgm:t>
        <a:bodyPr/>
        <a:lstStyle/>
        <a:p>
          <a:r>
            <a:rPr lang="en-US" dirty="0"/>
            <a:t>Process Data</a:t>
          </a:r>
        </a:p>
      </dgm:t>
    </dgm:pt>
    <dgm:pt modelId="{95D26414-BA6D-1B4A-993F-A426CC97EFB9}" type="parTrans" cxnId="{C69AA131-1988-CB4E-96A8-B46F24621A97}">
      <dgm:prSet/>
      <dgm:spPr/>
      <dgm:t>
        <a:bodyPr/>
        <a:lstStyle/>
        <a:p>
          <a:endParaRPr lang="en-US"/>
        </a:p>
      </dgm:t>
    </dgm:pt>
    <dgm:pt modelId="{FB5FC714-1CDA-A448-84EE-F7946A60030D}" type="sibTrans" cxnId="{C69AA131-1988-CB4E-96A8-B46F24621A97}">
      <dgm:prSet/>
      <dgm:spPr/>
      <dgm:t>
        <a:bodyPr/>
        <a:lstStyle/>
        <a:p>
          <a:endParaRPr lang="en-US"/>
        </a:p>
      </dgm:t>
    </dgm:pt>
    <dgm:pt modelId="{F0227596-1DFA-B04A-9AF8-DBFEA1E361A9}">
      <dgm:prSet phldrT="[Text]"/>
      <dgm:spPr/>
      <dgm:t>
        <a:bodyPr/>
        <a:lstStyle/>
        <a:p>
          <a:r>
            <a:rPr lang="en-US" dirty="0"/>
            <a:t>Explore Data</a:t>
          </a:r>
        </a:p>
      </dgm:t>
    </dgm:pt>
    <dgm:pt modelId="{5D3E9AFD-D31F-D247-B5DE-AEE593D7CBE4}" type="parTrans" cxnId="{EC0A4A9B-F79F-9C46-B62C-5AEA65BFE41B}">
      <dgm:prSet/>
      <dgm:spPr/>
      <dgm:t>
        <a:bodyPr/>
        <a:lstStyle/>
        <a:p>
          <a:endParaRPr lang="en-US"/>
        </a:p>
      </dgm:t>
    </dgm:pt>
    <dgm:pt modelId="{C68DE66F-9E15-D140-B82B-A50863D10ADD}" type="sibTrans" cxnId="{EC0A4A9B-F79F-9C46-B62C-5AEA65BFE41B}">
      <dgm:prSet/>
      <dgm:spPr/>
      <dgm:t>
        <a:bodyPr/>
        <a:lstStyle/>
        <a:p>
          <a:endParaRPr lang="en-US"/>
        </a:p>
      </dgm:t>
    </dgm:pt>
    <dgm:pt modelId="{2D6EBF7C-320A-4843-A7E9-D9646A1B46E6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label generation</a:t>
          </a:r>
        </a:p>
      </dgm:t>
    </dgm:pt>
    <dgm:pt modelId="{ADCEBD33-A65C-CB41-A3E2-2DFC4E17E779}" type="parTrans" cxnId="{8906E2A7-DFB8-B048-9912-CC4EA1A5B321}">
      <dgm:prSet/>
      <dgm:spPr/>
      <dgm:t>
        <a:bodyPr/>
        <a:lstStyle/>
        <a:p>
          <a:endParaRPr lang="en-US"/>
        </a:p>
      </dgm:t>
    </dgm:pt>
    <dgm:pt modelId="{F0DBB5F7-54A4-F244-9377-75D847462ADA}" type="sibTrans" cxnId="{8906E2A7-DFB8-B048-9912-CC4EA1A5B321}">
      <dgm:prSet/>
      <dgm:spPr/>
      <dgm:t>
        <a:bodyPr/>
        <a:lstStyle/>
        <a:p>
          <a:endParaRPr lang="en-US"/>
        </a:p>
      </dgm:t>
    </dgm:pt>
    <dgm:pt modelId="{3E93C2C0-03F5-3B4D-A12E-609D515E424E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train-test sets</a:t>
          </a:r>
        </a:p>
      </dgm:t>
    </dgm:pt>
    <dgm:pt modelId="{37264CC0-D52F-354B-BB70-BA05FD620594}" type="parTrans" cxnId="{C5DEC308-3133-4B4B-9BFC-884707F214FD}">
      <dgm:prSet/>
      <dgm:spPr/>
      <dgm:t>
        <a:bodyPr/>
        <a:lstStyle/>
        <a:p>
          <a:endParaRPr lang="en-US"/>
        </a:p>
      </dgm:t>
    </dgm:pt>
    <dgm:pt modelId="{6B80FDD8-79E8-C946-9E1E-82CCFA448012}" type="sibTrans" cxnId="{C5DEC308-3133-4B4B-9BFC-884707F214FD}">
      <dgm:prSet/>
      <dgm:spPr/>
      <dgm:t>
        <a:bodyPr/>
        <a:lstStyle/>
        <a:p>
          <a:endParaRPr lang="en-US"/>
        </a:p>
      </dgm:t>
    </dgm:pt>
    <dgm:pt modelId="{8C5CB9AB-1E15-5E43-914E-3AA45A61266F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feature generation</a:t>
          </a:r>
        </a:p>
      </dgm:t>
    </dgm:pt>
    <dgm:pt modelId="{BAFA9554-5C6B-E54E-B342-6C4B0EABB1A6}" type="parTrans" cxnId="{200648F2-F545-094A-BA37-F8C60B8CFF7F}">
      <dgm:prSet/>
      <dgm:spPr/>
      <dgm:t>
        <a:bodyPr/>
        <a:lstStyle/>
        <a:p>
          <a:endParaRPr lang="en-US"/>
        </a:p>
      </dgm:t>
    </dgm:pt>
    <dgm:pt modelId="{61391F8D-306D-BF4C-8F80-449173B00B0E}" type="sibTrans" cxnId="{200648F2-F545-094A-BA37-F8C60B8CFF7F}">
      <dgm:prSet/>
      <dgm:spPr/>
      <dgm:t>
        <a:bodyPr/>
        <a:lstStyle/>
        <a:p>
          <a:endParaRPr lang="en-US"/>
        </a:p>
      </dgm:t>
    </dgm:pt>
    <dgm:pt modelId="{E0D4C661-1BDE-D542-96AC-C13B57598042}">
      <dgm:prSet phldrT="[Text]"/>
      <dgm:spPr>
        <a:solidFill>
          <a:srgbClr val="00B050"/>
        </a:solidFill>
      </dgm:spPr>
      <dgm:t>
        <a:bodyPr/>
        <a:lstStyle/>
        <a:p>
          <a:r>
            <a:rPr lang="en-US" dirty="0"/>
            <a:t>matrix generation</a:t>
          </a:r>
        </a:p>
      </dgm:t>
    </dgm:pt>
    <dgm:pt modelId="{46911794-B163-064A-BB12-AC1E098AE647}" type="parTrans" cxnId="{958607AC-449D-3C40-80DA-7EAF2FDD6AD9}">
      <dgm:prSet/>
      <dgm:spPr/>
      <dgm:t>
        <a:bodyPr/>
        <a:lstStyle/>
        <a:p>
          <a:endParaRPr lang="en-US"/>
        </a:p>
      </dgm:t>
    </dgm:pt>
    <dgm:pt modelId="{AFB7686E-C580-C846-A2BF-1B81BE3C101C}" type="sibTrans" cxnId="{958607AC-449D-3C40-80DA-7EAF2FDD6AD9}">
      <dgm:prSet/>
      <dgm:spPr/>
      <dgm:t>
        <a:bodyPr/>
        <a:lstStyle/>
        <a:p>
          <a:endParaRPr lang="en-US"/>
        </a:p>
      </dgm:t>
    </dgm:pt>
    <dgm:pt modelId="{BB110DD8-6114-8A41-B6D7-E33C2FE2C322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Modeling</a:t>
          </a:r>
        </a:p>
      </dgm:t>
    </dgm:pt>
    <dgm:pt modelId="{71F7E257-9889-1F42-9991-5BA23F0B8E20}" type="parTrans" cxnId="{7A90E8E3-6DED-2946-9799-5F397E10AFEA}">
      <dgm:prSet/>
      <dgm:spPr/>
      <dgm:t>
        <a:bodyPr/>
        <a:lstStyle/>
        <a:p>
          <a:endParaRPr lang="en-US"/>
        </a:p>
      </dgm:t>
    </dgm:pt>
    <dgm:pt modelId="{FC5141FC-D3AA-9941-AF4A-59D1F272FAAF}" type="sibTrans" cxnId="{7A90E8E3-6DED-2946-9799-5F397E10AFEA}">
      <dgm:prSet/>
      <dgm:spPr/>
      <dgm:t>
        <a:bodyPr/>
        <a:lstStyle/>
        <a:p>
          <a:endParaRPr lang="en-US"/>
        </a:p>
      </dgm:t>
    </dgm:pt>
    <dgm:pt modelId="{46B871EE-54CA-3B40-8F0A-062F012E3C09}">
      <dgm:prSet phldrT="[Text]"/>
      <dgm:spPr>
        <a:solidFill>
          <a:schemeClr val="accent6">
            <a:lumMod val="50000"/>
          </a:schemeClr>
        </a:solidFill>
      </dgm:spPr>
      <dgm:t>
        <a:bodyPr/>
        <a:lstStyle/>
        <a:p>
          <a:r>
            <a:rPr lang="en-US" dirty="0"/>
            <a:t>train, test, generate metrics</a:t>
          </a:r>
        </a:p>
      </dgm:t>
    </dgm:pt>
    <dgm:pt modelId="{EA4BD619-7683-0143-ACB5-684566DDB7FD}" type="parTrans" cxnId="{D2FAF971-F09B-464C-9FBD-513E9A9D0F05}">
      <dgm:prSet/>
      <dgm:spPr/>
      <dgm:t>
        <a:bodyPr/>
        <a:lstStyle/>
        <a:p>
          <a:endParaRPr lang="en-US"/>
        </a:p>
      </dgm:t>
    </dgm:pt>
    <dgm:pt modelId="{04CC6022-1A76-5E43-AC84-F02D925033B8}" type="sibTrans" cxnId="{D2FAF971-F09B-464C-9FBD-513E9A9D0F05}">
      <dgm:prSet/>
      <dgm:spPr/>
      <dgm:t>
        <a:bodyPr/>
        <a:lstStyle/>
        <a:p>
          <a:endParaRPr lang="en-US"/>
        </a:p>
      </dgm:t>
    </dgm:pt>
    <dgm:pt modelId="{DA69D477-02EE-FD47-BFBC-85D110E07938}">
      <dgm:prSet phldrT="[Text]"/>
      <dgm:spPr>
        <a:solidFill>
          <a:srgbClr val="92D050"/>
        </a:solidFill>
      </dgm:spPr>
      <dgm:t>
        <a:bodyPr/>
        <a:lstStyle/>
        <a:p>
          <a:r>
            <a:rPr lang="en-US" dirty="0"/>
            <a:t>Model Selection</a:t>
          </a:r>
        </a:p>
      </dgm:t>
    </dgm:pt>
    <dgm:pt modelId="{1D550AEB-862D-864B-9AC9-A1836C2F7753}" type="parTrans" cxnId="{CC041310-122A-8046-AE7D-8EB16B77C716}">
      <dgm:prSet/>
      <dgm:spPr/>
      <dgm:t>
        <a:bodyPr/>
        <a:lstStyle/>
        <a:p>
          <a:endParaRPr lang="en-US"/>
        </a:p>
      </dgm:t>
    </dgm:pt>
    <dgm:pt modelId="{46F97E0E-5E1F-B04C-BAB7-5F58E4E7D302}" type="sibTrans" cxnId="{CC041310-122A-8046-AE7D-8EB16B77C716}">
      <dgm:prSet/>
      <dgm:spPr/>
      <dgm:t>
        <a:bodyPr/>
        <a:lstStyle/>
        <a:p>
          <a:endParaRPr lang="en-US"/>
        </a:p>
      </dgm:t>
    </dgm:pt>
    <dgm:pt modelId="{5D4B2213-3784-6943-AB72-FE894B852DCE}">
      <dgm:prSet phldrT="[Text]"/>
      <dgm:spPr/>
      <dgm:t>
        <a:bodyPr/>
        <a:lstStyle/>
        <a:p>
          <a:r>
            <a:rPr lang="en-US" dirty="0"/>
            <a:t>(Field) Evaluation</a:t>
          </a:r>
        </a:p>
      </dgm:t>
    </dgm:pt>
    <dgm:pt modelId="{75124B2B-D41E-E242-92A6-64384C119997}" type="parTrans" cxnId="{17A3D3A2-9D76-E547-A63F-A5EFD6179CCF}">
      <dgm:prSet/>
      <dgm:spPr/>
      <dgm:t>
        <a:bodyPr/>
        <a:lstStyle/>
        <a:p>
          <a:endParaRPr lang="en-US"/>
        </a:p>
      </dgm:t>
    </dgm:pt>
    <dgm:pt modelId="{C796DA68-6946-334F-AA0D-5F864BF81140}" type="sibTrans" cxnId="{17A3D3A2-9D76-E547-A63F-A5EFD6179CCF}">
      <dgm:prSet/>
      <dgm:spPr/>
      <dgm:t>
        <a:bodyPr/>
        <a:lstStyle/>
        <a:p>
          <a:endParaRPr lang="en-US"/>
        </a:p>
      </dgm:t>
    </dgm:pt>
    <dgm:pt modelId="{F5D61B4A-3417-7347-A0D4-602C2301A695}">
      <dgm:prSet phldrT="[Text]"/>
      <dgm:spPr/>
      <dgm:t>
        <a:bodyPr/>
        <a:lstStyle/>
        <a:p>
          <a:r>
            <a:rPr lang="en-US" dirty="0"/>
            <a:t>Deployment</a:t>
          </a:r>
        </a:p>
      </dgm:t>
    </dgm:pt>
    <dgm:pt modelId="{2394C947-5BA5-2F44-94C4-DA77A323D79F}" type="parTrans" cxnId="{376CD68F-64E0-6C42-8A20-0AE32BFCF4DA}">
      <dgm:prSet/>
      <dgm:spPr/>
      <dgm:t>
        <a:bodyPr/>
        <a:lstStyle/>
        <a:p>
          <a:endParaRPr lang="en-US"/>
        </a:p>
      </dgm:t>
    </dgm:pt>
    <dgm:pt modelId="{2426FD64-F799-8E47-B50B-CAFD9C42378C}" type="sibTrans" cxnId="{376CD68F-64E0-6C42-8A20-0AE32BFCF4DA}">
      <dgm:prSet/>
      <dgm:spPr/>
      <dgm:t>
        <a:bodyPr/>
        <a:lstStyle/>
        <a:p>
          <a:endParaRPr lang="en-US"/>
        </a:p>
      </dgm:t>
    </dgm:pt>
    <dgm:pt modelId="{79FF6E57-03AB-1F4E-8FAC-4913A3A334C7}">
      <dgm:prSet phldrT="[Text]"/>
      <dgm:spPr>
        <a:solidFill>
          <a:srgbClr val="7030A0"/>
        </a:solidFill>
      </dgm:spPr>
      <dgm:t>
        <a:bodyPr/>
        <a:lstStyle/>
        <a:p>
          <a:r>
            <a:rPr lang="en-US" dirty="0"/>
            <a:t>Maintenance/Update</a:t>
          </a:r>
        </a:p>
      </dgm:t>
    </dgm:pt>
    <dgm:pt modelId="{A7EDC702-9FA3-894B-ADFB-1103BBF4E2C5}" type="parTrans" cxnId="{1CFB965A-F645-2642-A0E1-5F33548B7EF8}">
      <dgm:prSet/>
      <dgm:spPr/>
      <dgm:t>
        <a:bodyPr/>
        <a:lstStyle/>
        <a:p>
          <a:endParaRPr lang="en-US"/>
        </a:p>
      </dgm:t>
    </dgm:pt>
    <dgm:pt modelId="{02228096-0F46-1847-AC8D-4170EFD985FD}" type="sibTrans" cxnId="{1CFB965A-F645-2642-A0E1-5F33548B7EF8}">
      <dgm:prSet/>
      <dgm:spPr/>
      <dgm:t>
        <a:bodyPr/>
        <a:lstStyle/>
        <a:p>
          <a:endParaRPr lang="en-US"/>
        </a:p>
      </dgm:t>
    </dgm:pt>
    <dgm:pt modelId="{49143118-4EC4-B640-8C5A-D09CC10268DE}" type="pres">
      <dgm:prSet presAssocID="{53408397-7BEF-834B-991E-F94AD9BF9205}" presName="diagram" presStyleCnt="0">
        <dgm:presLayoutVars>
          <dgm:dir/>
          <dgm:resizeHandles val="exact"/>
        </dgm:presLayoutVars>
      </dgm:prSet>
      <dgm:spPr/>
    </dgm:pt>
    <dgm:pt modelId="{7701DEB5-F741-C347-9B4C-2922656CB7D6}" type="pres">
      <dgm:prSet presAssocID="{A381F536-7F5F-AC4A-B7B6-A723EDA19837}" presName="node" presStyleLbl="node1" presStyleIdx="0" presStyleCnt="10">
        <dgm:presLayoutVars>
          <dgm:bulletEnabled val="1"/>
        </dgm:presLayoutVars>
      </dgm:prSet>
      <dgm:spPr/>
    </dgm:pt>
    <dgm:pt modelId="{5681F244-185D-BB4B-950B-713F466570DA}" type="pres">
      <dgm:prSet presAssocID="{5DDC021A-F133-1F42-8078-9FD3180EB0BC}" presName="sibTrans" presStyleLbl="sibTrans2D1" presStyleIdx="0" presStyleCnt="9"/>
      <dgm:spPr/>
    </dgm:pt>
    <dgm:pt modelId="{3DC26FF5-56EA-7C4A-9DF8-6F6417F2A0D7}" type="pres">
      <dgm:prSet presAssocID="{5DDC021A-F133-1F42-8078-9FD3180EB0BC}" presName="connectorText" presStyleLbl="sibTrans2D1" presStyleIdx="0" presStyleCnt="9"/>
      <dgm:spPr/>
    </dgm:pt>
    <dgm:pt modelId="{08012776-5F8A-CD42-B350-4F213480EEE6}" type="pres">
      <dgm:prSet presAssocID="{BE12651C-271C-DA4D-9449-09F4E570AABC}" presName="node" presStyleLbl="node1" presStyleIdx="1" presStyleCnt="10">
        <dgm:presLayoutVars>
          <dgm:bulletEnabled val="1"/>
        </dgm:presLayoutVars>
      </dgm:prSet>
      <dgm:spPr/>
    </dgm:pt>
    <dgm:pt modelId="{6239EBE0-D4CE-FF43-BD25-C63735294CC6}" type="pres">
      <dgm:prSet presAssocID="{3DBD5F64-F3E6-2D40-90B8-75A613A96296}" presName="sibTrans" presStyleLbl="sibTrans2D1" presStyleIdx="1" presStyleCnt="9"/>
      <dgm:spPr/>
    </dgm:pt>
    <dgm:pt modelId="{5AC6CAE5-9193-384D-9EE2-CF51BC174DD6}" type="pres">
      <dgm:prSet presAssocID="{3DBD5F64-F3E6-2D40-90B8-75A613A96296}" presName="connectorText" presStyleLbl="sibTrans2D1" presStyleIdx="1" presStyleCnt="9"/>
      <dgm:spPr/>
    </dgm:pt>
    <dgm:pt modelId="{8E91D48A-AF0F-6B49-A3A4-A04982AD432C}" type="pres">
      <dgm:prSet presAssocID="{9B930AC0-B17B-8645-8D75-5662A6FD630A}" presName="node" presStyleLbl="node1" presStyleIdx="2" presStyleCnt="10">
        <dgm:presLayoutVars>
          <dgm:bulletEnabled val="1"/>
        </dgm:presLayoutVars>
      </dgm:prSet>
      <dgm:spPr/>
    </dgm:pt>
    <dgm:pt modelId="{74098E3D-DA85-B84E-86B0-7B90E8C1847E}" type="pres">
      <dgm:prSet presAssocID="{FB5FC714-1CDA-A448-84EE-F7946A60030D}" presName="sibTrans" presStyleLbl="sibTrans2D1" presStyleIdx="2" presStyleCnt="9"/>
      <dgm:spPr/>
    </dgm:pt>
    <dgm:pt modelId="{0B565E8D-FA7C-5B4B-8746-56A4B62D194E}" type="pres">
      <dgm:prSet presAssocID="{FB5FC714-1CDA-A448-84EE-F7946A60030D}" presName="connectorText" presStyleLbl="sibTrans2D1" presStyleIdx="2" presStyleCnt="9"/>
      <dgm:spPr/>
    </dgm:pt>
    <dgm:pt modelId="{D29C2B53-E1C9-9746-8675-5932C807E1A9}" type="pres">
      <dgm:prSet presAssocID="{F0227596-1DFA-B04A-9AF8-DBFEA1E361A9}" presName="node" presStyleLbl="node1" presStyleIdx="3" presStyleCnt="10">
        <dgm:presLayoutVars>
          <dgm:bulletEnabled val="1"/>
        </dgm:presLayoutVars>
      </dgm:prSet>
      <dgm:spPr/>
    </dgm:pt>
    <dgm:pt modelId="{514134DF-8D4D-4343-A2AF-E5BDF0F6B357}" type="pres">
      <dgm:prSet presAssocID="{C68DE66F-9E15-D140-B82B-A50863D10ADD}" presName="sibTrans" presStyleLbl="sibTrans2D1" presStyleIdx="3" presStyleCnt="9"/>
      <dgm:spPr/>
    </dgm:pt>
    <dgm:pt modelId="{4B9597FD-3109-F24E-888F-380DE8436BBF}" type="pres">
      <dgm:prSet presAssocID="{C68DE66F-9E15-D140-B82B-A50863D10ADD}" presName="connectorText" presStyleLbl="sibTrans2D1" presStyleIdx="3" presStyleCnt="9"/>
      <dgm:spPr/>
    </dgm:pt>
    <dgm:pt modelId="{FDD9AA42-34A8-4A4A-B773-8DFEE194A196}" type="pres">
      <dgm:prSet presAssocID="{FF8BD3E1-993A-F544-A845-5FDE33849123}" presName="node" presStyleLbl="node1" presStyleIdx="4" presStyleCnt="10">
        <dgm:presLayoutVars>
          <dgm:bulletEnabled val="1"/>
        </dgm:presLayoutVars>
      </dgm:prSet>
      <dgm:spPr/>
    </dgm:pt>
    <dgm:pt modelId="{F6079404-8DFE-6B4F-B984-74995EF78CEF}" type="pres">
      <dgm:prSet presAssocID="{BB92FD83-AB0A-9A4C-99D6-B0C95AEFFD58}" presName="sibTrans" presStyleLbl="sibTrans2D1" presStyleIdx="4" presStyleCnt="9"/>
      <dgm:spPr/>
    </dgm:pt>
    <dgm:pt modelId="{252A18B4-640E-5A4B-9870-E120E2911766}" type="pres">
      <dgm:prSet presAssocID="{BB92FD83-AB0A-9A4C-99D6-B0C95AEFFD58}" presName="connectorText" presStyleLbl="sibTrans2D1" presStyleIdx="4" presStyleCnt="9"/>
      <dgm:spPr/>
    </dgm:pt>
    <dgm:pt modelId="{A376AB59-0D87-B34C-A258-80F2DE22F1B2}" type="pres">
      <dgm:prSet presAssocID="{BB110DD8-6114-8A41-B6D7-E33C2FE2C322}" presName="node" presStyleLbl="node1" presStyleIdx="5" presStyleCnt="10">
        <dgm:presLayoutVars>
          <dgm:bulletEnabled val="1"/>
        </dgm:presLayoutVars>
      </dgm:prSet>
      <dgm:spPr/>
    </dgm:pt>
    <dgm:pt modelId="{46EC6974-58E8-9B4B-B340-4C77ADD4C9B9}" type="pres">
      <dgm:prSet presAssocID="{FC5141FC-D3AA-9941-AF4A-59D1F272FAAF}" presName="sibTrans" presStyleLbl="sibTrans2D1" presStyleIdx="5" presStyleCnt="9"/>
      <dgm:spPr/>
    </dgm:pt>
    <dgm:pt modelId="{D48D1F4C-E94B-044F-A46A-2189EBE61603}" type="pres">
      <dgm:prSet presAssocID="{FC5141FC-D3AA-9941-AF4A-59D1F272FAAF}" presName="connectorText" presStyleLbl="sibTrans2D1" presStyleIdx="5" presStyleCnt="9"/>
      <dgm:spPr/>
    </dgm:pt>
    <dgm:pt modelId="{A8E6A842-E110-0E42-AEEE-3AAA62F9B98B}" type="pres">
      <dgm:prSet presAssocID="{DA69D477-02EE-FD47-BFBC-85D110E07938}" presName="node" presStyleLbl="node1" presStyleIdx="6" presStyleCnt="10">
        <dgm:presLayoutVars>
          <dgm:bulletEnabled val="1"/>
        </dgm:presLayoutVars>
      </dgm:prSet>
      <dgm:spPr/>
    </dgm:pt>
    <dgm:pt modelId="{DE7618B1-A375-7B4F-8D72-5D2FD5716DCA}" type="pres">
      <dgm:prSet presAssocID="{46F97E0E-5E1F-B04C-BAB7-5F58E4E7D302}" presName="sibTrans" presStyleLbl="sibTrans2D1" presStyleIdx="6" presStyleCnt="9"/>
      <dgm:spPr/>
    </dgm:pt>
    <dgm:pt modelId="{2DECBB58-FA24-E64B-BABA-E980490541C3}" type="pres">
      <dgm:prSet presAssocID="{46F97E0E-5E1F-B04C-BAB7-5F58E4E7D302}" presName="connectorText" presStyleLbl="sibTrans2D1" presStyleIdx="6" presStyleCnt="9"/>
      <dgm:spPr/>
    </dgm:pt>
    <dgm:pt modelId="{1C6D6C8F-61BC-804B-A02A-F1E41BFFAE7D}" type="pres">
      <dgm:prSet presAssocID="{5D4B2213-3784-6943-AB72-FE894B852DCE}" presName="node" presStyleLbl="node1" presStyleIdx="7" presStyleCnt="10">
        <dgm:presLayoutVars>
          <dgm:bulletEnabled val="1"/>
        </dgm:presLayoutVars>
      </dgm:prSet>
      <dgm:spPr/>
    </dgm:pt>
    <dgm:pt modelId="{19C64962-A697-8340-B219-236B05177FAF}" type="pres">
      <dgm:prSet presAssocID="{C796DA68-6946-334F-AA0D-5F864BF81140}" presName="sibTrans" presStyleLbl="sibTrans2D1" presStyleIdx="7" presStyleCnt="9"/>
      <dgm:spPr/>
    </dgm:pt>
    <dgm:pt modelId="{18417CB2-18FC-1741-834C-4F9306C1C43C}" type="pres">
      <dgm:prSet presAssocID="{C796DA68-6946-334F-AA0D-5F864BF81140}" presName="connectorText" presStyleLbl="sibTrans2D1" presStyleIdx="7" presStyleCnt="9"/>
      <dgm:spPr/>
    </dgm:pt>
    <dgm:pt modelId="{FDE7F5A7-A857-6443-96EC-3785EE65F296}" type="pres">
      <dgm:prSet presAssocID="{F5D61B4A-3417-7347-A0D4-602C2301A695}" presName="node" presStyleLbl="node1" presStyleIdx="8" presStyleCnt="10">
        <dgm:presLayoutVars>
          <dgm:bulletEnabled val="1"/>
        </dgm:presLayoutVars>
      </dgm:prSet>
      <dgm:spPr/>
    </dgm:pt>
    <dgm:pt modelId="{79104E31-0F31-D148-A9AF-883F3C634927}" type="pres">
      <dgm:prSet presAssocID="{2426FD64-F799-8E47-B50B-CAFD9C42378C}" presName="sibTrans" presStyleLbl="sibTrans2D1" presStyleIdx="8" presStyleCnt="9"/>
      <dgm:spPr/>
    </dgm:pt>
    <dgm:pt modelId="{32C37E79-0CF2-F349-86BF-F796687EF9C8}" type="pres">
      <dgm:prSet presAssocID="{2426FD64-F799-8E47-B50B-CAFD9C42378C}" presName="connectorText" presStyleLbl="sibTrans2D1" presStyleIdx="8" presStyleCnt="9"/>
      <dgm:spPr/>
    </dgm:pt>
    <dgm:pt modelId="{9F9A02F9-F6D6-4E40-AE9D-C9F36A8A4DFA}" type="pres">
      <dgm:prSet presAssocID="{79FF6E57-03AB-1F4E-8FAC-4913A3A334C7}" presName="node" presStyleLbl="node1" presStyleIdx="9" presStyleCnt="10">
        <dgm:presLayoutVars>
          <dgm:bulletEnabled val="1"/>
        </dgm:presLayoutVars>
      </dgm:prSet>
      <dgm:spPr/>
    </dgm:pt>
  </dgm:ptLst>
  <dgm:cxnLst>
    <dgm:cxn modelId="{C5DEC308-3133-4B4B-9BFC-884707F214FD}" srcId="{FF8BD3E1-993A-F544-A845-5FDE33849123}" destId="{3E93C2C0-03F5-3B4D-A12E-609D515E424E}" srcOrd="2" destOrd="0" parTransId="{37264CC0-D52F-354B-BB70-BA05FD620594}" sibTransId="{6B80FDD8-79E8-C946-9E1E-82CCFA448012}"/>
    <dgm:cxn modelId="{CC041310-122A-8046-AE7D-8EB16B77C716}" srcId="{53408397-7BEF-834B-991E-F94AD9BF9205}" destId="{DA69D477-02EE-FD47-BFBC-85D110E07938}" srcOrd="6" destOrd="0" parTransId="{1D550AEB-862D-864B-9AC9-A1836C2F7753}" sibTransId="{46F97E0E-5E1F-B04C-BAB7-5F58E4E7D302}"/>
    <dgm:cxn modelId="{D9F58919-EAAF-824B-8608-D87216F21434}" type="presOf" srcId="{C796DA68-6946-334F-AA0D-5F864BF81140}" destId="{19C64962-A697-8340-B219-236B05177FAF}" srcOrd="0" destOrd="0" presId="urn:microsoft.com/office/officeart/2005/8/layout/process5"/>
    <dgm:cxn modelId="{EDDAD324-6800-524F-89C9-E9F5C51D9851}" type="presOf" srcId="{BB92FD83-AB0A-9A4C-99D6-B0C95AEFFD58}" destId="{252A18B4-640E-5A4B-9870-E120E2911766}" srcOrd="1" destOrd="0" presId="urn:microsoft.com/office/officeart/2005/8/layout/process5"/>
    <dgm:cxn modelId="{43056025-73DD-E14D-A36C-970AF2F05166}" srcId="{53408397-7BEF-834B-991E-F94AD9BF9205}" destId="{BE12651C-271C-DA4D-9449-09F4E570AABC}" srcOrd="1" destOrd="0" parTransId="{DFC12901-C2BA-6642-BB97-7E2A50AD5A2B}" sibTransId="{3DBD5F64-F3E6-2D40-90B8-75A613A96296}"/>
    <dgm:cxn modelId="{B6647525-93BB-5247-9E5E-7A69B790F1C6}" type="presOf" srcId="{2426FD64-F799-8E47-B50B-CAFD9C42378C}" destId="{32C37E79-0CF2-F349-86BF-F796687EF9C8}" srcOrd="1" destOrd="0" presId="urn:microsoft.com/office/officeart/2005/8/layout/process5"/>
    <dgm:cxn modelId="{D6A0A625-BB00-5A4B-930A-E60B1AD1689C}" type="presOf" srcId="{9B930AC0-B17B-8645-8D75-5662A6FD630A}" destId="{8E91D48A-AF0F-6B49-A3A4-A04982AD432C}" srcOrd="0" destOrd="0" presId="urn:microsoft.com/office/officeart/2005/8/layout/process5"/>
    <dgm:cxn modelId="{A50FFC27-E6CE-3E46-A5D4-C50DD1858CE4}" type="presOf" srcId="{3E93C2C0-03F5-3B4D-A12E-609D515E424E}" destId="{FDD9AA42-34A8-4A4A-B773-8DFEE194A196}" srcOrd="0" destOrd="3" presId="urn:microsoft.com/office/officeart/2005/8/layout/process5"/>
    <dgm:cxn modelId="{51716828-F3F0-064F-A2D7-EC67DCCE57F1}" srcId="{53408397-7BEF-834B-991E-F94AD9BF9205}" destId="{A381F536-7F5F-AC4A-B7B6-A723EDA19837}" srcOrd="0" destOrd="0" parTransId="{329C9C28-B35E-F148-8392-FB33D3753519}" sibTransId="{5DDC021A-F133-1F42-8078-9FD3180EB0BC}"/>
    <dgm:cxn modelId="{0F1AF629-08A9-0B44-9F90-27EE60AC85DE}" type="presOf" srcId="{A381F536-7F5F-AC4A-B7B6-A723EDA19837}" destId="{7701DEB5-F741-C347-9B4C-2922656CB7D6}" srcOrd="0" destOrd="0" presId="urn:microsoft.com/office/officeart/2005/8/layout/process5"/>
    <dgm:cxn modelId="{C69AA131-1988-CB4E-96A8-B46F24621A97}" srcId="{53408397-7BEF-834B-991E-F94AD9BF9205}" destId="{9B930AC0-B17B-8645-8D75-5662A6FD630A}" srcOrd="2" destOrd="0" parTransId="{95D26414-BA6D-1B4A-993F-A426CC97EFB9}" sibTransId="{FB5FC714-1CDA-A448-84EE-F7946A60030D}"/>
    <dgm:cxn modelId="{0D81FB31-159C-2343-BD8F-18EF93368AFE}" type="presOf" srcId="{3DBD5F64-F3E6-2D40-90B8-75A613A96296}" destId="{5AC6CAE5-9193-384D-9EE2-CF51BC174DD6}" srcOrd="1" destOrd="0" presId="urn:microsoft.com/office/officeart/2005/8/layout/process5"/>
    <dgm:cxn modelId="{9D167533-F805-4A42-AE8A-40768584C5E0}" srcId="{53408397-7BEF-834B-991E-F94AD9BF9205}" destId="{FF8BD3E1-993A-F544-A845-5FDE33849123}" srcOrd="4" destOrd="0" parTransId="{8DB932FF-C22D-244A-BA2F-96F206964844}" sibTransId="{BB92FD83-AB0A-9A4C-99D6-B0C95AEFFD58}"/>
    <dgm:cxn modelId="{64E7B235-5993-F742-86A0-D5A285F8100B}" type="presOf" srcId="{53408397-7BEF-834B-991E-F94AD9BF9205}" destId="{49143118-4EC4-B640-8C5A-D09CC10268DE}" srcOrd="0" destOrd="0" presId="urn:microsoft.com/office/officeart/2005/8/layout/process5"/>
    <dgm:cxn modelId="{75D46037-A89C-324D-958C-DBFFB7EBC2BC}" type="presOf" srcId="{2D6EBF7C-320A-4843-A7E9-D9646A1B46E6}" destId="{FDD9AA42-34A8-4A4A-B773-8DFEE194A196}" srcOrd="0" destOrd="1" presId="urn:microsoft.com/office/officeart/2005/8/layout/process5"/>
    <dgm:cxn modelId="{4611163A-AB0F-274C-B3C5-BA1DF0982F3F}" type="presOf" srcId="{46F97E0E-5E1F-B04C-BAB7-5F58E4E7D302}" destId="{DE7618B1-A375-7B4F-8D72-5D2FD5716DCA}" srcOrd="0" destOrd="0" presId="urn:microsoft.com/office/officeart/2005/8/layout/process5"/>
    <dgm:cxn modelId="{02D4DE3B-E270-1548-830D-3CABB9C42122}" type="presOf" srcId="{FF8BD3E1-993A-F544-A845-5FDE33849123}" destId="{FDD9AA42-34A8-4A4A-B773-8DFEE194A196}" srcOrd="0" destOrd="0" presId="urn:microsoft.com/office/officeart/2005/8/layout/process5"/>
    <dgm:cxn modelId="{8B4D5A3C-37D5-684E-9D22-B7421D0FFB91}" type="presOf" srcId="{2426FD64-F799-8E47-B50B-CAFD9C42378C}" destId="{79104E31-0F31-D148-A9AF-883F3C634927}" srcOrd="0" destOrd="0" presId="urn:microsoft.com/office/officeart/2005/8/layout/process5"/>
    <dgm:cxn modelId="{844B5140-F402-344B-B4A4-F23033E09972}" type="presOf" srcId="{FB5FC714-1CDA-A448-84EE-F7946A60030D}" destId="{0B565E8D-FA7C-5B4B-8746-56A4B62D194E}" srcOrd="1" destOrd="0" presId="urn:microsoft.com/office/officeart/2005/8/layout/process5"/>
    <dgm:cxn modelId="{7E748F52-B9AD-764A-9E7B-426402F5A8F2}" type="presOf" srcId="{79FF6E57-03AB-1F4E-8FAC-4913A3A334C7}" destId="{9F9A02F9-F6D6-4E40-AE9D-C9F36A8A4DFA}" srcOrd="0" destOrd="0" presId="urn:microsoft.com/office/officeart/2005/8/layout/process5"/>
    <dgm:cxn modelId="{1CFB965A-F645-2642-A0E1-5F33548B7EF8}" srcId="{53408397-7BEF-834B-991E-F94AD9BF9205}" destId="{79FF6E57-03AB-1F4E-8FAC-4913A3A334C7}" srcOrd="9" destOrd="0" parTransId="{A7EDC702-9FA3-894B-ADFB-1103BBF4E2C5}" sibTransId="{02228096-0F46-1847-AC8D-4170EFD985FD}"/>
    <dgm:cxn modelId="{2F9F0E5E-9504-7B4C-8FCE-ECC0C5D6AC83}" type="presOf" srcId="{BB110DD8-6114-8A41-B6D7-E33C2FE2C322}" destId="{A376AB59-0D87-B34C-A258-80F2DE22F1B2}" srcOrd="0" destOrd="0" presId="urn:microsoft.com/office/officeart/2005/8/layout/process5"/>
    <dgm:cxn modelId="{A1CB0661-4926-434B-846F-185C14713DBB}" type="presOf" srcId="{C68DE66F-9E15-D140-B82B-A50863D10ADD}" destId="{514134DF-8D4D-4343-A2AF-E5BDF0F6B357}" srcOrd="0" destOrd="0" presId="urn:microsoft.com/office/officeart/2005/8/layout/process5"/>
    <dgm:cxn modelId="{2F901E71-B49A-D443-A3D6-F6AF6F72632A}" type="presOf" srcId="{E0D4C661-1BDE-D542-96AC-C13B57598042}" destId="{FDD9AA42-34A8-4A4A-B773-8DFEE194A196}" srcOrd="0" destOrd="4" presId="urn:microsoft.com/office/officeart/2005/8/layout/process5"/>
    <dgm:cxn modelId="{D2FAF971-F09B-464C-9FBD-513E9A9D0F05}" srcId="{BB110DD8-6114-8A41-B6D7-E33C2FE2C322}" destId="{46B871EE-54CA-3B40-8F0A-062F012E3C09}" srcOrd="0" destOrd="0" parTransId="{EA4BD619-7683-0143-ACB5-684566DDB7FD}" sibTransId="{04CC6022-1A76-5E43-AC84-F02D925033B8}"/>
    <dgm:cxn modelId="{F5FFC47B-2931-8E48-8F8F-BD7C35D45310}" type="presOf" srcId="{FC5141FC-D3AA-9941-AF4A-59D1F272FAAF}" destId="{46EC6974-58E8-9B4B-B340-4C77ADD4C9B9}" srcOrd="0" destOrd="0" presId="urn:microsoft.com/office/officeart/2005/8/layout/process5"/>
    <dgm:cxn modelId="{0FF0E97D-E3C5-4C44-A3FE-BCD95E2B701A}" type="presOf" srcId="{FC5141FC-D3AA-9941-AF4A-59D1F272FAAF}" destId="{D48D1F4C-E94B-044F-A46A-2189EBE61603}" srcOrd="1" destOrd="0" presId="urn:microsoft.com/office/officeart/2005/8/layout/process5"/>
    <dgm:cxn modelId="{CCEB5081-F43A-7043-AB06-A100801D13FF}" type="presOf" srcId="{5D4B2213-3784-6943-AB72-FE894B852DCE}" destId="{1C6D6C8F-61BC-804B-A02A-F1E41BFFAE7D}" srcOrd="0" destOrd="0" presId="urn:microsoft.com/office/officeart/2005/8/layout/process5"/>
    <dgm:cxn modelId="{9EB84586-29DA-0447-AA28-1B94FB595B04}" type="presOf" srcId="{8C5CB9AB-1E15-5E43-914E-3AA45A61266F}" destId="{FDD9AA42-34A8-4A4A-B773-8DFEE194A196}" srcOrd="0" destOrd="2" presId="urn:microsoft.com/office/officeart/2005/8/layout/process5"/>
    <dgm:cxn modelId="{141D128C-5845-DC43-8070-680C682AC830}" type="presOf" srcId="{BE12651C-271C-DA4D-9449-09F4E570AABC}" destId="{08012776-5F8A-CD42-B350-4F213480EEE6}" srcOrd="0" destOrd="0" presId="urn:microsoft.com/office/officeart/2005/8/layout/process5"/>
    <dgm:cxn modelId="{376CD68F-64E0-6C42-8A20-0AE32BFCF4DA}" srcId="{53408397-7BEF-834B-991E-F94AD9BF9205}" destId="{F5D61B4A-3417-7347-A0D4-602C2301A695}" srcOrd="8" destOrd="0" parTransId="{2394C947-5BA5-2F44-94C4-DA77A323D79F}" sibTransId="{2426FD64-F799-8E47-B50B-CAFD9C42378C}"/>
    <dgm:cxn modelId="{C67E5A92-2D18-774B-9B47-4C9A14CB4AEE}" type="presOf" srcId="{F5D61B4A-3417-7347-A0D4-602C2301A695}" destId="{FDE7F5A7-A857-6443-96EC-3785EE65F296}" srcOrd="0" destOrd="0" presId="urn:microsoft.com/office/officeart/2005/8/layout/process5"/>
    <dgm:cxn modelId="{EC0A4A9B-F79F-9C46-B62C-5AEA65BFE41B}" srcId="{53408397-7BEF-834B-991E-F94AD9BF9205}" destId="{F0227596-1DFA-B04A-9AF8-DBFEA1E361A9}" srcOrd="3" destOrd="0" parTransId="{5D3E9AFD-D31F-D247-B5DE-AEE593D7CBE4}" sibTransId="{C68DE66F-9E15-D140-B82B-A50863D10ADD}"/>
    <dgm:cxn modelId="{CC27DAA0-6F58-F549-A0C6-6E68CE8373CA}" type="presOf" srcId="{FB5FC714-1CDA-A448-84EE-F7946A60030D}" destId="{74098E3D-DA85-B84E-86B0-7B90E8C1847E}" srcOrd="0" destOrd="0" presId="urn:microsoft.com/office/officeart/2005/8/layout/process5"/>
    <dgm:cxn modelId="{8DA73CA2-7C1F-014F-BA11-C2C75A7E0DB3}" type="presOf" srcId="{C68DE66F-9E15-D140-B82B-A50863D10ADD}" destId="{4B9597FD-3109-F24E-888F-380DE8436BBF}" srcOrd="1" destOrd="0" presId="urn:microsoft.com/office/officeart/2005/8/layout/process5"/>
    <dgm:cxn modelId="{17A3D3A2-9D76-E547-A63F-A5EFD6179CCF}" srcId="{53408397-7BEF-834B-991E-F94AD9BF9205}" destId="{5D4B2213-3784-6943-AB72-FE894B852DCE}" srcOrd="7" destOrd="0" parTransId="{75124B2B-D41E-E242-92A6-64384C119997}" sibTransId="{C796DA68-6946-334F-AA0D-5F864BF81140}"/>
    <dgm:cxn modelId="{8906E2A7-DFB8-B048-9912-CC4EA1A5B321}" srcId="{FF8BD3E1-993A-F544-A845-5FDE33849123}" destId="{2D6EBF7C-320A-4843-A7E9-D9646A1B46E6}" srcOrd="0" destOrd="0" parTransId="{ADCEBD33-A65C-CB41-A3E2-2DFC4E17E779}" sibTransId="{F0DBB5F7-54A4-F244-9377-75D847462ADA}"/>
    <dgm:cxn modelId="{958607AC-449D-3C40-80DA-7EAF2FDD6AD9}" srcId="{FF8BD3E1-993A-F544-A845-5FDE33849123}" destId="{E0D4C661-1BDE-D542-96AC-C13B57598042}" srcOrd="3" destOrd="0" parTransId="{46911794-B163-064A-BB12-AC1E098AE647}" sibTransId="{AFB7686E-C580-C846-A2BF-1B81BE3C101C}"/>
    <dgm:cxn modelId="{B14262AF-BA45-7047-AE06-E64AB35797EB}" type="presOf" srcId="{DA69D477-02EE-FD47-BFBC-85D110E07938}" destId="{A8E6A842-E110-0E42-AEEE-3AAA62F9B98B}" srcOrd="0" destOrd="0" presId="urn:microsoft.com/office/officeart/2005/8/layout/process5"/>
    <dgm:cxn modelId="{FFE8B2B7-AC93-1447-B8C6-D19CA9626C8E}" type="presOf" srcId="{C796DA68-6946-334F-AA0D-5F864BF81140}" destId="{18417CB2-18FC-1741-834C-4F9306C1C43C}" srcOrd="1" destOrd="0" presId="urn:microsoft.com/office/officeart/2005/8/layout/process5"/>
    <dgm:cxn modelId="{DB55D6B8-6DAE-C443-B2D4-DF6C60326E31}" type="presOf" srcId="{5DDC021A-F133-1F42-8078-9FD3180EB0BC}" destId="{3DC26FF5-56EA-7C4A-9DF8-6F6417F2A0D7}" srcOrd="1" destOrd="0" presId="urn:microsoft.com/office/officeart/2005/8/layout/process5"/>
    <dgm:cxn modelId="{44BCEFBA-6A14-9D49-9796-0FDD31CFA06B}" type="presOf" srcId="{BB92FD83-AB0A-9A4C-99D6-B0C95AEFFD58}" destId="{F6079404-8DFE-6B4F-B984-74995EF78CEF}" srcOrd="0" destOrd="0" presId="urn:microsoft.com/office/officeart/2005/8/layout/process5"/>
    <dgm:cxn modelId="{5DFC1ABC-074D-2C41-A35C-413F0F4862C5}" type="presOf" srcId="{3DBD5F64-F3E6-2D40-90B8-75A613A96296}" destId="{6239EBE0-D4CE-FF43-BD25-C63735294CC6}" srcOrd="0" destOrd="0" presId="urn:microsoft.com/office/officeart/2005/8/layout/process5"/>
    <dgm:cxn modelId="{D8816FC2-DBF1-AA44-8DEC-1267C1EEF96B}" type="presOf" srcId="{F0227596-1DFA-B04A-9AF8-DBFEA1E361A9}" destId="{D29C2B53-E1C9-9746-8675-5932C807E1A9}" srcOrd="0" destOrd="0" presId="urn:microsoft.com/office/officeart/2005/8/layout/process5"/>
    <dgm:cxn modelId="{8D6455D0-F557-6A4B-A7B4-F5B3DCC94DE9}" type="presOf" srcId="{5DDC021A-F133-1F42-8078-9FD3180EB0BC}" destId="{5681F244-185D-BB4B-950B-713F466570DA}" srcOrd="0" destOrd="0" presId="urn:microsoft.com/office/officeart/2005/8/layout/process5"/>
    <dgm:cxn modelId="{896AF0D0-CC9D-3041-BCF5-787184947717}" type="presOf" srcId="{46B871EE-54CA-3B40-8F0A-062F012E3C09}" destId="{A376AB59-0D87-B34C-A258-80F2DE22F1B2}" srcOrd="0" destOrd="1" presId="urn:microsoft.com/office/officeart/2005/8/layout/process5"/>
    <dgm:cxn modelId="{7A90E8E3-6DED-2946-9799-5F397E10AFEA}" srcId="{53408397-7BEF-834B-991E-F94AD9BF9205}" destId="{BB110DD8-6114-8A41-B6D7-E33C2FE2C322}" srcOrd="5" destOrd="0" parTransId="{71F7E257-9889-1F42-9991-5BA23F0B8E20}" sibTransId="{FC5141FC-D3AA-9941-AF4A-59D1F272FAAF}"/>
    <dgm:cxn modelId="{200648F2-F545-094A-BA37-F8C60B8CFF7F}" srcId="{FF8BD3E1-993A-F544-A845-5FDE33849123}" destId="{8C5CB9AB-1E15-5E43-914E-3AA45A61266F}" srcOrd="1" destOrd="0" parTransId="{BAFA9554-5C6B-E54E-B342-6C4B0EABB1A6}" sibTransId="{61391F8D-306D-BF4C-8F80-449173B00B0E}"/>
    <dgm:cxn modelId="{BB6196F6-5621-1349-9CB5-715636E2E96E}" type="presOf" srcId="{46F97E0E-5E1F-B04C-BAB7-5F58E4E7D302}" destId="{2DECBB58-FA24-E64B-BABA-E980490541C3}" srcOrd="1" destOrd="0" presId="urn:microsoft.com/office/officeart/2005/8/layout/process5"/>
    <dgm:cxn modelId="{8AAC8C75-425F-FF4F-AAFF-85C5B0CB26F6}" type="presParOf" srcId="{49143118-4EC4-B640-8C5A-D09CC10268DE}" destId="{7701DEB5-F741-C347-9B4C-2922656CB7D6}" srcOrd="0" destOrd="0" presId="urn:microsoft.com/office/officeart/2005/8/layout/process5"/>
    <dgm:cxn modelId="{5211AC52-EAE1-7040-9976-7EB5C57FEEE9}" type="presParOf" srcId="{49143118-4EC4-B640-8C5A-D09CC10268DE}" destId="{5681F244-185D-BB4B-950B-713F466570DA}" srcOrd="1" destOrd="0" presId="urn:microsoft.com/office/officeart/2005/8/layout/process5"/>
    <dgm:cxn modelId="{ADCC39AC-8B8C-1944-9349-D9B4368C22DD}" type="presParOf" srcId="{5681F244-185D-BB4B-950B-713F466570DA}" destId="{3DC26FF5-56EA-7C4A-9DF8-6F6417F2A0D7}" srcOrd="0" destOrd="0" presId="urn:microsoft.com/office/officeart/2005/8/layout/process5"/>
    <dgm:cxn modelId="{67089E4A-428F-0943-8C09-EBE498818934}" type="presParOf" srcId="{49143118-4EC4-B640-8C5A-D09CC10268DE}" destId="{08012776-5F8A-CD42-B350-4F213480EEE6}" srcOrd="2" destOrd="0" presId="urn:microsoft.com/office/officeart/2005/8/layout/process5"/>
    <dgm:cxn modelId="{8542AE8E-0675-3A41-B0EA-996D33EAF951}" type="presParOf" srcId="{49143118-4EC4-B640-8C5A-D09CC10268DE}" destId="{6239EBE0-D4CE-FF43-BD25-C63735294CC6}" srcOrd="3" destOrd="0" presId="urn:microsoft.com/office/officeart/2005/8/layout/process5"/>
    <dgm:cxn modelId="{C1291472-D655-7D45-8A89-CA6BEE1594F2}" type="presParOf" srcId="{6239EBE0-D4CE-FF43-BD25-C63735294CC6}" destId="{5AC6CAE5-9193-384D-9EE2-CF51BC174DD6}" srcOrd="0" destOrd="0" presId="urn:microsoft.com/office/officeart/2005/8/layout/process5"/>
    <dgm:cxn modelId="{B7E1FF1A-F03A-A844-8490-36AB37BBA075}" type="presParOf" srcId="{49143118-4EC4-B640-8C5A-D09CC10268DE}" destId="{8E91D48A-AF0F-6B49-A3A4-A04982AD432C}" srcOrd="4" destOrd="0" presId="urn:microsoft.com/office/officeart/2005/8/layout/process5"/>
    <dgm:cxn modelId="{FD01BD06-2533-F442-8D4F-E60434675C49}" type="presParOf" srcId="{49143118-4EC4-B640-8C5A-D09CC10268DE}" destId="{74098E3D-DA85-B84E-86B0-7B90E8C1847E}" srcOrd="5" destOrd="0" presId="urn:microsoft.com/office/officeart/2005/8/layout/process5"/>
    <dgm:cxn modelId="{6367377B-7F08-114B-89CE-AD441A01DC30}" type="presParOf" srcId="{74098E3D-DA85-B84E-86B0-7B90E8C1847E}" destId="{0B565E8D-FA7C-5B4B-8746-56A4B62D194E}" srcOrd="0" destOrd="0" presId="urn:microsoft.com/office/officeart/2005/8/layout/process5"/>
    <dgm:cxn modelId="{83B41385-BE43-4141-AED7-178F1C3BCBB8}" type="presParOf" srcId="{49143118-4EC4-B640-8C5A-D09CC10268DE}" destId="{D29C2B53-E1C9-9746-8675-5932C807E1A9}" srcOrd="6" destOrd="0" presId="urn:microsoft.com/office/officeart/2005/8/layout/process5"/>
    <dgm:cxn modelId="{97786434-ED49-9F44-8835-1AD2565292DB}" type="presParOf" srcId="{49143118-4EC4-B640-8C5A-D09CC10268DE}" destId="{514134DF-8D4D-4343-A2AF-E5BDF0F6B357}" srcOrd="7" destOrd="0" presId="urn:microsoft.com/office/officeart/2005/8/layout/process5"/>
    <dgm:cxn modelId="{D10B821F-A868-C346-809F-F3E546253C54}" type="presParOf" srcId="{514134DF-8D4D-4343-A2AF-E5BDF0F6B357}" destId="{4B9597FD-3109-F24E-888F-380DE8436BBF}" srcOrd="0" destOrd="0" presId="urn:microsoft.com/office/officeart/2005/8/layout/process5"/>
    <dgm:cxn modelId="{A2B89FE7-B96D-7D47-B150-71BEE8F3A516}" type="presParOf" srcId="{49143118-4EC4-B640-8C5A-D09CC10268DE}" destId="{FDD9AA42-34A8-4A4A-B773-8DFEE194A196}" srcOrd="8" destOrd="0" presId="urn:microsoft.com/office/officeart/2005/8/layout/process5"/>
    <dgm:cxn modelId="{7F98052C-CC0A-A746-9D6C-B05DF3B639D5}" type="presParOf" srcId="{49143118-4EC4-B640-8C5A-D09CC10268DE}" destId="{F6079404-8DFE-6B4F-B984-74995EF78CEF}" srcOrd="9" destOrd="0" presId="urn:microsoft.com/office/officeart/2005/8/layout/process5"/>
    <dgm:cxn modelId="{44C851E3-5CEF-5948-B5BA-3C72586E52CF}" type="presParOf" srcId="{F6079404-8DFE-6B4F-B984-74995EF78CEF}" destId="{252A18B4-640E-5A4B-9870-E120E2911766}" srcOrd="0" destOrd="0" presId="urn:microsoft.com/office/officeart/2005/8/layout/process5"/>
    <dgm:cxn modelId="{798468B8-783A-9F4E-829E-BCB1B02ECE12}" type="presParOf" srcId="{49143118-4EC4-B640-8C5A-D09CC10268DE}" destId="{A376AB59-0D87-B34C-A258-80F2DE22F1B2}" srcOrd="10" destOrd="0" presId="urn:microsoft.com/office/officeart/2005/8/layout/process5"/>
    <dgm:cxn modelId="{3314CF19-A546-DB4D-A25F-0B12BBC71F8D}" type="presParOf" srcId="{49143118-4EC4-B640-8C5A-D09CC10268DE}" destId="{46EC6974-58E8-9B4B-B340-4C77ADD4C9B9}" srcOrd="11" destOrd="0" presId="urn:microsoft.com/office/officeart/2005/8/layout/process5"/>
    <dgm:cxn modelId="{D8583919-97D5-8D4B-B2A3-306C87097E4E}" type="presParOf" srcId="{46EC6974-58E8-9B4B-B340-4C77ADD4C9B9}" destId="{D48D1F4C-E94B-044F-A46A-2189EBE61603}" srcOrd="0" destOrd="0" presId="urn:microsoft.com/office/officeart/2005/8/layout/process5"/>
    <dgm:cxn modelId="{44EBA0B4-976A-FC46-A1DC-55B71DD3D6A0}" type="presParOf" srcId="{49143118-4EC4-B640-8C5A-D09CC10268DE}" destId="{A8E6A842-E110-0E42-AEEE-3AAA62F9B98B}" srcOrd="12" destOrd="0" presId="urn:microsoft.com/office/officeart/2005/8/layout/process5"/>
    <dgm:cxn modelId="{CE3F5E8E-34D5-5B4B-AC7F-42CAE6E58CCD}" type="presParOf" srcId="{49143118-4EC4-B640-8C5A-D09CC10268DE}" destId="{DE7618B1-A375-7B4F-8D72-5D2FD5716DCA}" srcOrd="13" destOrd="0" presId="urn:microsoft.com/office/officeart/2005/8/layout/process5"/>
    <dgm:cxn modelId="{5C19A9B5-BA81-2244-B8D6-1DB520A0AA43}" type="presParOf" srcId="{DE7618B1-A375-7B4F-8D72-5D2FD5716DCA}" destId="{2DECBB58-FA24-E64B-BABA-E980490541C3}" srcOrd="0" destOrd="0" presId="urn:microsoft.com/office/officeart/2005/8/layout/process5"/>
    <dgm:cxn modelId="{25BDA7C4-CD0D-BD48-AF5B-B65822E57D7B}" type="presParOf" srcId="{49143118-4EC4-B640-8C5A-D09CC10268DE}" destId="{1C6D6C8F-61BC-804B-A02A-F1E41BFFAE7D}" srcOrd="14" destOrd="0" presId="urn:microsoft.com/office/officeart/2005/8/layout/process5"/>
    <dgm:cxn modelId="{B2896502-9959-A54C-A101-059E45AD09A0}" type="presParOf" srcId="{49143118-4EC4-B640-8C5A-D09CC10268DE}" destId="{19C64962-A697-8340-B219-236B05177FAF}" srcOrd="15" destOrd="0" presId="urn:microsoft.com/office/officeart/2005/8/layout/process5"/>
    <dgm:cxn modelId="{06AC28FD-A9E0-8141-9C87-C76BFCE9F859}" type="presParOf" srcId="{19C64962-A697-8340-B219-236B05177FAF}" destId="{18417CB2-18FC-1741-834C-4F9306C1C43C}" srcOrd="0" destOrd="0" presId="urn:microsoft.com/office/officeart/2005/8/layout/process5"/>
    <dgm:cxn modelId="{EE791C75-C35C-1B45-A383-2EFBBEA8E6FE}" type="presParOf" srcId="{49143118-4EC4-B640-8C5A-D09CC10268DE}" destId="{FDE7F5A7-A857-6443-96EC-3785EE65F296}" srcOrd="16" destOrd="0" presId="urn:microsoft.com/office/officeart/2005/8/layout/process5"/>
    <dgm:cxn modelId="{163237D3-D577-1648-A9B8-B011DE847A4A}" type="presParOf" srcId="{49143118-4EC4-B640-8C5A-D09CC10268DE}" destId="{79104E31-0F31-D148-A9AF-883F3C634927}" srcOrd="17" destOrd="0" presId="urn:microsoft.com/office/officeart/2005/8/layout/process5"/>
    <dgm:cxn modelId="{A238C635-16E9-7A43-8F33-74187046E9E2}" type="presParOf" srcId="{79104E31-0F31-D148-A9AF-883F3C634927}" destId="{32C37E79-0CF2-F349-86BF-F796687EF9C8}" srcOrd="0" destOrd="0" presId="urn:microsoft.com/office/officeart/2005/8/layout/process5"/>
    <dgm:cxn modelId="{D8D00CF3-8182-7540-8DC1-0F85CA4087DA}" type="presParOf" srcId="{49143118-4EC4-B640-8C5A-D09CC10268DE}" destId="{9F9A02F9-F6D6-4E40-AE9D-C9F36A8A4DFA}" srcOrd="18" destOrd="0" presId="urn:microsoft.com/office/officeart/2005/8/layout/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B4D5E3D8-47D8-1A4C-9387-6DE60324DF6F}">
      <dsp:nvSpPr>
        <dsp:cNvPr id="0" name=""/>
        <dsp:cNvSpPr/>
      </dsp:nvSpPr>
      <dsp:spPr>
        <a:xfrm>
          <a:off x="5175" y="487487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Scope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Goals, Actions, Data, Analysis, Ethics</a:t>
          </a:r>
        </a:p>
      </dsp:txBody>
      <dsp:txXfrm>
        <a:off x="44938" y="527250"/>
        <a:ext cx="2183175" cy="1278095"/>
      </dsp:txXfrm>
    </dsp:sp>
    <dsp:sp modelId="{A58869D2-B78E-DD40-ACB3-9F052F33CBCE}">
      <dsp:nvSpPr>
        <dsp:cNvPr id="0" name=""/>
        <dsp:cNvSpPr/>
      </dsp:nvSpPr>
      <dsp:spPr>
        <a:xfrm>
          <a:off x="2466994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997953"/>
        <a:ext cx="335784" cy="336690"/>
      </dsp:txXfrm>
    </dsp:sp>
    <dsp:sp modelId="{C234DD4B-5CB7-E549-AD0E-83532D584FCF}">
      <dsp:nvSpPr>
        <dsp:cNvPr id="0" name=""/>
        <dsp:cNvSpPr/>
      </dsp:nvSpPr>
      <dsp:spPr>
        <a:xfrm>
          <a:off x="3172957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Get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Store Data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Link Data</a:t>
          </a:r>
        </a:p>
      </dsp:txBody>
      <dsp:txXfrm>
        <a:off x="3212720" y="527250"/>
        <a:ext cx="2183175" cy="1278095"/>
      </dsp:txXfrm>
    </dsp:sp>
    <dsp:sp modelId="{16C02E65-2210-C24E-8692-38A2A70EC148}">
      <dsp:nvSpPr>
        <dsp:cNvPr id="0" name=""/>
        <dsp:cNvSpPr/>
      </dsp:nvSpPr>
      <dsp:spPr>
        <a:xfrm>
          <a:off x="5634777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5634777" y="997953"/>
        <a:ext cx="335784" cy="336690"/>
      </dsp:txXfrm>
    </dsp:sp>
    <dsp:sp modelId="{FBF1C564-B2B8-4C41-BE63-B8171F8EB76E}">
      <dsp:nvSpPr>
        <dsp:cNvPr id="0" name=""/>
        <dsp:cNvSpPr/>
      </dsp:nvSpPr>
      <dsp:spPr>
        <a:xfrm>
          <a:off x="6340740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Exploration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Entities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temporal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Spatial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…</a:t>
          </a:r>
        </a:p>
      </dsp:txBody>
      <dsp:txXfrm>
        <a:off x="6380503" y="527250"/>
        <a:ext cx="2183175" cy="1278095"/>
      </dsp:txXfrm>
    </dsp:sp>
    <dsp:sp modelId="{680472FB-1DED-B043-9C18-8E9AFCBED6E9}">
      <dsp:nvSpPr>
        <dsp:cNvPr id="0" name=""/>
        <dsp:cNvSpPr/>
      </dsp:nvSpPr>
      <dsp:spPr>
        <a:xfrm>
          <a:off x="8802559" y="885723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8802559" y="997953"/>
        <a:ext cx="335784" cy="336690"/>
      </dsp:txXfrm>
    </dsp:sp>
    <dsp:sp modelId="{CC8F3904-974E-2647-9B88-B6062079D1ED}">
      <dsp:nvSpPr>
        <dsp:cNvPr id="0" name=""/>
        <dsp:cNvSpPr/>
      </dsp:nvSpPr>
      <dsp:spPr>
        <a:xfrm>
          <a:off x="9508522" y="487487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Modeling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Rows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Labels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Features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Models</a:t>
          </a:r>
        </a:p>
      </dsp:txBody>
      <dsp:txXfrm>
        <a:off x="9548285" y="527250"/>
        <a:ext cx="2183175" cy="1278095"/>
      </dsp:txXfrm>
    </dsp:sp>
    <dsp:sp modelId="{5383FDA3-64FA-604A-8CAF-995772572DB0}">
      <dsp:nvSpPr>
        <dsp:cNvPr id="0" name=""/>
        <dsp:cNvSpPr/>
      </dsp:nvSpPr>
      <dsp:spPr>
        <a:xfrm rot="5400000">
          <a:off x="10400027" y="2003497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10471528" y="2044226"/>
        <a:ext cx="336690" cy="335784"/>
      </dsp:txXfrm>
    </dsp:sp>
    <dsp:sp modelId="{F11F753D-D453-BC4F-BACE-C4F8A11ECEA5}">
      <dsp:nvSpPr>
        <dsp:cNvPr id="0" name=""/>
        <dsp:cNvSpPr/>
      </dsp:nvSpPr>
      <dsp:spPr>
        <a:xfrm>
          <a:off x="9508522" y="2750189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t" anchorCtr="0">
          <a:noAutofit/>
        </a:bodyPr>
        <a:lstStyle/>
        <a:p>
          <a:pPr marL="0" lvl="0" indent="0" algn="l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Selection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Train-Test Splits</a:t>
          </a:r>
        </a:p>
        <a:p>
          <a:pPr marL="114300" lvl="1" indent="-114300" algn="l" defTabSz="5778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300" kern="1200" dirty="0"/>
            <a:t>Performance Metrics</a:t>
          </a:r>
        </a:p>
      </dsp:txBody>
      <dsp:txXfrm>
        <a:off x="9548285" y="2789952"/>
        <a:ext cx="2183175" cy="1278095"/>
      </dsp:txXfrm>
    </dsp:sp>
    <dsp:sp modelId="{F8E19199-589F-1946-8222-73EA4584121E}">
      <dsp:nvSpPr>
        <dsp:cNvPr id="0" name=""/>
        <dsp:cNvSpPr/>
      </dsp:nvSpPr>
      <dsp:spPr>
        <a:xfrm rot="10800000">
          <a:off x="8829712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rgbClr val="00B0F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8973620" y="3260654"/>
        <a:ext cx="335784" cy="336690"/>
      </dsp:txXfrm>
    </dsp:sp>
    <dsp:sp modelId="{529FCC09-4687-E147-80E8-2EB7609DC9CF}">
      <dsp:nvSpPr>
        <dsp:cNvPr id="0" name=""/>
        <dsp:cNvSpPr/>
      </dsp:nvSpPr>
      <dsp:spPr>
        <a:xfrm>
          <a:off x="6340740" y="2750189"/>
          <a:ext cx="2262701" cy="1357621"/>
        </a:xfrm>
        <a:prstGeom prst="roundRect">
          <a:avLst>
            <a:gd name="adj" fmla="val 10000"/>
          </a:avLst>
        </a:prstGeom>
        <a:solidFill>
          <a:schemeClr val="tx1">
            <a:lumMod val="65000"/>
            <a:lumOff val="3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Model Interpretation</a:t>
          </a:r>
        </a:p>
      </dsp:txBody>
      <dsp:txXfrm>
        <a:off x="6380503" y="2789952"/>
        <a:ext cx="2183175" cy="1278095"/>
      </dsp:txXfrm>
    </dsp:sp>
    <dsp:sp modelId="{5381123D-2C93-3241-8E06-B77D04CAE8EC}">
      <dsp:nvSpPr>
        <dsp:cNvPr id="0" name=""/>
        <dsp:cNvSpPr/>
      </dsp:nvSpPr>
      <dsp:spPr>
        <a:xfrm rot="10800000">
          <a:off x="5661929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bg2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5805837" y="3260654"/>
        <a:ext cx="335784" cy="336690"/>
      </dsp:txXfrm>
    </dsp:sp>
    <dsp:sp modelId="{1850AAD1-4903-FE47-A71D-0B73E666CD99}">
      <dsp:nvSpPr>
        <dsp:cNvPr id="0" name=""/>
        <dsp:cNvSpPr/>
      </dsp:nvSpPr>
      <dsp:spPr>
        <a:xfrm>
          <a:off x="3172957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Dealing with Bias and Fairness</a:t>
          </a:r>
        </a:p>
      </dsp:txBody>
      <dsp:txXfrm>
        <a:off x="3212720" y="2789952"/>
        <a:ext cx="2183175" cy="1278095"/>
      </dsp:txXfrm>
    </dsp:sp>
    <dsp:sp modelId="{D7CE2DAE-ABF0-9641-AE1A-0DB79AEBD84A}">
      <dsp:nvSpPr>
        <dsp:cNvPr id="0" name=""/>
        <dsp:cNvSpPr/>
      </dsp:nvSpPr>
      <dsp:spPr>
        <a:xfrm rot="10800000">
          <a:off x="2494147" y="3148424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10800000">
        <a:off x="2638055" y="3260654"/>
        <a:ext cx="335784" cy="336690"/>
      </dsp:txXfrm>
    </dsp:sp>
    <dsp:sp modelId="{0538887E-FF31-324E-B401-E87E44AFF0AA}">
      <dsp:nvSpPr>
        <dsp:cNvPr id="0" name=""/>
        <dsp:cNvSpPr/>
      </dsp:nvSpPr>
      <dsp:spPr>
        <a:xfrm>
          <a:off x="5175" y="2750189"/>
          <a:ext cx="2262701" cy="1357621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Field Trial Design</a:t>
          </a:r>
        </a:p>
      </dsp:txBody>
      <dsp:txXfrm>
        <a:off x="44938" y="2789952"/>
        <a:ext cx="2183175" cy="1278095"/>
      </dsp:txXfrm>
    </dsp:sp>
    <dsp:sp modelId="{92EB25B1-D4AE-754E-BD44-115E26D1FF80}">
      <dsp:nvSpPr>
        <dsp:cNvPr id="0" name=""/>
        <dsp:cNvSpPr/>
      </dsp:nvSpPr>
      <dsp:spPr>
        <a:xfrm rot="5400000">
          <a:off x="896679" y="4266199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6">
            <a:lumMod val="5000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 rot="-5400000">
        <a:off x="968180" y="4306928"/>
        <a:ext cx="336690" cy="335784"/>
      </dsp:txXfrm>
    </dsp:sp>
    <dsp:sp modelId="{C225C079-1737-3742-99A0-0A7B593214FB}">
      <dsp:nvSpPr>
        <dsp:cNvPr id="0" name=""/>
        <dsp:cNvSpPr/>
      </dsp:nvSpPr>
      <dsp:spPr>
        <a:xfrm>
          <a:off x="5175" y="5012891"/>
          <a:ext cx="2262701" cy="1357621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Deployment</a:t>
          </a:r>
        </a:p>
      </dsp:txBody>
      <dsp:txXfrm>
        <a:off x="44938" y="5052654"/>
        <a:ext cx="2183175" cy="1278095"/>
      </dsp:txXfrm>
    </dsp:sp>
    <dsp:sp modelId="{C8297064-9915-AB4E-A9CB-FFEA8FC197B9}">
      <dsp:nvSpPr>
        <dsp:cNvPr id="0" name=""/>
        <dsp:cNvSpPr/>
      </dsp:nvSpPr>
      <dsp:spPr>
        <a:xfrm>
          <a:off x="2466994" y="5411126"/>
          <a:ext cx="479692" cy="561150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6223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400" kern="1200"/>
        </a:p>
      </dsp:txBody>
      <dsp:txXfrm>
        <a:off x="2466994" y="5523356"/>
        <a:ext cx="335784" cy="336690"/>
      </dsp:txXfrm>
    </dsp:sp>
    <dsp:sp modelId="{098F0226-B690-1B45-B506-7C933BFB7998}">
      <dsp:nvSpPr>
        <dsp:cNvPr id="0" name=""/>
        <dsp:cNvSpPr/>
      </dsp:nvSpPr>
      <dsp:spPr>
        <a:xfrm>
          <a:off x="3172957" y="5012891"/>
          <a:ext cx="2262701" cy="1357621"/>
        </a:xfrm>
        <a:prstGeom prst="roundRect">
          <a:avLst>
            <a:gd name="adj" fmla="val 10000"/>
          </a:avLst>
        </a:prstGeom>
        <a:solidFill>
          <a:srgbClr val="00B0F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4770" tIns="64770" rIns="64770" bIns="64770" numCol="1" spcCol="1270" anchor="ctr" anchorCtr="0">
          <a:noAutofit/>
        </a:bodyPr>
        <a:lstStyle/>
        <a:p>
          <a:pPr marL="0" lvl="0" indent="0" algn="ctr" defTabSz="7556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700" kern="1200" dirty="0"/>
            <a:t>Monitoring</a:t>
          </a:r>
        </a:p>
      </dsp:txBody>
      <dsp:txXfrm>
        <a:off x="3212720" y="5052654"/>
        <a:ext cx="2183175" cy="1278095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701DEB5-F741-C347-9B4C-2922656CB7D6}">
      <dsp:nvSpPr>
        <dsp:cNvPr id="0" name=""/>
        <dsp:cNvSpPr/>
      </dsp:nvSpPr>
      <dsp:spPr>
        <a:xfrm>
          <a:off x="572778" y="1311"/>
          <a:ext cx="2102939" cy="1261763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Get Data</a:t>
          </a:r>
        </a:p>
      </dsp:txBody>
      <dsp:txXfrm>
        <a:off x="609734" y="38267"/>
        <a:ext cx="2029027" cy="1187851"/>
      </dsp:txXfrm>
    </dsp:sp>
    <dsp:sp modelId="{5681F244-185D-BB4B-950B-713F466570DA}">
      <dsp:nvSpPr>
        <dsp:cNvPr id="0" name=""/>
        <dsp:cNvSpPr/>
      </dsp:nvSpPr>
      <dsp:spPr>
        <a:xfrm>
          <a:off x="2860775" y="371428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860775" y="475734"/>
        <a:ext cx="312076" cy="312916"/>
      </dsp:txXfrm>
    </dsp:sp>
    <dsp:sp modelId="{08012776-5F8A-CD42-B350-4F213480EEE6}">
      <dsp:nvSpPr>
        <dsp:cNvPr id="0" name=""/>
        <dsp:cNvSpPr/>
      </dsp:nvSpPr>
      <dsp:spPr>
        <a:xfrm>
          <a:off x="3516892" y="1311"/>
          <a:ext cx="2102939" cy="1261763"/>
        </a:xfrm>
        <a:prstGeom prst="roundRect">
          <a:avLst>
            <a:gd name="adj" fmla="val 10000"/>
          </a:avLst>
        </a:prstGeom>
        <a:solidFill>
          <a:schemeClr val="tx1">
            <a:lumMod val="50000"/>
            <a:lumOff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Integrate Data</a:t>
          </a:r>
        </a:p>
      </dsp:txBody>
      <dsp:txXfrm>
        <a:off x="3553848" y="38267"/>
        <a:ext cx="2029027" cy="1187851"/>
      </dsp:txXfrm>
    </dsp:sp>
    <dsp:sp modelId="{6239EBE0-D4CE-FF43-BD25-C63735294CC6}">
      <dsp:nvSpPr>
        <dsp:cNvPr id="0" name=""/>
        <dsp:cNvSpPr/>
      </dsp:nvSpPr>
      <dsp:spPr>
        <a:xfrm>
          <a:off x="5804890" y="371428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5804890" y="475734"/>
        <a:ext cx="312076" cy="312916"/>
      </dsp:txXfrm>
    </dsp:sp>
    <dsp:sp modelId="{8E91D48A-AF0F-6B49-A3A4-A04982AD432C}">
      <dsp:nvSpPr>
        <dsp:cNvPr id="0" name=""/>
        <dsp:cNvSpPr/>
      </dsp:nvSpPr>
      <dsp:spPr>
        <a:xfrm>
          <a:off x="6461007" y="1311"/>
          <a:ext cx="2102939" cy="1261763"/>
        </a:xfrm>
        <a:prstGeom prst="roundRect">
          <a:avLst>
            <a:gd name="adj" fmla="val 10000"/>
          </a:avLst>
        </a:prstGeom>
        <a:solidFill>
          <a:schemeClr val="accent5">
            <a:lumMod val="75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Process Data</a:t>
          </a:r>
        </a:p>
      </dsp:txBody>
      <dsp:txXfrm>
        <a:off x="6497963" y="38267"/>
        <a:ext cx="2029027" cy="1187851"/>
      </dsp:txXfrm>
    </dsp:sp>
    <dsp:sp modelId="{74098E3D-DA85-B84E-86B0-7B90E8C1847E}">
      <dsp:nvSpPr>
        <dsp:cNvPr id="0" name=""/>
        <dsp:cNvSpPr/>
      </dsp:nvSpPr>
      <dsp:spPr>
        <a:xfrm>
          <a:off x="8749004" y="371428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8749004" y="475734"/>
        <a:ext cx="312076" cy="312916"/>
      </dsp:txXfrm>
    </dsp:sp>
    <dsp:sp modelId="{D29C2B53-E1C9-9746-8675-5932C807E1A9}">
      <dsp:nvSpPr>
        <dsp:cNvPr id="0" name=""/>
        <dsp:cNvSpPr/>
      </dsp:nvSpPr>
      <dsp:spPr>
        <a:xfrm>
          <a:off x="9405121" y="1311"/>
          <a:ext cx="2102939" cy="12617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Explore Data</a:t>
          </a:r>
        </a:p>
      </dsp:txBody>
      <dsp:txXfrm>
        <a:off x="9442077" y="38267"/>
        <a:ext cx="2029027" cy="1187851"/>
      </dsp:txXfrm>
    </dsp:sp>
    <dsp:sp modelId="{514134DF-8D4D-4343-A2AF-E5BDF0F6B357}">
      <dsp:nvSpPr>
        <dsp:cNvPr id="0" name=""/>
        <dsp:cNvSpPr/>
      </dsp:nvSpPr>
      <dsp:spPr>
        <a:xfrm rot="5400000">
          <a:off x="10233679" y="1410280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10300133" y="1448133"/>
        <a:ext cx="312916" cy="312076"/>
      </dsp:txXfrm>
    </dsp:sp>
    <dsp:sp modelId="{FDD9AA42-34A8-4A4A-B773-8DFEE194A196}">
      <dsp:nvSpPr>
        <dsp:cNvPr id="0" name=""/>
        <dsp:cNvSpPr/>
      </dsp:nvSpPr>
      <dsp:spPr>
        <a:xfrm>
          <a:off x="9405121" y="2104250"/>
          <a:ext cx="2102939" cy="1261763"/>
        </a:xfrm>
        <a:prstGeom prst="roundRect">
          <a:avLst>
            <a:gd name="adj" fmla="val 10000"/>
          </a:avLst>
        </a:prstGeom>
        <a:solidFill>
          <a:srgbClr val="00B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Prep for Modeling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label generation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feature generation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train-test sets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matrix generation</a:t>
          </a:r>
        </a:p>
      </dsp:txBody>
      <dsp:txXfrm>
        <a:off x="9442077" y="2141206"/>
        <a:ext cx="2029027" cy="1187851"/>
      </dsp:txXfrm>
    </dsp:sp>
    <dsp:sp modelId="{F6079404-8DFE-6B4F-B984-74995EF78CEF}">
      <dsp:nvSpPr>
        <dsp:cNvPr id="0" name=""/>
        <dsp:cNvSpPr/>
      </dsp:nvSpPr>
      <dsp:spPr>
        <a:xfrm rot="10800000">
          <a:off x="8774240" y="2474367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rgbClr val="00B050"/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8907987" y="2578673"/>
        <a:ext cx="312076" cy="312916"/>
      </dsp:txXfrm>
    </dsp:sp>
    <dsp:sp modelId="{A376AB59-0D87-B34C-A258-80F2DE22F1B2}">
      <dsp:nvSpPr>
        <dsp:cNvPr id="0" name=""/>
        <dsp:cNvSpPr/>
      </dsp:nvSpPr>
      <dsp:spPr>
        <a:xfrm>
          <a:off x="6461007" y="2104250"/>
          <a:ext cx="2102939" cy="1261763"/>
        </a:xfrm>
        <a:prstGeom prst="roundRect">
          <a:avLst>
            <a:gd name="adj" fmla="val 10000"/>
          </a:avLst>
        </a:prstGeom>
        <a:solidFill>
          <a:schemeClr val="accent6">
            <a:lumMod val="5000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t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Modeling</a:t>
          </a:r>
        </a:p>
        <a:p>
          <a:pPr marL="114300" lvl="1" indent="-114300" algn="l" defTabSz="53340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200" kern="1200" dirty="0"/>
            <a:t>train, test, generate metrics</a:t>
          </a:r>
        </a:p>
      </dsp:txBody>
      <dsp:txXfrm>
        <a:off x="6497963" y="2141206"/>
        <a:ext cx="2029027" cy="1187851"/>
      </dsp:txXfrm>
    </dsp:sp>
    <dsp:sp modelId="{46EC6974-58E8-9B4B-B340-4C77ADD4C9B9}">
      <dsp:nvSpPr>
        <dsp:cNvPr id="0" name=""/>
        <dsp:cNvSpPr/>
      </dsp:nvSpPr>
      <dsp:spPr>
        <a:xfrm rot="10800000">
          <a:off x="5830125" y="2474367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5963872" y="2578673"/>
        <a:ext cx="312076" cy="312916"/>
      </dsp:txXfrm>
    </dsp:sp>
    <dsp:sp modelId="{A8E6A842-E110-0E42-AEEE-3AAA62F9B98B}">
      <dsp:nvSpPr>
        <dsp:cNvPr id="0" name=""/>
        <dsp:cNvSpPr/>
      </dsp:nvSpPr>
      <dsp:spPr>
        <a:xfrm>
          <a:off x="3516892" y="2104250"/>
          <a:ext cx="2102939" cy="1261763"/>
        </a:xfrm>
        <a:prstGeom prst="roundRect">
          <a:avLst>
            <a:gd name="adj" fmla="val 10000"/>
          </a:avLst>
        </a:prstGeom>
        <a:solidFill>
          <a:srgbClr val="92D05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Model Selection</a:t>
          </a:r>
        </a:p>
      </dsp:txBody>
      <dsp:txXfrm>
        <a:off x="3553848" y="2141206"/>
        <a:ext cx="2029027" cy="1187851"/>
      </dsp:txXfrm>
    </dsp:sp>
    <dsp:sp modelId="{DE7618B1-A375-7B4F-8D72-5D2FD5716DCA}">
      <dsp:nvSpPr>
        <dsp:cNvPr id="0" name=""/>
        <dsp:cNvSpPr/>
      </dsp:nvSpPr>
      <dsp:spPr>
        <a:xfrm rot="10800000">
          <a:off x="2886010" y="2474367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3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10800000">
        <a:off x="3019757" y="2578673"/>
        <a:ext cx="312076" cy="312916"/>
      </dsp:txXfrm>
    </dsp:sp>
    <dsp:sp modelId="{1C6D6C8F-61BC-804B-A02A-F1E41BFFAE7D}">
      <dsp:nvSpPr>
        <dsp:cNvPr id="0" name=""/>
        <dsp:cNvSpPr/>
      </dsp:nvSpPr>
      <dsp:spPr>
        <a:xfrm>
          <a:off x="572778" y="2104250"/>
          <a:ext cx="2102939" cy="1261763"/>
        </a:xfrm>
        <a:prstGeom prst="roundRect">
          <a:avLst>
            <a:gd name="adj" fmla="val 1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(Field) Evaluation</a:t>
          </a:r>
        </a:p>
      </dsp:txBody>
      <dsp:txXfrm>
        <a:off x="609734" y="2141206"/>
        <a:ext cx="2029027" cy="1187851"/>
      </dsp:txXfrm>
    </dsp:sp>
    <dsp:sp modelId="{19C64962-A697-8340-B219-236B05177FAF}">
      <dsp:nvSpPr>
        <dsp:cNvPr id="0" name=""/>
        <dsp:cNvSpPr/>
      </dsp:nvSpPr>
      <dsp:spPr>
        <a:xfrm rot="5400000">
          <a:off x="1401336" y="3513219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4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 rot="-5400000">
        <a:off x="1467790" y="3551072"/>
        <a:ext cx="312916" cy="312076"/>
      </dsp:txXfrm>
    </dsp:sp>
    <dsp:sp modelId="{FDE7F5A7-A857-6443-96EC-3785EE65F296}">
      <dsp:nvSpPr>
        <dsp:cNvPr id="0" name=""/>
        <dsp:cNvSpPr/>
      </dsp:nvSpPr>
      <dsp:spPr>
        <a:xfrm>
          <a:off x="572778" y="4207189"/>
          <a:ext cx="2102939" cy="1261763"/>
        </a:xfrm>
        <a:prstGeom prst="roundRect">
          <a:avLst>
            <a:gd name="adj" fmla="val 1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Deployment</a:t>
          </a:r>
        </a:p>
      </dsp:txBody>
      <dsp:txXfrm>
        <a:off x="609734" y="4244145"/>
        <a:ext cx="2029027" cy="1187851"/>
      </dsp:txXfrm>
    </dsp:sp>
    <dsp:sp modelId="{79104E31-0F31-D148-A9AF-883F3C634927}">
      <dsp:nvSpPr>
        <dsp:cNvPr id="0" name=""/>
        <dsp:cNvSpPr/>
      </dsp:nvSpPr>
      <dsp:spPr>
        <a:xfrm>
          <a:off x="2860775" y="4577306"/>
          <a:ext cx="445823" cy="521528"/>
        </a:xfrm>
        <a:prstGeom prst="rightArrow">
          <a:avLst>
            <a:gd name="adj1" fmla="val 60000"/>
            <a:gd name="adj2" fmla="val 50000"/>
          </a:avLst>
        </a:prstGeom>
        <a:solidFill>
          <a:schemeClr val="accent5"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300" kern="1200"/>
        </a:p>
      </dsp:txBody>
      <dsp:txXfrm>
        <a:off x="2860775" y="4681612"/>
        <a:ext cx="312076" cy="312916"/>
      </dsp:txXfrm>
    </dsp:sp>
    <dsp:sp modelId="{9F9A02F9-F6D6-4E40-AE9D-C9F36A8A4DFA}">
      <dsp:nvSpPr>
        <dsp:cNvPr id="0" name=""/>
        <dsp:cNvSpPr/>
      </dsp:nvSpPr>
      <dsp:spPr>
        <a:xfrm>
          <a:off x="3516892" y="4207189"/>
          <a:ext cx="2102939" cy="1261763"/>
        </a:xfrm>
        <a:prstGeom prst="roundRect">
          <a:avLst>
            <a:gd name="adj" fmla="val 10000"/>
          </a:avLst>
        </a:prstGeom>
        <a:solidFill>
          <a:srgbClr val="7030A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0960" tIns="60960" rIns="60960" bIns="60960" numCol="1" spcCol="1270" anchor="ctr" anchorCtr="0">
          <a:noAutofit/>
        </a:bodyPr>
        <a:lstStyle/>
        <a:p>
          <a:pPr marL="0" lvl="0" indent="0" algn="ctr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 dirty="0"/>
            <a:t>Maintenance/Update</a:t>
          </a:r>
        </a:p>
      </dsp:txBody>
      <dsp:txXfrm>
        <a:off x="3553848" y="4244145"/>
        <a:ext cx="2029027" cy="118785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process5">
  <dgm:title val=""/>
  <dgm:desc val=""/>
  <dgm:catLst>
    <dgm:cat type="process" pri="17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7" srcId="0" destId="1" srcOrd="0" destOrd="0"/>
        <dgm:cxn modelId="8" srcId="0" destId="2" srcOrd="1" destOrd="0"/>
        <dgm:cxn modelId="9" srcId="0" destId="3" srcOrd="2" destOrd="0"/>
        <dgm:cxn modelId="10" srcId="0" destId="4" srcOrd="3" destOrd="0"/>
        <dgm:cxn modelId="11" srcId="0" destId="5" srcOrd="4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diagram">
    <dgm:varLst>
      <dgm:dir/>
      <dgm:resizeHandles val="exact"/>
    </dgm:varLst>
    <dgm:choose name="Name0">
      <dgm:if name="Name1" axis="self" func="var" arg="dir" op="equ" val="norm">
        <dgm:alg type="snake">
          <dgm:param type="grDir" val="tL"/>
          <dgm:param type="flowDir" val="row"/>
          <dgm:param type="contDir" val="revDir"/>
          <dgm:param type="bkpt" val="endCnv"/>
        </dgm:alg>
      </dgm:if>
      <dgm:else name="Name2">
        <dgm:alg type="snake">
          <dgm:param type="grDir" val="tR"/>
          <dgm:param type="flowDir" val="row"/>
          <dgm:param type="contDir" val="revDir"/>
          <dgm:param type="bkpt" val="endCnv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w" for="ch" forName="sibTrans" refType="w" refFor="ch" refPtType="node" op="equ" fact="0.4"/>
      <dgm:constr type="sp" refType="w" refFor="ch" refForName="sibTrans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7" name="Google Shape;6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12"/>
          </p:nvPr>
        </p:nvSpPr>
        <p:spPr/>
        <p:txBody>
          <a:bodyPr/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 smtClean="0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24</a:t>
            </a:fld>
            <a:endParaRPr lang="en-US"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  <p:extLst>
      <p:ext uri="{BB962C8B-B14F-4D97-AF65-F5344CB8AC3E}">
        <p14:creationId xmlns:p14="http://schemas.microsoft.com/office/powerpoint/2010/main" val="28352750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Google Shape;64;g6dad9273e7_0_53">
            <a:extLst>
              <a:ext uri="{FF2B5EF4-FFF2-40B4-BE49-F238E27FC236}">
                <a16:creationId xmlns:a16="http://schemas.microsoft.com/office/drawing/2014/main" id="{CC84B178-9F35-4D45-A609-CF732A414DB7}"/>
              </a:ext>
            </a:extLst>
          </p:cNvPr>
          <p:cNvSpPr txBox="1"/>
          <p:nvPr userDrawn="1"/>
        </p:nvSpPr>
        <p:spPr>
          <a:xfrm>
            <a:off x="0" y="-295"/>
            <a:ext cx="12192000" cy="3778832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4" name="Google Shape;14;g6dad9273e7_0_4"/>
          <p:cNvSpPr txBox="1">
            <a:spLocks noGrp="1"/>
          </p:cNvSpPr>
          <p:nvPr>
            <p:ph type="ctrTitle"/>
          </p:nvPr>
        </p:nvSpPr>
        <p:spPr>
          <a:xfrm>
            <a:off x="415611" y="380906"/>
            <a:ext cx="11360700" cy="2736900"/>
          </a:xfrm>
          <a:prstGeom prst="rect">
            <a:avLst/>
          </a:prstGeom>
        </p:spPr>
        <p:txBody>
          <a:bodyPr spcFirstLastPara="1" wrap="square" lIns="121900" tIns="121900" rIns="121900" bIns="121900" anchor="b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>
                <a:solidFill>
                  <a:schemeClr val="bg1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2pPr>
            <a:lvl3pPr lvl="2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3pPr>
            <a:lvl4pPr lvl="3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4pPr>
            <a:lvl5pPr lvl="4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5pPr>
            <a:lvl6pPr lvl="5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6pPr>
            <a:lvl7pPr lvl="6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7pPr>
            <a:lvl8pPr lvl="7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8pPr>
            <a:lvl9pPr lvl="8" algn="ctr">
              <a:spcBef>
                <a:spcPts val="0"/>
              </a:spcBef>
              <a:spcAft>
                <a:spcPts val="0"/>
              </a:spcAft>
              <a:buSzPts val="6900"/>
              <a:buNone/>
              <a:defRPr sz="6900"/>
            </a:lvl9pPr>
          </a:lstStyle>
          <a:p>
            <a:endParaRPr dirty="0"/>
          </a:p>
        </p:txBody>
      </p:sp>
      <p:sp>
        <p:nvSpPr>
          <p:cNvPr id="15" name="Google Shape;15;g6dad9273e7_0_4"/>
          <p:cNvSpPr txBox="1">
            <a:spLocks noGrp="1"/>
          </p:cNvSpPr>
          <p:nvPr>
            <p:ph type="subTitle" idx="1"/>
          </p:nvPr>
        </p:nvSpPr>
        <p:spPr>
          <a:xfrm>
            <a:off x="415611" y="3778537"/>
            <a:ext cx="11360700" cy="10569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700"/>
              <a:buNone/>
              <a:defRPr sz="3700"/>
            </a:lvl9pPr>
          </a:lstStyle>
          <a:p>
            <a:endParaRPr dirty="0"/>
          </a:p>
        </p:txBody>
      </p:sp>
      <p:sp>
        <p:nvSpPr>
          <p:cNvPr id="16" name="Google Shape;16;g6dad9273e7_0_4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153C111E-0D94-D541-964E-0A52448480E4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3454930" y="5240440"/>
            <a:ext cx="5519424" cy="1602863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1_Title and Content">
  <p:cSld name="1_Title and Content"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6dad9273e7_0_53"/>
          <p:cNvSpPr txBox="1">
            <a:spLocks noGrp="1"/>
          </p:cNvSpPr>
          <p:nvPr>
            <p:ph type="body" idx="1"/>
          </p:nvPr>
        </p:nvSpPr>
        <p:spPr>
          <a:xfrm>
            <a:off x="268210" y="1588503"/>
            <a:ext cx="11666400" cy="495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lvl="0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1pPr>
            <a:lvl2pPr marL="914400" lvl="1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2pPr>
            <a:lvl3pPr marL="1371600" lvl="2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3pPr>
            <a:lvl4pPr marL="1828800" lvl="3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4pPr>
            <a:lvl5pPr marL="2286000" lvl="4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5pPr>
            <a:lvl6pPr marL="2743200" lvl="5" indent="-342900" algn="l" rtl="0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■"/>
              <a:defRPr/>
            </a:lvl6pPr>
            <a:lvl7pPr marL="3200400" lvl="6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●"/>
              <a:defRPr/>
            </a:lvl7pPr>
            <a:lvl8pPr marL="3657600" lvl="7" indent="-342900" algn="l" rtl="0">
              <a:spcBef>
                <a:spcPts val="2100"/>
              </a:spcBef>
              <a:spcAft>
                <a:spcPts val="0"/>
              </a:spcAft>
              <a:buClr>
                <a:schemeClr val="dk1"/>
              </a:buClr>
              <a:buSzPts val="1800"/>
              <a:buChar char="○"/>
              <a:defRPr/>
            </a:lvl8pPr>
            <a:lvl9pPr marL="4114800" lvl="8" indent="-342900" algn="l" rtl="0">
              <a:spcBef>
                <a:spcPts val="2100"/>
              </a:spcBef>
              <a:spcAft>
                <a:spcPts val="2100"/>
              </a:spcAft>
              <a:buClr>
                <a:schemeClr val="dk1"/>
              </a:buClr>
              <a:buSzPts val="1800"/>
              <a:buChar char="■"/>
              <a:defRPr/>
            </a:lvl9pPr>
          </a:lstStyle>
          <a:p>
            <a:endParaRPr dirty="0"/>
          </a:p>
        </p:txBody>
      </p:sp>
      <p:sp>
        <p:nvSpPr>
          <p:cNvPr id="64" name="Google Shape;64;g6dad9273e7_0_53"/>
          <p:cNvSpPr txBox="1"/>
          <p:nvPr/>
        </p:nvSpPr>
        <p:spPr>
          <a:xfrm>
            <a:off x="5410" y="11929"/>
            <a:ext cx="12192000" cy="1353806"/>
          </a:xfrm>
          <a:prstGeom prst="rect">
            <a:avLst/>
          </a:prstGeom>
          <a:solidFill>
            <a:srgbClr val="800000"/>
          </a:solidFill>
          <a:ln>
            <a:noFill/>
          </a:ln>
        </p:spPr>
        <p:txBody>
          <a:bodyPr spcFirstLastPara="1" wrap="square" lIns="121900" tIns="60950" rIns="121900" bIns="6095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3300" b="0" i="0" u="none" strike="noStrike" cap="none" dirty="0">
              <a:solidFill>
                <a:schemeClr val="bg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FB058E15-DEBE-0941-A587-4DF3467F661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30558" y="418466"/>
            <a:ext cx="11360700" cy="763500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g6dad9273e7_0_46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 header">
    <p:spTree>
      <p:nvGrpSpPr>
        <p:cNvPr id="1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g6dad9273e7_0_8"/>
          <p:cNvSpPr txBox="1">
            <a:spLocks noGrp="1"/>
          </p:cNvSpPr>
          <p:nvPr>
            <p:ph type="title"/>
          </p:nvPr>
        </p:nvSpPr>
        <p:spPr>
          <a:xfrm>
            <a:off x="415600" y="2867800"/>
            <a:ext cx="11360700" cy="11223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ctr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19" name="Google Shape;19;g6dad9273e7_0_8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9403281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 and body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g6dad9273e7_0_11"/>
          <p:cNvSpPr txBox="1">
            <a:spLocks noGrp="1"/>
          </p:cNvSpPr>
          <p:nvPr>
            <p:ph type="title"/>
          </p:nvPr>
        </p:nvSpPr>
        <p:spPr>
          <a:xfrm>
            <a:off x="415600" y="86563"/>
            <a:ext cx="11360700" cy="7635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rgbClr val="FFFFFF"/>
              </a:buClr>
              <a:buSzPts val="3700"/>
              <a:buNone/>
              <a:defRPr>
                <a:solidFill>
                  <a:srgbClr val="FFFFFF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7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g6dad9273e7_0_11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spcBef>
                <a:spcPts val="0"/>
              </a:spcBef>
              <a:spcAft>
                <a:spcPts val="0"/>
              </a:spcAft>
              <a:buClr>
                <a:srgbClr val="434343"/>
              </a:buClr>
              <a:buSzPts val="2400"/>
              <a:buChar char="●"/>
              <a:defRPr>
                <a:solidFill>
                  <a:srgbClr val="434343"/>
                </a:solidFill>
              </a:defRPr>
            </a:lvl1pPr>
            <a:lvl2pPr marL="914400" lvl="1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2pPr>
            <a:lvl3pPr marL="1371600" lvl="2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3pPr>
            <a:lvl4pPr marL="1828800" lvl="3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4pPr>
            <a:lvl5pPr marL="2286000" lvl="4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5pPr>
            <a:lvl6pPr marL="2743200" lvl="5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6pPr>
            <a:lvl7pPr marL="3200400" lvl="6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●"/>
              <a:defRPr>
                <a:solidFill>
                  <a:srgbClr val="434343"/>
                </a:solidFill>
              </a:defRPr>
            </a:lvl7pPr>
            <a:lvl8pPr marL="3657600" lvl="7" indent="-349250">
              <a:spcBef>
                <a:spcPts val="2100"/>
              </a:spcBef>
              <a:spcAft>
                <a:spcPts val="0"/>
              </a:spcAft>
              <a:buClr>
                <a:srgbClr val="434343"/>
              </a:buClr>
              <a:buSzPts val="1900"/>
              <a:buChar char="○"/>
              <a:defRPr>
                <a:solidFill>
                  <a:srgbClr val="434343"/>
                </a:solidFill>
              </a:defRPr>
            </a:lvl8pPr>
            <a:lvl9pPr marL="4114800" lvl="8" indent="-349250">
              <a:spcBef>
                <a:spcPts val="2100"/>
              </a:spcBef>
              <a:spcAft>
                <a:spcPts val="2100"/>
              </a:spcAft>
              <a:buClr>
                <a:srgbClr val="434343"/>
              </a:buClr>
              <a:buSzPts val="1900"/>
              <a:buChar char="■"/>
              <a:defRPr>
                <a:solidFill>
                  <a:srgbClr val="434343"/>
                </a:solidFill>
              </a:defRPr>
            </a:lvl9pPr>
          </a:lstStyle>
          <a:p>
            <a:endParaRPr/>
          </a:p>
        </p:txBody>
      </p:sp>
      <p:sp>
        <p:nvSpPr>
          <p:cNvPr id="23" name="Google Shape;23;g6dad9273e7_0_11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  <p:sp>
        <p:nvSpPr>
          <p:cNvPr id="24" name="Google Shape;24;g6dad9273e7_0_11"/>
          <p:cNvSpPr/>
          <p:nvPr/>
        </p:nvSpPr>
        <p:spPr>
          <a:xfrm>
            <a:off x="-14200" y="-36767"/>
            <a:ext cx="12220500" cy="1010161"/>
          </a:xfrm>
          <a:prstGeom prst="rect">
            <a:avLst/>
          </a:prstGeom>
          <a:solidFill>
            <a:srgbClr val="A61C00"/>
          </a:solidFill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  <p:extLst>
      <p:ext uri="{BB962C8B-B14F-4D97-AF65-F5344CB8AC3E}">
        <p14:creationId xmlns:p14="http://schemas.microsoft.com/office/powerpoint/2010/main" val="153634980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8AAFE0-E5BE-7646-87FF-AE2D826C663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8A5BC2-44DE-194A-98A4-2B512B7D59A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FE5134-43B7-B142-957A-17825724A2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B1AE57E-7903-D140-A3BA-816F24562F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F60F8CE-5F86-D149-9023-23560038F64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842710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697606-7675-F949-9617-DC22A90F89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896E357-0F39-F749-931F-7218F9E40F6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317D2A-D459-A149-9848-F04FE0FB89E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A0DB7AD-10B3-5A4A-8CA6-EFE036A316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A1258A0-361E-8B42-9D39-3E1D1BAB85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8603740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DF5345A-183C-D640-A7B1-DB2A1F14D66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C1E1426-CD8F-2540-AB38-13A556AA0FC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2A3AE03-A0BC-E54B-B48C-923DE050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450980F-E099-AC44-91EA-1600DDE6DB0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62E6B3-70B5-7D41-AF40-E3E6ACC1B4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74894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BB2182E-D829-004A-8DDB-A207851F29A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FFF59D7-99B5-FD45-B153-609B8084F83B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E2E79BA-3AB1-D74D-A963-2495D085437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8BAB19A-E734-7D4E-A522-A21A80F3FF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3BA73E82-D098-2946-9E65-7DE365BB46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C6DCEA2-65E0-5148-B46F-7D82E217BF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3117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3CDDEC9-BDC3-1B41-BE53-6B87225268C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319BAFA-3E26-D545-BE8F-DB2B0A98EFC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E4CF83C-3933-1041-97EA-AD73497B8B1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961C2E4-519A-9849-8C30-EAF28CD56B2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9B0899B-9668-FE41-8B0E-F2570752D056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78CFDC9-950D-2047-BE94-65721E7D20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9A6A8DB-7CA1-0D4D-BC08-EA45924EF53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5990BB9-4CD5-0547-86CB-E0E74C2899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5286513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FD3053D-B8F2-1140-B298-17E31F2DDD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935E245-6B86-9942-883C-9BD518B200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051136BF-EB6D-6941-8256-EEC57AB205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B7A5500-1EC7-BC4A-A52E-16CA896C41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74828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504F34D-E8A2-9547-956E-825343F2C1E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A74B9EE-62CF-0E40-9F92-C938C9AED0B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098959C1-9D7C-5B40-A9C8-25D17BF1FD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3758776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9FE4F3-84F3-3E43-92E2-4627063BBF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F7E1F08-8CC0-A247-AA67-18EE368B2AF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3CCA6C9-21E4-D34F-9CA4-E37F5322ABA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D10D60D-3A94-0548-B4EA-93D133BF165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3BC02D5-B0B7-ED41-96A9-0D226FBAF4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87987C2-50ED-6E43-B73B-9CCD060886F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8793994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C63092-BED0-6949-8F82-C7C2C55451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8CB18E8-0155-5944-82BA-20A29A45A1C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48ADCDC9-5DCD-4D46-BA5D-CEB71D432D8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CDC277B-759F-6A4A-8C3B-9007D64AA3B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BEBBAB2-CBEE-464A-B4AA-A27D109548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9C3BB92-B746-2E47-A18B-7676D0A34C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2543003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0F74D1F-630D-9847-AA0A-1B400867FD8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5DC049E-0ECE-FD44-84D9-A0B23DD0C49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17FCB44-DA7A-E44C-B91A-00A49F4FED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62ECBD6-7AD5-CE47-955D-5944618DEB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D131107-8B0D-7A42-AF19-57DC52ABBA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32696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F4003A2-2323-3444-94BD-F4A1FB4607A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DD92BF3-6197-1541-93E5-DD4283A9FA6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92B0F1-3F63-E64C-9AFA-796F39F357D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598260-523F-6B46-B5DF-168BFC301B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52B884-284B-5041-B49D-377865FCF6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0671210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13.xml"/><Relationship Id="rId3" Type="http://schemas.openxmlformats.org/officeDocument/2006/relationships/slideLayout" Target="../slideLayouts/slideLayout8.xml"/><Relationship Id="rId7" Type="http://schemas.openxmlformats.org/officeDocument/2006/relationships/slideLayout" Target="../slideLayouts/slideLayout12.xml"/><Relationship Id="rId12" Type="http://schemas.openxmlformats.org/officeDocument/2006/relationships/theme" Target="../theme/theme2.xml"/><Relationship Id="rId2" Type="http://schemas.openxmlformats.org/officeDocument/2006/relationships/slideLayout" Target="../slideLayouts/slideLayout7.xml"/><Relationship Id="rId1" Type="http://schemas.openxmlformats.org/officeDocument/2006/relationships/slideLayout" Target="../slideLayouts/slideLayout6.xml"/><Relationship Id="rId6" Type="http://schemas.openxmlformats.org/officeDocument/2006/relationships/slideLayout" Target="../slideLayouts/slideLayout11.xml"/><Relationship Id="rId11" Type="http://schemas.openxmlformats.org/officeDocument/2006/relationships/slideLayout" Target="../slideLayouts/slideLayout16.xml"/><Relationship Id="rId5" Type="http://schemas.openxmlformats.org/officeDocument/2006/relationships/slideLayout" Target="../slideLayouts/slideLayout10.xml"/><Relationship Id="rId10" Type="http://schemas.openxmlformats.org/officeDocument/2006/relationships/slideLayout" Target="../slideLayouts/slideLayout15.xml"/><Relationship Id="rId4" Type="http://schemas.openxmlformats.org/officeDocument/2006/relationships/slideLayout" Target="../slideLayouts/slideLayout9.xml"/><Relationship Id="rId9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g6dad9273e7_0_0"/>
          <p:cNvSpPr txBox="1">
            <a:spLocks noGrp="1"/>
          </p:cNvSpPr>
          <p:nvPr>
            <p:ph type="title"/>
          </p:nvPr>
        </p:nvSpPr>
        <p:spPr>
          <a:xfrm>
            <a:off x="415600" y="593367"/>
            <a:ext cx="11360700" cy="763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700"/>
              <a:buNone/>
              <a:defRPr sz="37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11" name="Google Shape;11;g6dad9273e7_0_0"/>
          <p:cNvSpPr txBox="1">
            <a:spLocks noGrp="1"/>
          </p:cNvSpPr>
          <p:nvPr>
            <p:ph type="body" idx="1"/>
          </p:nvPr>
        </p:nvSpPr>
        <p:spPr>
          <a:xfrm>
            <a:off x="415600" y="1536633"/>
            <a:ext cx="11360700" cy="4555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t" anchorCtr="0">
            <a:noAutofit/>
          </a:bodyPr>
          <a:lstStyle>
            <a:lvl1pPr marL="457200" lvl="0" indent="-381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2400"/>
              <a:buChar char="●"/>
              <a:defRPr sz="2400">
                <a:solidFill>
                  <a:schemeClr val="dk2"/>
                </a:solidFill>
              </a:defRPr>
            </a:lvl1pPr>
            <a:lvl2pPr marL="914400" lvl="1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2pPr>
            <a:lvl3pPr marL="1371600" lvl="2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3pPr>
            <a:lvl4pPr marL="1828800" lvl="3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4pPr>
            <a:lvl5pPr marL="2286000" lvl="4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5pPr>
            <a:lvl6pPr marL="2743200" lvl="5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6pPr>
            <a:lvl7pPr marL="3200400" lvl="6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●"/>
              <a:defRPr sz="1900">
                <a:solidFill>
                  <a:schemeClr val="dk2"/>
                </a:solidFill>
              </a:defRPr>
            </a:lvl7pPr>
            <a:lvl8pPr marL="3657600" lvl="7" indent="-349250">
              <a:lnSpc>
                <a:spcPct val="115000"/>
              </a:lnSpc>
              <a:spcBef>
                <a:spcPts val="2100"/>
              </a:spcBef>
              <a:spcAft>
                <a:spcPts val="0"/>
              </a:spcAft>
              <a:buClr>
                <a:schemeClr val="dk2"/>
              </a:buClr>
              <a:buSzPts val="1900"/>
              <a:buChar char="○"/>
              <a:defRPr sz="1900">
                <a:solidFill>
                  <a:schemeClr val="dk2"/>
                </a:solidFill>
              </a:defRPr>
            </a:lvl8pPr>
            <a:lvl9pPr marL="4114800" lvl="8" indent="-349250">
              <a:lnSpc>
                <a:spcPct val="115000"/>
              </a:lnSpc>
              <a:spcBef>
                <a:spcPts val="2100"/>
              </a:spcBef>
              <a:spcAft>
                <a:spcPts val="2100"/>
              </a:spcAft>
              <a:buClr>
                <a:schemeClr val="dk2"/>
              </a:buClr>
              <a:buSzPts val="1900"/>
              <a:buChar char="■"/>
              <a:defRPr sz="1900"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12" name="Google Shape;12;g6dad9273e7_0_0"/>
          <p:cNvSpPr txBox="1">
            <a:spLocks noGrp="1"/>
          </p:cNvSpPr>
          <p:nvPr>
            <p:ph type="sldNum" idx="12"/>
          </p:nvPr>
        </p:nvSpPr>
        <p:spPr>
          <a:xfrm>
            <a:off x="11296610" y="6217622"/>
            <a:ext cx="731700" cy="524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21900" tIns="121900" rIns="121900" bIns="121900" anchor="ctr" anchorCtr="0">
            <a:noAutofit/>
          </a:bodyPr>
          <a:lstStyle>
            <a:lvl1pPr lvl="0" algn="r">
              <a:buNone/>
              <a:defRPr sz="1300">
                <a:solidFill>
                  <a:schemeClr val="dk2"/>
                </a:solidFill>
              </a:defRPr>
            </a:lvl1pPr>
            <a:lvl2pPr lvl="1" algn="r">
              <a:buNone/>
              <a:defRPr sz="1300">
                <a:solidFill>
                  <a:schemeClr val="dk2"/>
                </a:solidFill>
              </a:defRPr>
            </a:lvl2pPr>
            <a:lvl3pPr lvl="2" algn="r">
              <a:buNone/>
              <a:defRPr sz="1300">
                <a:solidFill>
                  <a:schemeClr val="dk2"/>
                </a:solidFill>
              </a:defRPr>
            </a:lvl3pPr>
            <a:lvl4pPr lvl="3" algn="r">
              <a:buNone/>
              <a:defRPr sz="1300">
                <a:solidFill>
                  <a:schemeClr val="dk2"/>
                </a:solidFill>
              </a:defRPr>
            </a:lvl4pPr>
            <a:lvl5pPr lvl="4" algn="r">
              <a:buNone/>
              <a:defRPr sz="1300">
                <a:solidFill>
                  <a:schemeClr val="dk2"/>
                </a:solidFill>
              </a:defRPr>
            </a:lvl5pPr>
            <a:lvl6pPr lvl="5" algn="r">
              <a:buNone/>
              <a:defRPr sz="1300">
                <a:solidFill>
                  <a:schemeClr val="dk2"/>
                </a:solidFill>
              </a:defRPr>
            </a:lvl6pPr>
            <a:lvl7pPr lvl="6" algn="r">
              <a:buNone/>
              <a:defRPr sz="1300">
                <a:solidFill>
                  <a:schemeClr val="dk2"/>
                </a:solidFill>
              </a:defRPr>
            </a:lvl7pPr>
            <a:lvl8pPr lvl="7" algn="r">
              <a:buNone/>
              <a:defRPr sz="1300">
                <a:solidFill>
                  <a:schemeClr val="dk2"/>
                </a:solidFill>
              </a:defRPr>
            </a:lvl8pPr>
            <a:lvl9pPr lvl="8" algn="r">
              <a:buNone/>
              <a:defRPr sz="13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61" r:id="rId2"/>
    <p:sldLayoutId id="2147483659" r:id="rId3"/>
    <p:sldLayoutId id="2147483662" r:id="rId4"/>
    <p:sldLayoutId id="2147483675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56C45931-5D2D-8A43-854E-8F38155A6E4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8AB368-F8CC-2B4F-9E54-B98885575AD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5B3C35F-2B0D-8047-9AF1-D109DA22FFC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7342B79-8861-BC41-8C11-7D76094F6B8E}" type="datetimeFigureOut">
              <a:rPr lang="en-US" smtClean="0"/>
              <a:t>9/30/25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19528A0-CA12-AC4D-B7F2-56A6AF29C67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C092DB-D29E-0340-9304-2F173DC21F06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F5CD438-2EDB-F94F-96F0-6B4EC24BCDC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5586293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4" r:id="rId1"/>
    <p:sldLayoutId id="2147483665" r:id="rId2"/>
    <p:sldLayoutId id="2147483666" r:id="rId3"/>
    <p:sldLayoutId id="2147483667" r:id="rId4"/>
    <p:sldLayoutId id="2147483668" r:id="rId5"/>
    <p:sldLayoutId id="2147483669" r:id="rId6"/>
    <p:sldLayoutId id="2147483670" r:id="rId7"/>
    <p:sldLayoutId id="2147483671" r:id="rId8"/>
    <p:sldLayoutId id="2147483672" r:id="rId9"/>
    <p:sldLayoutId id="2147483673" r:id="rId10"/>
    <p:sldLayoutId id="2147483674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4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6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hyperlink" Target="https://github.com/dssg/direccion_trabajo_inspections/blob/master/experiments/test.yaml" TargetMode="External"/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C79C2AC-0221-3A42-A0C2-DDBA9BA3D61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415611" y="518101"/>
            <a:ext cx="11360700" cy="2736900"/>
          </a:xfrm>
        </p:spPr>
        <p:txBody>
          <a:bodyPr/>
          <a:lstStyle/>
          <a:p>
            <a:r>
              <a:rPr lang="en-US" sz="5400" dirty="0"/>
              <a:t>Machine Learning Pipelines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CABB3B6-8D57-374F-AEC9-D4CBE450E10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Rayid Ghani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9323871C-7CA8-1448-8FFC-1AE6E18389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Reminders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4E0A5F0-1D89-954D-91FB-596CD9E690F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76200" indent="0">
              <a:buNone/>
            </a:pPr>
            <a:r>
              <a:rPr lang="en-US" b="1" dirty="0"/>
              <a:t>Coming up next week:</a:t>
            </a:r>
          </a:p>
          <a:p>
            <a:pPr marL="76200" indent="0">
              <a:buNone/>
            </a:pPr>
            <a:endParaRPr lang="en-US" b="1" dirty="0"/>
          </a:p>
          <a:p>
            <a:r>
              <a:rPr lang="en-US" dirty="0"/>
              <a:t>Monday: Project Update 4</a:t>
            </a:r>
            <a:br>
              <a:rPr lang="en-US" dirty="0"/>
            </a:br>
            <a:endParaRPr lang="en-US" dirty="0"/>
          </a:p>
          <a:p>
            <a:r>
              <a:rPr lang="en-US" dirty="0"/>
              <a:t>Tuesday: Weekly Feedback Form</a:t>
            </a:r>
          </a:p>
          <a:p>
            <a:pPr marL="76200" indent="0">
              <a:buNone/>
            </a:pPr>
            <a:br>
              <a:rPr lang="en-US" dirty="0"/>
            </a:b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938278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F3EB26-BA16-DC0C-A144-6247D83B16F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Intermediate Project Presentations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BA4D6F5-1742-F5F7-86A3-F15E0897107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Thu (10/2): 4 teams – focus on formulation, baseline results, and features</a:t>
            </a:r>
          </a:p>
          <a:p>
            <a:pPr lvl="1"/>
            <a:r>
              <a:rPr lang="en-US" dirty="0"/>
              <a:t>Overfit &amp; Chill, Burlington, Royal Carnegie </a:t>
            </a:r>
            <a:r>
              <a:rPr lang="en-US" dirty="0" err="1"/>
              <a:t>BROgrammers</a:t>
            </a:r>
            <a:r>
              <a:rPr lang="en-US" dirty="0"/>
              <a:t>, Group 2</a:t>
            </a:r>
          </a:p>
          <a:p>
            <a:pPr marL="76200" indent="0">
              <a:buNone/>
            </a:pPr>
            <a:endParaRPr lang="en-US" dirty="0"/>
          </a:p>
          <a:p>
            <a:r>
              <a:rPr lang="en-US" dirty="0"/>
              <a:t>Tue (10/7): 4 teams - focus on formulation, features and modeling results</a:t>
            </a:r>
          </a:p>
          <a:p>
            <a:pPr lvl="1"/>
            <a:r>
              <a:rPr lang="en-US" dirty="0"/>
              <a:t>DN and friends, Espresso. Runtime Terror. Carnegie Super Kings</a:t>
            </a:r>
          </a:p>
          <a:p>
            <a:pPr marL="76200" indent="0">
              <a:buNone/>
            </a:pPr>
            <a:r>
              <a:rPr lang="en-US" dirty="0"/>
              <a:t> </a:t>
            </a:r>
          </a:p>
          <a:p>
            <a:r>
              <a:rPr lang="en-US" dirty="0"/>
              <a:t>Tue(10/21): 4 teams – focus on formulation and updated modeling results</a:t>
            </a:r>
          </a:p>
          <a:p>
            <a:pPr lvl="1"/>
            <a:r>
              <a:rPr lang="en-US" dirty="0"/>
              <a:t>Penguins, 👁👄👁. random deforestation, name'); drop table students;</a:t>
            </a:r>
            <a:br>
              <a:rPr lang="en-US" dirty="0"/>
            </a:br>
            <a:endParaRPr lang="en-US" dirty="0"/>
          </a:p>
          <a:p>
            <a:r>
              <a:rPr lang="en-US" dirty="0"/>
              <a:t>Say one thing about your pipeline and code that you think other teams would learn from</a:t>
            </a:r>
          </a:p>
          <a:p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0622554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5CDC0A-B1D7-6E42-BC90-7B08C439CB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1E17"/>
          </a:solidFill>
          <a:ln>
            <a:solidFill>
              <a:srgbClr val="811E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7E2A35-90F2-AC4A-BA2F-5511464585DD}"/>
              </a:ext>
            </a:extLst>
          </p:cNvPr>
          <p:cNvSpPr txBox="1">
            <a:spLocks/>
          </p:cNvSpPr>
          <p:nvPr/>
        </p:nvSpPr>
        <p:spPr>
          <a:xfrm>
            <a:off x="415611" y="518101"/>
            <a:ext cx="11645760" cy="27369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>
                <a:solidFill>
                  <a:schemeClr val="bg1"/>
                </a:solidFill>
              </a:rPr>
              <a:t>Brief Recap: </a:t>
            </a:r>
          </a:p>
          <a:p>
            <a:r>
              <a:rPr lang="en-US" sz="5400" dirty="0">
                <a:solidFill>
                  <a:schemeClr val="bg1"/>
                </a:solidFill>
              </a:rPr>
              <a:t>Modeling Decisions So Far…</a:t>
            </a:r>
          </a:p>
        </p:txBody>
      </p:sp>
    </p:spTree>
    <p:extLst>
      <p:ext uri="{BB962C8B-B14F-4D97-AF65-F5344CB8AC3E}">
        <p14:creationId xmlns:p14="http://schemas.microsoft.com/office/powerpoint/2010/main" val="382199883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5CDC0A-B1D7-6E42-BC90-7B08C439CB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1E17"/>
          </a:solidFill>
          <a:ln>
            <a:solidFill>
              <a:srgbClr val="811E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7E2A35-90F2-AC4A-BA2F-5511464585DD}"/>
              </a:ext>
            </a:extLst>
          </p:cNvPr>
          <p:cNvSpPr txBox="1">
            <a:spLocks/>
          </p:cNvSpPr>
          <p:nvPr/>
        </p:nvSpPr>
        <p:spPr>
          <a:xfrm>
            <a:off x="415611" y="518101"/>
            <a:ext cx="11360700" cy="27369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>
                <a:solidFill>
                  <a:schemeClr val="bg1"/>
                </a:solidFill>
              </a:rPr>
              <a:t>Machine Learning Pipelines</a:t>
            </a:r>
          </a:p>
        </p:txBody>
      </p:sp>
    </p:spTree>
    <p:extLst>
      <p:ext uri="{BB962C8B-B14F-4D97-AF65-F5344CB8AC3E}">
        <p14:creationId xmlns:p14="http://schemas.microsoft.com/office/powerpoint/2010/main" val="37468710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F2A94-A63F-6149-AA28-2E35B60E3D3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graphicFrame>
        <p:nvGraphicFramePr>
          <p:cNvPr id="3" name="Diagram 2">
            <a:extLst>
              <a:ext uri="{FF2B5EF4-FFF2-40B4-BE49-F238E27FC236}">
                <a16:creationId xmlns:a16="http://schemas.microsoft.com/office/drawing/2014/main" id="{8E902576-68A9-6E48-B0FE-5B1889953DC8}"/>
              </a:ext>
            </a:extLst>
          </p:cNvPr>
          <p:cNvGraphicFramePr/>
          <p:nvPr/>
        </p:nvGraphicFramePr>
        <p:xfrm>
          <a:off x="180467" y="0"/>
          <a:ext cx="11776400" cy="68580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4" name="Rectangle 3">
            <a:extLst>
              <a:ext uri="{FF2B5EF4-FFF2-40B4-BE49-F238E27FC236}">
                <a16:creationId xmlns:a16="http://schemas.microsoft.com/office/drawing/2014/main" id="{E2C99BF2-C81A-5246-89D3-E49BCDCAD699}"/>
              </a:ext>
            </a:extLst>
          </p:cNvPr>
          <p:cNvSpPr/>
          <p:nvPr/>
        </p:nvSpPr>
        <p:spPr>
          <a:xfrm>
            <a:off x="9553197" y="274320"/>
            <a:ext cx="2534195" cy="1789611"/>
          </a:xfrm>
          <a:prstGeom prst="rect">
            <a:avLst/>
          </a:prstGeom>
          <a:noFill/>
          <a:ln w="76200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215128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What is an ML Pipeline?</a:t>
            </a:r>
          </a:p>
          <a:p>
            <a:r>
              <a:rPr lang="en-US" dirty="0"/>
              <a:t>Why should we build ML pipelines?</a:t>
            </a:r>
          </a:p>
          <a:p>
            <a:r>
              <a:rPr lang="en-US" dirty="0"/>
              <a:t>What components should it have?</a:t>
            </a:r>
          </a:p>
          <a:p>
            <a:r>
              <a:rPr lang="en-US" dirty="0"/>
              <a:t>Best Practices</a:t>
            </a:r>
          </a:p>
          <a:p>
            <a:r>
              <a:rPr lang="en-US" dirty="0"/>
              <a:t>Good Examples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325028"/>
            <a:ext cx="12192000" cy="1143000"/>
          </a:xfrm>
        </p:spPr>
        <p:txBody>
          <a:bodyPr/>
          <a:lstStyle/>
          <a:p>
            <a:r>
              <a:rPr lang="en-US" dirty="0">
                <a:solidFill>
                  <a:schemeClr val="bg1"/>
                </a:solidFill>
              </a:rPr>
              <a:t>Things we will cover</a:t>
            </a:r>
          </a:p>
        </p:txBody>
      </p:sp>
    </p:spTree>
    <p:extLst>
      <p:ext uri="{BB962C8B-B14F-4D97-AF65-F5344CB8AC3E}">
        <p14:creationId xmlns:p14="http://schemas.microsoft.com/office/powerpoint/2010/main" val="272963153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F90177E-EDBA-BC41-B606-574933A1A30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Supports end-to-end workflow for an ML project/system</a:t>
            </a:r>
          </a:p>
          <a:p>
            <a:r>
              <a:rPr lang="en-US" dirty="0"/>
              <a:t>Modular</a:t>
            </a:r>
          </a:p>
          <a:p>
            <a:r>
              <a:rPr lang="en-US" dirty="0"/>
              <a:t>Reconfigurable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FC4F2F47-A164-2C41-A1CD-CFD1AFCBE7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is an ML Pipeline?</a:t>
            </a:r>
          </a:p>
        </p:txBody>
      </p:sp>
    </p:spTree>
    <p:extLst>
      <p:ext uri="{BB962C8B-B14F-4D97-AF65-F5344CB8AC3E}">
        <p14:creationId xmlns:p14="http://schemas.microsoft.com/office/powerpoint/2010/main" val="35621426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Reusable across projects</a:t>
            </a:r>
          </a:p>
          <a:p>
            <a:r>
              <a:rPr lang="en-US" dirty="0"/>
              <a:t>Test new ideas, components, hypothesis easily</a:t>
            </a:r>
          </a:p>
          <a:p>
            <a:r>
              <a:rPr lang="en-US" dirty="0"/>
              <a:t>Reduce bugs/errors</a:t>
            </a:r>
          </a:p>
          <a:p>
            <a:r>
              <a:rPr lang="en-US" dirty="0"/>
              <a:t>Allows reproducibility of analysis and results</a:t>
            </a:r>
          </a:p>
          <a:p>
            <a:endParaRPr lang="en-US" dirty="0"/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17454"/>
            <a:ext cx="12192000" cy="1143000"/>
          </a:xfrm>
        </p:spPr>
        <p:txBody>
          <a:bodyPr/>
          <a:lstStyle/>
          <a:p>
            <a:r>
              <a:rPr lang="en-US" dirty="0"/>
              <a:t>Why build a pipeline?</a:t>
            </a:r>
          </a:p>
        </p:txBody>
      </p:sp>
    </p:spTree>
    <p:extLst>
      <p:ext uri="{BB962C8B-B14F-4D97-AF65-F5344CB8AC3E}">
        <p14:creationId xmlns:p14="http://schemas.microsoft.com/office/powerpoint/2010/main" val="16479761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C7F870BE-7BDD-7544-892A-123E337384C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Inputs</a:t>
            </a:r>
          </a:p>
          <a:p>
            <a:r>
              <a:rPr lang="en-US" dirty="0"/>
              <a:t>Components</a:t>
            </a:r>
          </a:p>
          <a:p>
            <a:r>
              <a:rPr lang="en-US" dirty="0"/>
              <a:t>(Intermediate and final) outputs</a:t>
            </a:r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D52B302E-5D26-6C43-9539-D118A2846E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makes a pipeline?</a:t>
            </a:r>
          </a:p>
        </p:txBody>
      </p:sp>
    </p:spTree>
    <p:extLst>
      <p:ext uri="{BB962C8B-B14F-4D97-AF65-F5344CB8AC3E}">
        <p14:creationId xmlns:p14="http://schemas.microsoft.com/office/powerpoint/2010/main" val="177996982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43C816-AA7C-B740-8DB2-C05CFD61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Flow &amp; Components</a:t>
            </a:r>
          </a:p>
        </p:txBody>
      </p:sp>
    </p:spTree>
    <p:extLst>
      <p:ext uri="{BB962C8B-B14F-4D97-AF65-F5344CB8AC3E}">
        <p14:creationId xmlns:p14="http://schemas.microsoft.com/office/powerpoint/2010/main" val="2168446217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43C816-AA7C-B740-8DB2-C05CFD61890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Pipeline Flow</a:t>
            </a:r>
          </a:p>
        </p:txBody>
      </p:sp>
      <p:graphicFrame>
        <p:nvGraphicFramePr>
          <p:cNvPr id="2" name="Diagram 1">
            <a:extLst>
              <a:ext uri="{FF2B5EF4-FFF2-40B4-BE49-F238E27FC236}">
                <a16:creationId xmlns:a16="http://schemas.microsoft.com/office/drawing/2014/main" id="{D49DC9D1-CB7D-EC4F-A608-E245313B3521}"/>
              </a:ext>
            </a:extLst>
          </p:cNvPr>
          <p:cNvGraphicFramePr/>
          <p:nvPr/>
        </p:nvGraphicFramePr>
        <p:xfrm>
          <a:off x="-1" y="1387736"/>
          <a:ext cx="12080839" cy="547026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58077029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  <a:sym typeface="Arial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sym typeface="Arial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6513911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Read/Load Data (from csv, </a:t>
            </a:r>
            <a:r>
              <a:rPr lang="en-US" dirty="0" err="1"/>
              <a:t>db</a:t>
            </a:r>
            <a:r>
              <a:rPr lang="en-US" dirty="0"/>
              <a:t>, </a:t>
            </a:r>
            <a:r>
              <a:rPr lang="en-US" dirty="0" err="1"/>
              <a:t>api</a:t>
            </a:r>
            <a:r>
              <a:rPr lang="en-US" dirty="0"/>
              <a:t>)</a:t>
            </a:r>
          </a:p>
          <a:p>
            <a:r>
              <a:rPr lang="en-US" dirty="0"/>
              <a:t>Integrate Data (dedupe, link)</a:t>
            </a:r>
          </a:p>
          <a:p>
            <a:r>
              <a:rPr lang="en-US" dirty="0"/>
              <a:t>Process Data (cleaning)</a:t>
            </a:r>
          </a:p>
          <a:p>
            <a:r>
              <a:rPr lang="en-US" dirty="0"/>
              <a:t>Explore Data (descriptive stats, correlations, outliers, over time, clustering) </a:t>
            </a:r>
          </a:p>
          <a:p>
            <a:r>
              <a:rPr lang="en-US" dirty="0"/>
              <a:t>Modeling Prep</a:t>
            </a:r>
          </a:p>
          <a:p>
            <a:pPr lvl="1"/>
            <a:r>
              <a:rPr lang="en-US" dirty="0"/>
              <a:t>Create training and test sets</a:t>
            </a:r>
          </a:p>
          <a:p>
            <a:pPr lvl="1"/>
            <a:r>
              <a:rPr lang="en-US" dirty="0"/>
              <a:t>Missing values (fill/impute, create dummy)</a:t>
            </a:r>
          </a:p>
          <a:p>
            <a:pPr lvl="1"/>
            <a:r>
              <a:rPr lang="en-US" dirty="0"/>
              <a:t>Transformations (scale/normalize, log, square, root)</a:t>
            </a:r>
          </a:p>
          <a:p>
            <a:pPr lvl="1"/>
            <a:r>
              <a:rPr lang="en-US" dirty="0"/>
              <a:t>Feature Generation </a:t>
            </a:r>
          </a:p>
          <a:p>
            <a:pPr lvl="1"/>
            <a:r>
              <a:rPr lang="en-US" dirty="0"/>
              <a:t>Label Generation</a:t>
            </a:r>
          </a:p>
          <a:p>
            <a:pPr lvl="1"/>
            <a:r>
              <a:rPr lang="en-US" dirty="0"/>
              <a:t>Define metric(s)</a:t>
            </a:r>
          </a:p>
          <a:p>
            <a:r>
              <a:rPr lang="en-US" dirty="0"/>
              <a:t>Modeling</a:t>
            </a:r>
          </a:p>
          <a:p>
            <a:pPr lvl="1"/>
            <a:r>
              <a:rPr lang="en-US" dirty="0"/>
              <a:t>Build model(s) on training sets</a:t>
            </a:r>
          </a:p>
          <a:p>
            <a:pPr lvl="1"/>
            <a:r>
              <a:rPr lang="en-US" dirty="0"/>
              <a:t>Apply model(s) on test sets</a:t>
            </a:r>
          </a:p>
          <a:p>
            <a:pPr lvl="1"/>
            <a:r>
              <a:rPr lang="en-US" dirty="0"/>
              <a:t>Calculate metric(s)</a:t>
            </a:r>
          </a:p>
          <a:p>
            <a:r>
              <a:rPr lang="en-US" dirty="0"/>
              <a:t>Model Selection</a:t>
            </a:r>
          </a:p>
          <a:p>
            <a:r>
              <a:rPr lang="en-US" dirty="0"/>
              <a:t>Field Trial</a:t>
            </a:r>
          </a:p>
          <a:p>
            <a:r>
              <a:rPr lang="en-US" dirty="0"/>
              <a:t>Deploy</a:t>
            </a:r>
          </a:p>
          <a:p>
            <a:r>
              <a:rPr lang="en-US" dirty="0"/>
              <a:t>Maintain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174420"/>
            <a:ext cx="12192000" cy="1143000"/>
          </a:xfrm>
        </p:spPr>
        <p:txBody>
          <a:bodyPr/>
          <a:lstStyle/>
          <a:p>
            <a:r>
              <a:rPr lang="en-US" dirty="0"/>
              <a:t>What components does a pipeline have?</a:t>
            </a:r>
          </a:p>
        </p:txBody>
      </p:sp>
    </p:spTree>
    <p:extLst>
      <p:ext uri="{BB962C8B-B14F-4D97-AF65-F5344CB8AC3E}">
        <p14:creationId xmlns:p14="http://schemas.microsoft.com/office/powerpoint/2010/main" val="129772729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671D4663-A85A-AE41-AB66-B2D89DB865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Things to keep in mind about each component</a:t>
            </a:r>
          </a:p>
        </p:txBody>
      </p:sp>
      <p:sp>
        <p:nvSpPr>
          <p:cNvPr id="7" name="Rounded Rectangle 6">
            <a:extLst>
              <a:ext uri="{FF2B5EF4-FFF2-40B4-BE49-F238E27FC236}">
                <a16:creationId xmlns:a16="http://schemas.microsoft.com/office/drawing/2014/main" id="{46EFA21E-4796-F741-8C42-862E5379F6D7}"/>
              </a:ext>
            </a:extLst>
          </p:cNvPr>
          <p:cNvSpPr/>
          <p:nvPr/>
        </p:nvSpPr>
        <p:spPr>
          <a:xfrm>
            <a:off x="4151870" y="2842055"/>
            <a:ext cx="4065373" cy="1890583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8" name="Right Arrow 7">
            <a:extLst>
              <a:ext uri="{FF2B5EF4-FFF2-40B4-BE49-F238E27FC236}">
                <a16:creationId xmlns:a16="http://schemas.microsoft.com/office/drawing/2014/main" id="{B713D5E0-D969-3F4B-ACF1-C5D315EB54BC}"/>
              </a:ext>
            </a:extLst>
          </p:cNvPr>
          <p:cNvSpPr/>
          <p:nvPr/>
        </p:nvSpPr>
        <p:spPr>
          <a:xfrm>
            <a:off x="2496064" y="3429000"/>
            <a:ext cx="1581664" cy="71669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ight Arrow 8">
            <a:extLst>
              <a:ext uri="{FF2B5EF4-FFF2-40B4-BE49-F238E27FC236}">
                <a16:creationId xmlns:a16="http://schemas.microsoft.com/office/drawing/2014/main" id="{DA9EBE54-1611-3446-91C9-4C5A79244F6A}"/>
              </a:ext>
            </a:extLst>
          </p:cNvPr>
          <p:cNvSpPr/>
          <p:nvPr/>
        </p:nvSpPr>
        <p:spPr>
          <a:xfrm>
            <a:off x="8320217" y="3429000"/>
            <a:ext cx="1581664" cy="716692"/>
          </a:xfrm>
          <a:prstGeom prst="rightArrow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A48AD4E3-95CD-F349-8A42-FCA7D590A713}"/>
              </a:ext>
            </a:extLst>
          </p:cNvPr>
          <p:cNvSpPr/>
          <p:nvPr/>
        </p:nvSpPr>
        <p:spPr>
          <a:xfrm>
            <a:off x="130558" y="3600789"/>
            <a:ext cx="343105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Inputs</a:t>
            </a:r>
          </a:p>
          <a:p>
            <a:pPr algn="ctr"/>
            <a:endParaRPr lang="en-US" sz="2000" b="1" dirty="0"/>
          </a:p>
          <a:p>
            <a:pPr lvl="1"/>
            <a:r>
              <a:rPr lang="en-US" sz="2000" dirty="0"/>
              <a:t>Data structures/format?</a:t>
            </a:r>
          </a:p>
          <a:p>
            <a:pPr lvl="1"/>
            <a:r>
              <a:rPr lang="en-US" sz="2000" dirty="0"/>
              <a:t>Parameters/Configuration?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6CCD1160-7D29-574B-B77F-F3BA57FD80C7}"/>
              </a:ext>
            </a:extLst>
          </p:cNvPr>
          <p:cNvSpPr/>
          <p:nvPr/>
        </p:nvSpPr>
        <p:spPr>
          <a:xfrm>
            <a:off x="8760942" y="3600789"/>
            <a:ext cx="3431058" cy="1323439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Outputs</a:t>
            </a:r>
          </a:p>
          <a:p>
            <a:pPr algn="ctr"/>
            <a:endParaRPr lang="en-US" sz="2000" b="1" dirty="0"/>
          </a:p>
          <a:p>
            <a:pPr lvl="1" algn="r"/>
            <a:r>
              <a:rPr lang="en-US" sz="2000" dirty="0"/>
              <a:t>Data structures/format?</a:t>
            </a:r>
          </a:p>
          <a:p>
            <a:pPr lvl="1" algn="r"/>
            <a:r>
              <a:rPr lang="en-US" sz="2000" dirty="0"/>
              <a:t>Store to disk/</a:t>
            </a:r>
            <a:r>
              <a:rPr lang="en-US" sz="2000" dirty="0" err="1"/>
              <a:t>db</a:t>
            </a:r>
            <a:r>
              <a:rPr lang="en-US" sz="2000" dirty="0"/>
              <a:t>?</a:t>
            </a:r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3E13A319-AC37-1A47-AF21-FE4BEDD99614}"/>
              </a:ext>
            </a:extLst>
          </p:cNvPr>
          <p:cNvSpPr/>
          <p:nvPr/>
        </p:nvSpPr>
        <p:spPr>
          <a:xfrm>
            <a:off x="4314569" y="3125626"/>
            <a:ext cx="3729680" cy="101566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sz="2000" b="1" dirty="0"/>
              <a:t>Processing</a:t>
            </a:r>
          </a:p>
          <a:p>
            <a:pPr algn="ctr"/>
            <a:endParaRPr lang="en-US" sz="2000" b="1" dirty="0"/>
          </a:p>
          <a:p>
            <a:pPr lvl="1" algn="ctr"/>
            <a:r>
              <a:rPr lang="en-US" sz="2000" dirty="0"/>
              <a:t>Modular, extensible functions</a:t>
            </a:r>
          </a:p>
        </p:txBody>
      </p:sp>
    </p:spTree>
    <p:extLst>
      <p:ext uri="{BB962C8B-B14F-4D97-AF65-F5344CB8AC3E}">
        <p14:creationId xmlns:p14="http://schemas.microsoft.com/office/powerpoint/2010/main" val="164743204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Get Data</a:t>
            </a:r>
          </a:p>
          <a:p>
            <a:pPr lvl="1"/>
            <a:r>
              <a:rPr lang="en-US" dirty="0"/>
              <a:t>API, CSV, Database</a:t>
            </a:r>
          </a:p>
          <a:p>
            <a:r>
              <a:rPr lang="en-US" dirty="0"/>
              <a:t>Store Data</a:t>
            </a:r>
          </a:p>
          <a:p>
            <a:pPr lvl="1"/>
            <a:r>
              <a:rPr lang="en-US" dirty="0"/>
              <a:t>Database</a:t>
            </a:r>
          </a:p>
          <a:p>
            <a:r>
              <a:rPr lang="en-US" dirty="0"/>
              <a:t>Integrate Data</a:t>
            </a:r>
          </a:p>
          <a:p>
            <a:pPr lvl="1"/>
            <a:r>
              <a:rPr lang="en-US" dirty="0"/>
              <a:t>Record Linkage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>
            <a:normAutofit/>
          </a:bodyPr>
          <a:lstStyle/>
          <a:p>
            <a:r>
              <a:rPr lang="en-US" dirty="0"/>
              <a:t>Components: Data Acquisition &amp; Integration</a:t>
            </a:r>
          </a:p>
        </p:txBody>
      </p:sp>
    </p:spTree>
    <p:extLst>
      <p:ext uri="{BB962C8B-B14F-4D97-AF65-F5344CB8AC3E}">
        <p14:creationId xmlns:p14="http://schemas.microsoft.com/office/powerpoint/2010/main" val="124533230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Exploration</a:t>
            </a:r>
          </a:p>
          <a:p>
            <a:pPr lvl="1"/>
            <a:r>
              <a:rPr lang="en-US" dirty="0"/>
              <a:t>Distributions</a:t>
            </a:r>
          </a:p>
          <a:p>
            <a:pPr lvl="1"/>
            <a:r>
              <a:rPr lang="en-US" dirty="0"/>
              <a:t>Missing Values</a:t>
            </a:r>
          </a:p>
          <a:p>
            <a:pPr lvl="1"/>
            <a:r>
              <a:rPr lang="en-US" dirty="0"/>
              <a:t>Correlations</a:t>
            </a:r>
          </a:p>
          <a:p>
            <a:pPr lvl="1"/>
            <a:r>
              <a:rPr lang="en-US" dirty="0"/>
              <a:t>Other Patterns</a:t>
            </a:r>
          </a:p>
          <a:p>
            <a:r>
              <a:rPr lang="en-US" dirty="0"/>
              <a:t>Pre-Processing</a:t>
            </a:r>
          </a:p>
          <a:p>
            <a:pPr lvl="1"/>
            <a:r>
              <a:rPr lang="en-US" dirty="0"/>
              <a:t>Leakage</a:t>
            </a:r>
          </a:p>
          <a:p>
            <a:pPr lvl="1"/>
            <a:r>
              <a:rPr lang="en-US" dirty="0"/>
              <a:t>Deal with Missing values</a:t>
            </a:r>
          </a:p>
          <a:p>
            <a:pPr lvl="1"/>
            <a:r>
              <a:rPr lang="en-US" dirty="0"/>
              <a:t>Scaling</a:t>
            </a:r>
          </a:p>
          <a:p>
            <a:pPr lvl="1"/>
            <a:r>
              <a:rPr lang="en-US" dirty="0"/>
              <a:t>Data errors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>
            <a:normAutofit/>
          </a:bodyPr>
          <a:lstStyle/>
          <a:p>
            <a:r>
              <a:rPr lang="en-US" dirty="0"/>
              <a:t>Components: Explore and Prepare data</a:t>
            </a:r>
          </a:p>
        </p:txBody>
      </p:sp>
    </p:spTree>
    <p:extLst>
      <p:ext uri="{BB962C8B-B14F-4D97-AF65-F5344CB8AC3E}">
        <p14:creationId xmlns:p14="http://schemas.microsoft.com/office/powerpoint/2010/main" val="723680688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Data comes with fields or columns (if it’s even structured), not features</a:t>
            </a:r>
          </a:p>
          <a:p>
            <a:r>
              <a:rPr lang="en-US" dirty="0"/>
              <a:t>Common Features</a:t>
            </a:r>
          </a:p>
          <a:p>
            <a:pPr lvl="1"/>
            <a:r>
              <a:rPr lang="en-US" dirty="0"/>
              <a:t>Discretization</a:t>
            </a:r>
          </a:p>
          <a:p>
            <a:pPr lvl="1"/>
            <a:r>
              <a:rPr lang="en-US" dirty="0"/>
              <a:t>Transformations</a:t>
            </a:r>
          </a:p>
          <a:p>
            <a:pPr lvl="1"/>
            <a:r>
              <a:rPr lang="en-US" dirty="0"/>
              <a:t>Interactions/Conjunctions</a:t>
            </a:r>
          </a:p>
          <a:p>
            <a:pPr lvl="1"/>
            <a:r>
              <a:rPr lang="en-US" dirty="0"/>
              <a:t>Disaggregation</a:t>
            </a:r>
          </a:p>
          <a:p>
            <a:pPr lvl="1"/>
            <a:r>
              <a:rPr lang="en-US" dirty="0"/>
              <a:t>Aggregations</a:t>
            </a:r>
          </a:p>
          <a:p>
            <a:pPr lvl="2"/>
            <a:r>
              <a:rPr lang="en-US" dirty="0"/>
              <a:t>Temporal</a:t>
            </a:r>
          </a:p>
          <a:p>
            <a:pPr lvl="2"/>
            <a:r>
              <a:rPr lang="en-US" dirty="0"/>
              <a:t>Spatial</a:t>
            </a:r>
          </a:p>
          <a:p>
            <a:r>
              <a:rPr lang="en-US" dirty="0"/>
              <a:t>How are you handling imputation of missing values?</a:t>
            </a:r>
          </a:p>
          <a:p>
            <a:pPr lvl="2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>
            <a:normAutofit/>
          </a:bodyPr>
          <a:lstStyle/>
          <a:p>
            <a:r>
              <a:rPr lang="en-US" dirty="0"/>
              <a:t>Components: Feature Creation</a:t>
            </a:r>
          </a:p>
        </p:txBody>
      </p:sp>
    </p:spTree>
    <p:extLst>
      <p:ext uri="{BB962C8B-B14F-4D97-AF65-F5344CB8AC3E}">
        <p14:creationId xmlns:p14="http://schemas.microsoft.com/office/powerpoint/2010/main" val="3976800366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Select pool of methods applicable for task</a:t>
            </a:r>
          </a:p>
          <a:p>
            <a:r>
              <a:rPr lang="en-US" dirty="0"/>
              <a:t>For loop over a large number of methods</a:t>
            </a:r>
          </a:p>
          <a:p>
            <a:pPr lvl="1"/>
            <a:r>
              <a:rPr lang="en-US" dirty="0"/>
              <a:t>For loop over parameters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dirty="0"/>
              <a:t>Components: Method Selection</a:t>
            </a:r>
          </a:p>
        </p:txBody>
      </p:sp>
    </p:spTree>
    <p:extLst>
      <p:ext uri="{BB962C8B-B14F-4D97-AF65-F5344CB8AC3E}">
        <p14:creationId xmlns:p14="http://schemas.microsoft.com/office/powerpoint/2010/main" val="47424802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Using historical data</a:t>
            </a:r>
          </a:p>
          <a:p>
            <a:pPr lvl="1"/>
            <a:r>
              <a:rPr lang="en-US" dirty="0"/>
              <a:t>Methodology</a:t>
            </a:r>
          </a:p>
          <a:p>
            <a:pPr lvl="1"/>
            <a:r>
              <a:rPr lang="en-US" dirty="0"/>
              <a:t>Metric</a:t>
            </a:r>
          </a:p>
          <a:p>
            <a:endParaRPr lang="en-US" dirty="0"/>
          </a:p>
          <a:p>
            <a:r>
              <a:rPr lang="en-US" dirty="0"/>
              <a:t>Field Experiment</a:t>
            </a:r>
          </a:p>
          <a:p>
            <a:pPr lvl="1"/>
            <a:r>
              <a:rPr lang="en-US" dirty="0"/>
              <a:t>Methodology</a:t>
            </a:r>
          </a:p>
          <a:p>
            <a:pPr lvl="1"/>
            <a:r>
              <a:rPr lang="en-US" dirty="0"/>
              <a:t>Metric</a:t>
            </a:r>
          </a:p>
          <a:p>
            <a:pPr lvl="1"/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dirty="0"/>
              <a:t>Components: Validation</a:t>
            </a:r>
          </a:p>
        </p:txBody>
      </p:sp>
    </p:spTree>
    <p:extLst>
      <p:ext uri="{BB962C8B-B14F-4D97-AF65-F5344CB8AC3E}">
        <p14:creationId xmlns:p14="http://schemas.microsoft.com/office/powerpoint/2010/main" val="1948318951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Model monitoring</a:t>
            </a:r>
          </a:p>
          <a:p>
            <a:r>
              <a:rPr lang="en-US" dirty="0"/>
              <a:t>Re-training</a:t>
            </a:r>
          </a:p>
          <a:p>
            <a:pPr lvl="1"/>
            <a:r>
              <a:rPr lang="en-US" dirty="0"/>
              <a:t>How often?</a:t>
            </a:r>
          </a:p>
          <a:p>
            <a:pPr lvl="1"/>
            <a:r>
              <a:rPr lang="en-US" dirty="0"/>
              <a:t>Re-select methods?</a:t>
            </a:r>
          </a:p>
          <a:p>
            <a:r>
              <a:rPr lang="en-US" dirty="0"/>
              <a:t>Scoring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dirty="0"/>
              <a:t>Deployment</a:t>
            </a:r>
          </a:p>
        </p:txBody>
      </p:sp>
    </p:spTree>
    <p:extLst>
      <p:ext uri="{BB962C8B-B14F-4D97-AF65-F5344CB8AC3E}">
        <p14:creationId xmlns:p14="http://schemas.microsoft.com/office/powerpoint/2010/main" val="4206092852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Different models</a:t>
            </a:r>
          </a:p>
          <a:p>
            <a:r>
              <a:rPr lang="en-US" dirty="0"/>
              <a:t>Model parameters</a:t>
            </a:r>
          </a:p>
          <a:p>
            <a:r>
              <a:rPr lang="en-US" dirty="0"/>
              <a:t>Different Labels/Outcomes</a:t>
            </a:r>
          </a:p>
          <a:p>
            <a:r>
              <a:rPr lang="en-US" dirty="0"/>
              <a:t>Different Deployment Settings</a:t>
            </a:r>
          </a:p>
          <a:p>
            <a:r>
              <a:rPr lang="en-US" dirty="0"/>
              <a:t>Different Feature (Groups)</a:t>
            </a:r>
          </a:p>
          <a:p>
            <a:r>
              <a:rPr lang="en-US" dirty="0"/>
              <a:t>Different Metrics</a:t>
            </a:r>
          </a:p>
          <a:p>
            <a:r>
              <a:rPr lang="en-US" dirty="0"/>
              <a:t>Different training history lengths (“rolling” vs “expanding” windows)</a:t>
            </a:r>
          </a:p>
          <a:p>
            <a:r>
              <a:rPr lang="en-US" dirty="0"/>
              <a:t>Any other design decisions you made that you’re not sure about?</a:t>
            </a:r>
          </a:p>
          <a:p>
            <a:endParaRPr lang="en-US" dirty="0"/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sz="3200" dirty="0"/>
              <a:t>What types of variations do you want to test using your pipeline?</a:t>
            </a:r>
          </a:p>
        </p:txBody>
      </p:sp>
    </p:spTree>
    <p:extLst>
      <p:ext uri="{BB962C8B-B14F-4D97-AF65-F5344CB8AC3E}">
        <p14:creationId xmlns:p14="http://schemas.microsoft.com/office/powerpoint/2010/main" val="1912911053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Draw a diagram of the pipeline: </a:t>
            </a:r>
          </a:p>
          <a:p>
            <a:pPr lvl="1"/>
            <a:r>
              <a:rPr lang="en-US" dirty="0"/>
              <a:t>What function runs each step? What are the inputs? What are the outputs?</a:t>
            </a:r>
          </a:p>
          <a:p>
            <a:r>
              <a:rPr lang="en-US" dirty="0"/>
              <a:t>Config files (</a:t>
            </a:r>
            <a:r>
              <a:rPr lang="en-US" dirty="0" err="1"/>
              <a:t>yaml</a:t>
            </a:r>
            <a:r>
              <a:rPr lang="en-US" dirty="0"/>
              <a:t>, json, </a:t>
            </a:r>
            <a:r>
              <a:rPr lang="en-US" dirty="0" err="1"/>
              <a:t>py</a:t>
            </a:r>
            <a:r>
              <a:rPr lang="en-US" dirty="0"/>
              <a:t>)</a:t>
            </a:r>
          </a:p>
          <a:p>
            <a:r>
              <a:rPr lang="en-US" dirty="0"/>
              <a:t>Make each step modular and extensible so it can easily be re-used</a:t>
            </a:r>
          </a:p>
          <a:p>
            <a:r>
              <a:rPr lang="en-US" dirty="0"/>
              <a:t>Build a </a:t>
            </a:r>
            <a:r>
              <a:rPr lang="en-US" b="1" dirty="0"/>
              <a:t>simple</a:t>
            </a:r>
            <a:r>
              <a:rPr lang="en-US" dirty="0"/>
              <a:t>, end-to-end version first, then add more functionality</a:t>
            </a:r>
          </a:p>
          <a:p>
            <a:r>
              <a:rPr lang="en-US" dirty="0"/>
              <a:t>Think about how you’ll store outputs:</a:t>
            </a:r>
          </a:p>
          <a:p>
            <a:pPr lvl="1"/>
            <a:r>
              <a:rPr lang="en-US" dirty="0"/>
              <a:t>Store models as pickles</a:t>
            </a:r>
          </a:p>
          <a:p>
            <a:pPr lvl="1"/>
            <a:r>
              <a:rPr lang="en-US" dirty="0"/>
              <a:t>Store predictions in databases</a:t>
            </a:r>
          </a:p>
          <a:p>
            <a:pPr lvl="1"/>
            <a:r>
              <a:rPr lang="en-US" dirty="0"/>
              <a:t>Store evaluation metrics in databases</a:t>
            </a:r>
          </a:p>
          <a:p>
            <a:pPr lvl="1"/>
            <a:r>
              <a:rPr lang="en-US" dirty="0"/>
              <a:t>Database schema to store everything in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>
          <a:xfrm>
            <a:off x="0" y="23813"/>
            <a:ext cx="12192000" cy="1143000"/>
          </a:xfrm>
        </p:spPr>
        <p:txBody>
          <a:bodyPr/>
          <a:lstStyle/>
          <a:p>
            <a:r>
              <a:rPr lang="en-US" dirty="0"/>
              <a:t>Best Practices</a:t>
            </a:r>
          </a:p>
        </p:txBody>
      </p:sp>
    </p:spTree>
    <p:extLst>
      <p:ext uri="{BB962C8B-B14F-4D97-AF65-F5344CB8AC3E}">
        <p14:creationId xmlns:p14="http://schemas.microsoft.com/office/powerpoint/2010/main" val="1217707484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162B9551-0AC1-4047-A688-4BDDA5ED869F}"/>
              </a:ext>
            </a:extLst>
          </p:cNvPr>
          <p:cNvSpPr>
            <a:spLocks noGrp="1"/>
          </p:cNvSpPr>
          <p:nvPr>
            <p:ph type="body" idx="4294967295"/>
          </p:nvPr>
        </p:nvSpPr>
        <p:spPr>
          <a:xfrm>
            <a:off x="148945" y="0"/>
            <a:ext cx="11666537" cy="4954587"/>
          </a:xfrm>
        </p:spPr>
        <p:txBody>
          <a:bodyPr/>
          <a:lstStyle/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Timesplitter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start time, end time, update time, prediction time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Output: pairs of &lt;train start time, train end time, test start time, test end time&gt;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CohortCreator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</a:t>
            </a:r>
            <a:r>
              <a:rPr lang="en-US" sz="1400" dirty="0" err="1"/>
              <a:t>timesplitter</a:t>
            </a:r>
            <a:r>
              <a:rPr lang="en-US" sz="1400" dirty="0"/>
              <a:t> output, cohort definition,[</a:t>
            </a:r>
            <a:r>
              <a:rPr lang="en-US" sz="1400" dirty="0" err="1"/>
              <a:t>entity_ids</a:t>
            </a:r>
            <a:r>
              <a:rPr lang="en-US" sz="1400" dirty="0"/>
              <a:t>, as of date]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Output: cohort matrix &lt;</a:t>
            </a:r>
            <a:r>
              <a:rPr lang="en-US" sz="1400" dirty="0" err="1"/>
              <a:t>entity_id</a:t>
            </a:r>
            <a:r>
              <a:rPr lang="en-US" sz="1400" dirty="0"/>
              <a:t>, </a:t>
            </a:r>
            <a:r>
              <a:rPr lang="en-US" sz="1400" dirty="0" err="1"/>
              <a:t>as_of_date</a:t>
            </a:r>
            <a:r>
              <a:rPr lang="en-US" sz="1400" dirty="0"/>
              <a:t>&gt;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LabelCreator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pairs &lt;</a:t>
            </a:r>
            <a:r>
              <a:rPr lang="en-US" sz="1400" dirty="0" err="1"/>
              <a:t>entity_id</a:t>
            </a:r>
            <a:r>
              <a:rPr lang="en-US" sz="1400" dirty="0"/>
              <a:t>, </a:t>
            </a:r>
            <a:r>
              <a:rPr lang="en-US" sz="1400" dirty="0" err="1"/>
              <a:t>as_of_date</a:t>
            </a:r>
            <a:r>
              <a:rPr lang="en-US" sz="1400" dirty="0"/>
              <a:t>&gt;, label definition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Output: matrix &lt;</a:t>
            </a:r>
            <a:r>
              <a:rPr lang="en-US" sz="1400" dirty="0" err="1"/>
              <a:t>entity_id</a:t>
            </a:r>
            <a:r>
              <a:rPr lang="en-US" sz="1400" dirty="0"/>
              <a:t>, </a:t>
            </a:r>
            <a:r>
              <a:rPr lang="en-US" sz="1400" dirty="0" err="1"/>
              <a:t>as_of_date</a:t>
            </a:r>
            <a:r>
              <a:rPr lang="en-US" sz="1400" dirty="0"/>
              <a:t>, label&gt;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FeatureCreator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pairs &lt;</a:t>
            </a:r>
            <a:r>
              <a:rPr lang="en-US" sz="1400" dirty="0" err="1"/>
              <a:t>entity_id</a:t>
            </a:r>
            <a:r>
              <a:rPr lang="en-US" sz="1400" dirty="0"/>
              <a:t>, </a:t>
            </a:r>
            <a:r>
              <a:rPr lang="en-US" sz="1400" dirty="0" err="1"/>
              <a:t>as_of_date</a:t>
            </a:r>
            <a:r>
              <a:rPr lang="en-US" sz="1400" dirty="0"/>
              <a:t>&gt;, feature definition(s)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Output: matrix &lt;</a:t>
            </a:r>
            <a:r>
              <a:rPr lang="en-US" sz="1400" dirty="0" err="1"/>
              <a:t>entity_id</a:t>
            </a:r>
            <a:r>
              <a:rPr lang="en-US" sz="1400" dirty="0"/>
              <a:t>, </a:t>
            </a:r>
            <a:r>
              <a:rPr lang="en-US" sz="1400" dirty="0" err="1"/>
              <a:t>as_of_date</a:t>
            </a:r>
            <a:r>
              <a:rPr lang="en-US" sz="1400" dirty="0"/>
              <a:t>, feature(s)&gt;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ModelTrainer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model definition, matrix, feature columns, label column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Output: model object (stored), model definition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 err="1"/>
              <a:t>ModelScorer</a:t>
            </a:r>
            <a:endParaRPr lang="en-US" sz="1400" dirty="0"/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Input: model object, matrix, feature columns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prediction scores</a:t>
            </a:r>
          </a:p>
          <a:p>
            <a:pPr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Evaluator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r>
              <a:rPr lang="en-US" sz="1400" dirty="0"/>
              <a:t>Prediction scores, label column, metric(s)</a:t>
            </a:r>
          </a:p>
          <a:p>
            <a:pPr lvl="1">
              <a:lnSpc>
                <a:spcPct val="100000"/>
              </a:lnSpc>
              <a:spcBef>
                <a:spcPts val="600"/>
              </a:spcBef>
            </a:pPr>
            <a:endParaRPr lang="en-US" sz="1400" dirty="0"/>
          </a:p>
        </p:txBody>
      </p:sp>
    </p:spTree>
    <p:extLst>
      <p:ext uri="{BB962C8B-B14F-4D97-AF65-F5344CB8AC3E}">
        <p14:creationId xmlns:p14="http://schemas.microsoft.com/office/powerpoint/2010/main" val="383837509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7D47A7-7FF4-764F-83DA-E8DDA1EFD64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571500" indent="-457200">
              <a:buFont typeface="+mj-lt"/>
              <a:buAutoNum type="arabicPeriod"/>
            </a:pPr>
            <a:r>
              <a:rPr lang="en-US" dirty="0"/>
              <a:t>Determine Input/outputs for each component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Example of code for each component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python file that imports each component and builds a pipeline for 1 train test set, 1 model, 1 metric, etc.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Loop over additional variations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Move parameters from python file to external config file</a:t>
            </a:r>
          </a:p>
          <a:p>
            <a:pPr marL="571500" indent="-457200">
              <a:buFont typeface="+mj-lt"/>
              <a:buAutoNum type="arabicPeriod"/>
            </a:pPr>
            <a:r>
              <a:rPr lang="en-US" dirty="0"/>
              <a:t>SQL and python</a:t>
            </a:r>
          </a:p>
          <a:p>
            <a:pPr marL="571500" indent="-457200">
              <a:buFont typeface="+mj-lt"/>
              <a:buAutoNum type="arabicPeriod"/>
            </a:pPr>
            <a:endParaRPr lang="en-US" dirty="0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4D6C3581-BEF2-D649-9955-7709B9408DB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Progression</a:t>
            </a:r>
          </a:p>
        </p:txBody>
      </p:sp>
    </p:spTree>
    <p:extLst>
      <p:ext uri="{BB962C8B-B14F-4D97-AF65-F5344CB8AC3E}">
        <p14:creationId xmlns:p14="http://schemas.microsoft.com/office/powerpoint/2010/main" val="465773652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3C2211B8-546A-2C8C-362C-A241B28F511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Title 2">
            <a:extLst>
              <a:ext uri="{FF2B5EF4-FFF2-40B4-BE49-F238E27FC236}">
                <a16:creationId xmlns:a16="http://schemas.microsoft.com/office/drawing/2014/main" id="{250E607A-CEC2-BA08-2C2C-5F8EB945264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Examples</a:t>
            </a:r>
          </a:p>
        </p:txBody>
      </p:sp>
    </p:spTree>
    <p:extLst>
      <p:ext uri="{BB962C8B-B14F-4D97-AF65-F5344CB8AC3E}">
        <p14:creationId xmlns:p14="http://schemas.microsoft.com/office/powerpoint/2010/main" val="1674263989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2">
            <a:extLst>
              <a:ext uri="{FF2B5EF4-FFF2-40B4-BE49-F238E27FC236}">
                <a16:creationId xmlns:a16="http://schemas.microsoft.com/office/drawing/2014/main" id="{40AFB49C-96EE-1743-3021-FF45E1FE83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BA651A99-CD3E-1145-07DD-DB5CCD484D4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1373450"/>
            <a:ext cx="12192000" cy="54797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3586253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3">
            <a:extLst>
              <a:ext uri="{FF2B5EF4-FFF2-40B4-BE49-F238E27FC236}">
                <a16:creationId xmlns:a16="http://schemas.microsoft.com/office/drawing/2014/main" id="{C15CDC0A-B1D7-6E42-BC90-7B08C439CB45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811E17"/>
          </a:solidFill>
          <a:ln>
            <a:solidFill>
              <a:srgbClr val="811E17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B97E2A35-90F2-AC4A-BA2F-5511464585DD}"/>
              </a:ext>
            </a:extLst>
          </p:cNvPr>
          <p:cNvSpPr txBox="1">
            <a:spLocks/>
          </p:cNvSpPr>
          <p:nvPr/>
        </p:nvSpPr>
        <p:spPr>
          <a:xfrm>
            <a:off x="415611" y="518101"/>
            <a:ext cx="11360700" cy="2736900"/>
          </a:xfrm>
          <a:prstGeom prst="rect">
            <a:avLst/>
          </a:prstGeom>
        </p:spPr>
        <p:txBody>
          <a:bodyPr/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r>
              <a:rPr lang="en-US" sz="5400" dirty="0">
                <a:solidFill>
                  <a:schemeClr val="bg1"/>
                </a:solidFill>
              </a:rPr>
              <a:t>Appendix:</a:t>
            </a:r>
          </a:p>
          <a:p>
            <a:r>
              <a:rPr lang="en-US" sz="5400" dirty="0">
                <a:solidFill>
                  <a:schemeClr val="bg1"/>
                </a:solidFill>
              </a:rPr>
              <a:t>Slides from Previous Tech Session</a:t>
            </a:r>
          </a:p>
        </p:txBody>
      </p:sp>
    </p:spTree>
    <p:extLst>
      <p:ext uri="{BB962C8B-B14F-4D97-AF65-F5344CB8AC3E}">
        <p14:creationId xmlns:p14="http://schemas.microsoft.com/office/powerpoint/2010/main" val="1428842575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018DB3-B1EF-2C48-940B-94F32D01CB85}"/>
              </a:ext>
            </a:extLst>
          </p:cNvPr>
          <p:cNvSpPr/>
          <p:nvPr/>
        </p:nvSpPr>
        <p:spPr>
          <a:xfrm>
            <a:off x="3453063" y="1419718"/>
            <a:ext cx="2334127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E3C2-D178-0445-ADDE-8D154A3AF8CA}"/>
              </a:ext>
            </a:extLst>
          </p:cNvPr>
          <p:cNvSpPr/>
          <p:nvPr/>
        </p:nvSpPr>
        <p:spPr>
          <a:xfrm>
            <a:off x="5787190" y="1419718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59A419-1779-9E43-836F-9563849B7C1E}"/>
              </a:ext>
            </a:extLst>
          </p:cNvPr>
          <p:cNvSpPr/>
          <p:nvPr/>
        </p:nvSpPr>
        <p:spPr>
          <a:xfrm>
            <a:off x="6701589" y="1419718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8E28A-5B86-7542-A144-037F82D956D9}"/>
              </a:ext>
            </a:extLst>
          </p:cNvPr>
          <p:cNvSpPr/>
          <p:nvPr/>
        </p:nvSpPr>
        <p:spPr>
          <a:xfrm>
            <a:off x="8590547" y="1419718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</p:spTree>
    <p:extLst>
      <p:ext uri="{BB962C8B-B14F-4D97-AF65-F5344CB8AC3E}">
        <p14:creationId xmlns:p14="http://schemas.microsoft.com/office/powerpoint/2010/main" val="1902030962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3D018DB3-B1EF-2C48-940B-94F32D01CB85}"/>
              </a:ext>
            </a:extLst>
          </p:cNvPr>
          <p:cNvSpPr/>
          <p:nvPr/>
        </p:nvSpPr>
        <p:spPr>
          <a:xfrm>
            <a:off x="3453063" y="1419718"/>
            <a:ext cx="2334127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E3C2-D178-0445-ADDE-8D154A3AF8CA}"/>
              </a:ext>
            </a:extLst>
          </p:cNvPr>
          <p:cNvSpPr/>
          <p:nvPr/>
        </p:nvSpPr>
        <p:spPr>
          <a:xfrm>
            <a:off x="5787190" y="1419718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59A419-1779-9E43-836F-9563849B7C1E}"/>
              </a:ext>
            </a:extLst>
          </p:cNvPr>
          <p:cNvSpPr/>
          <p:nvPr/>
        </p:nvSpPr>
        <p:spPr>
          <a:xfrm>
            <a:off x="6701589" y="1419718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B63ACF-B224-F443-9BFB-C1F8E63E1843}"/>
              </a:ext>
            </a:extLst>
          </p:cNvPr>
          <p:cNvSpPr/>
          <p:nvPr/>
        </p:nvSpPr>
        <p:spPr>
          <a:xfrm>
            <a:off x="1112921" y="1419718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CB23251-12B0-5E4D-A533-610BD548CA98}"/>
              </a:ext>
            </a:extLst>
          </p:cNvPr>
          <p:cNvSpPr/>
          <p:nvPr/>
        </p:nvSpPr>
        <p:spPr>
          <a:xfrm rot="16200000">
            <a:off x="409074" y="1515971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8E28A-5B86-7542-A144-037F82D956D9}"/>
              </a:ext>
            </a:extLst>
          </p:cNvPr>
          <p:cNvSpPr/>
          <p:nvPr/>
        </p:nvSpPr>
        <p:spPr>
          <a:xfrm>
            <a:off x="8590547" y="1419718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</p:spTree>
    <p:extLst>
      <p:ext uri="{BB962C8B-B14F-4D97-AF65-F5344CB8AC3E}">
        <p14:creationId xmlns:p14="http://schemas.microsoft.com/office/powerpoint/2010/main" val="1816647085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</p:spTree>
    <p:extLst>
      <p:ext uri="{BB962C8B-B14F-4D97-AF65-F5344CB8AC3E}">
        <p14:creationId xmlns:p14="http://schemas.microsoft.com/office/powerpoint/2010/main" val="4288867741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57535421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173538118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48724984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48005111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18644225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85724021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410284778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79190858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TextBox 2">
            <a:extLst>
              <a:ext uri="{FF2B5EF4-FFF2-40B4-BE49-F238E27FC236}">
                <a16:creationId xmlns:a16="http://schemas.microsoft.com/office/drawing/2014/main" id="{2B0530A7-19F2-3A41-910B-FC4DA66E42F1}"/>
              </a:ext>
            </a:extLst>
          </p:cNvPr>
          <p:cNvSpPr txBox="1"/>
          <p:nvPr/>
        </p:nvSpPr>
        <p:spPr>
          <a:xfrm>
            <a:off x="9099884" y="1926120"/>
            <a:ext cx="1843838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ED7D31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 + SQL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0ECA49FE-5B17-1141-8E81-B4B5D6D3422A}"/>
              </a:ext>
            </a:extLst>
          </p:cNvPr>
          <p:cNvSpPr txBox="1"/>
          <p:nvPr/>
        </p:nvSpPr>
        <p:spPr>
          <a:xfrm>
            <a:off x="9545556" y="4126618"/>
            <a:ext cx="107439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FFC000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Python</a:t>
            </a:r>
          </a:p>
        </p:txBody>
      </p:sp>
      <p:sp>
        <p:nvSpPr>
          <p:cNvPr id="2" name="Rounded Rectangle 1">
            <a:extLst>
              <a:ext uri="{FF2B5EF4-FFF2-40B4-BE49-F238E27FC236}">
                <a16:creationId xmlns:a16="http://schemas.microsoft.com/office/drawing/2014/main" id="{245590A0-3038-0241-9EAA-FDFE341FC892}"/>
              </a:ext>
            </a:extLst>
          </p:cNvPr>
          <p:cNvSpPr/>
          <p:nvPr/>
        </p:nvSpPr>
        <p:spPr>
          <a:xfrm>
            <a:off x="216568" y="1721981"/>
            <a:ext cx="8783053" cy="873328"/>
          </a:xfrm>
          <a:prstGeom prst="roundRect">
            <a:avLst/>
          </a:prstGeom>
          <a:noFill/>
          <a:ln w="57150">
            <a:solidFill>
              <a:schemeClr val="accent2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3" name="Rounded Rectangle 32">
            <a:extLst>
              <a:ext uri="{FF2B5EF4-FFF2-40B4-BE49-F238E27FC236}">
                <a16:creationId xmlns:a16="http://schemas.microsoft.com/office/drawing/2014/main" id="{21E8C868-8652-7244-A464-FAFEBA0FC7D1}"/>
              </a:ext>
            </a:extLst>
          </p:cNvPr>
          <p:cNvSpPr/>
          <p:nvPr/>
        </p:nvSpPr>
        <p:spPr>
          <a:xfrm>
            <a:off x="6470983" y="3101158"/>
            <a:ext cx="3009899" cy="3143232"/>
          </a:xfrm>
          <a:prstGeom prst="roundRect">
            <a:avLst/>
          </a:prstGeom>
          <a:noFill/>
          <a:ln w="57150">
            <a:solidFill>
              <a:schemeClr val="accent4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848361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42973407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2069D004-ACBC-9B43-8958-497B0947455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937083" y="885972"/>
            <a:ext cx="6344651" cy="5972028"/>
          </a:xfrm>
          <a:prstGeom prst="rect">
            <a:avLst/>
          </a:prstGeom>
        </p:spPr>
      </p:pic>
      <p:sp>
        <p:nvSpPr>
          <p:cNvPr id="33" name="Alternate Process 32">
            <a:extLst>
              <a:ext uri="{FF2B5EF4-FFF2-40B4-BE49-F238E27FC236}">
                <a16:creationId xmlns:a16="http://schemas.microsoft.com/office/drawing/2014/main" id="{D6887C04-CE7C-D549-B159-7ABE78D8E746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</p:spTree>
    <p:extLst>
      <p:ext uri="{BB962C8B-B14F-4D97-AF65-F5344CB8AC3E}">
        <p14:creationId xmlns:p14="http://schemas.microsoft.com/office/powerpoint/2010/main" val="3636445933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4174676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0366F935-A7A8-3A44-8CC7-A712437726DA}"/>
              </a:ext>
            </a:extLst>
          </p:cNvPr>
          <p:cNvSpPr/>
          <p:nvPr/>
        </p:nvSpPr>
        <p:spPr>
          <a:xfrm>
            <a:off x="156410" y="132347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18DB3-B1EF-2C48-940B-94F32D01CB85}"/>
              </a:ext>
            </a:extLst>
          </p:cNvPr>
          <p:cNvSpPr/>
          <p:nvPr/>
        </p:nvSpPr>
        <p:spPr>
          <a:xfrm>
            <a:off x="3453063" y="1419718"/>
            <a:ext cx="2334127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E3C2-D178-0445-ADDE-8D154A3AF8CA}"/>
              </a:ext>
            </a:extLst>
          </p:cNvPr>
          <p:cNvSpPr/>
          <p:nvPr/>
        </p:nvSpPr>
        <p:spPr>
          <a:xfrm>
            <a:off x="5787190" y="1419718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59A419-1779-9E43-836F-9563849B7C1E}"/>
              </a:ext>
            </a:extLst>
          </p:cNvPr>
          <p:cNvSpPr/>
          <p:nvPr/>
        </p:nvSpPr>
        <p:spPr>
          <a:xfrm>
            <a:off x="6701589" y="1419718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B63ACF-B224-F443-9BFB-C1F8E63E1843}"/>
              </a:ext>
            </a:extLst>
          </p:cNvPr>
          <p:cNvSpPr/>
          <p:nvPr/>
        </p:nvSpPr>
        <p:spPr>
          <a:xfrm>
            <a:off x="1112921" y="1419718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CB23251-12B0-5E4D-A533-610BD548CA98}"/>
              </a:ext>
            </a:extLst>
          </p:cNvPr>
          <p:cNvSpPr/>
          <p:nvPr/>
        </p:nvSpPr>
        <p:spPr>
          <a:xfrm rot="16200000">
            <a:off x="409074" y="1515971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8E28A-5B86-7542-A144-037F82D956D9}"/>
              </a:ext>
            </a:extLst>
          </p:cNvPr>
          <p:cNvSpPr/>
          <p:nvPr/>
        </p:nvSpPr>
        <p:spPr>
          <a:xfrm>
            <a:off x="8590547" y="1419718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</p:spTree>
    <p:extLst>
      <p:ext uri="{BB962C8B-B14F-4D97-AF65-F5344CB8AC3E}">
        <p14:creationId xmlns:p14="http://schemas.microsoft.com/office/powerpoint/2010/main" val="10465128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0366F935-A7A8-3A44-8CC7-A712437726DA}"/>
              </a:ext>
            </a:extLst>
          </p:cNvPr>
          <p:cNvSpPr/>
          <p:nvPr/>
        </p:nvSpPr>
        <p:spPr>
          <a:xfrm>
            <a:off x="156410" y="132347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3D018DB3-B1EF-2C48-940B-94F32D01CB85}"/>
              </a:ext>
            </a:extLst>
          </p:cNvPr>
          <p:cNvSpPr/>
          <p:nvPr/>
        </p:nvSpPr>
        <p:spPr>
          <a:xfrm>
            <a:off x="3453063" y="1419718"/>
            <a:ext cx="2334127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1163E3C2-D178-0445-ADDE-8D154A3AF8CA}"/>
              </a:ext>
            </a:extLst>
          </p:cNvPr>
          <p:cNvSpPr/>
          <p:nvPr/>
        </p:nvSpPr>
        <p:spPr>
          <a:xfrm>
            <a:off x="5787190" y="1419718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559A419-1779-9E43-836F-9563849B7C1E}"/>
              </a:ext>
            </a:extLst>
          </p:cNvPr>
          <p:cNvSpPr/>
          <p:nvPr/>
        </p:nvSpPr>
        <p:spPr>
          <a:xfrm>
            <a:off x="6701589" y="1419718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FB63ACF-B224-F443-9BFB-C1F8E63E1843}"/>
              </a:ext>
            </a:extLst>
          </p:cNvPr>
          <p:cNvSpPr/>
          <p:nvPr/>
        </p:nvSpPr>
        <p:spPr>
          <a:xfrm>
            <a:off x="1112921" y="1419718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7" name="Triangle 6">
            <a:extLst>
              <a:ext uri="{FF2B5EF4-FFF2-40B4-BE49-F238E27FC236}">
                <a16:creationId xmlns:a16="http://schemas.microsoft.com/office/drawing/2014/main" id="{1CB23251-12B0-5E4D-A533-610BD548CA98}"/>
              </a:ext>
            </a:extLst>
          </p:cNvPr>
          <p:cNvSpPr/>
          <p:nvPr/>
        </p:nvSpPr>
        <p:spPr>
          <a:xfrm rot="16200000">
            <a:off x="409074" y="1515971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FBD8E28A-5B86-7542-A144-037F82D956D9}"/>
              </a:ext>
            </a:extLst>
          </p:cNvPr>
          <p:cNvSpPr/>
          <p:nvPr/>
        </p:nvSpPr>
        <p:spPr>
          <a:xfrm>
            <a:off x="8590547" y="1419718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7E970728-CA1A-2C4F-A7EF-850964BB670F}"/>
              </a:ext>
            </a:extLst>
          </p:cNvPr>
          <p:cNvSpPr/>
          <p:nvPr/>
        </p:nvSpPr>
        <p:spPr>
          <a:xfrm>
            <a:off x="3453063" y="2582784"/>
            <a:ext cx="2791326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48155DB5-7BE6-FD4E-8E27-2D547035AC27}"/>
              </a:ext>
            </a:extLst>
          </p:cNvPr>
          <p:cNvSpPr/>
          <p:nvPr/>
        </p:nvSpPr>
        <p:spPr>
          <a:xfrm>
            <a:off x="6244389" y="2582784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16" name="Rectangle 15">
            <a:extLst>
              <a:ext uri="{FF2B5EF4-FFF2-40B4-BE49-F238E27FC236}">
                <a16:creationId xmlns:a16="http://schemas.microsoft.com/office/drawing/2014/main" id="{7B85A9C2-5BE2-2941-96FC-99A33C4FB065}"/>
              </a:ext>
            </a:extLst>
          </p:cNvPr>
          <p:cNvSpPr/>
          <p:nvPr/>
        </p:nvSpPr>
        <p:spPr>
          <a:xfrm>
            <a:off x="7158788" y="2582784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4108043E-B46A-F84A-9B6B-69513C1DE762}"/>
              </a:ext>
            </a:extLst>
          </p:cNvPr>
          <p:cNvSpPr/>
          <p:nvPr/>
        </p:nvSpPr>
        <p:spPr>
          <a:xfrm>
            <a:off x="1112921" y="2582784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18" name="Triangle 17">
            <a:extLst>
              <a:ext uri="{FF2B5EF4-FFF2-40B4-BE49-F238E27FC236}">
                <a16:creationId xmlns:a16="http://schemas.microsoft.com/office/drawing/2014/main" id="{46A7B776-9A20-6446-A369-65242C6CFB11}"/>
              </a:ext>
            </a:extLst>
          </p:cNvPr>
          <p:cNvSpPr/>
          <p:nvPr/>
        </p:nvSpPr>
        <p:spPr>
          <a:xfrm rot="16200000">
            <a:off x="409074" y="2679037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5B7DA4F8-AB53-A14D-9340-D1E0EA1B209C}"/>
              </a:ext>
            </a:extLst>
          </p:cNvPr>
          <p:cNvSpPr/>
          <p:nvPr/>
        </p:nvSpPr>
        <p:spPr>
          <a:xfrm>
            <a:off x="9047746" y="2582784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F51782DA-5B67-844C-BB58-593AA6522C54}"/>
              </a:ext>
            </a:extLst>
          </p:cNvPr>
          <p:cNvSpPr/>
          <p:nvPr/>
        </p:nvSpPr>
        <p:spPr>
          <a:xfrm>
            <a:off x="3453063" y="3769914"/>
            <a:ext cx="3248526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98BEFD7F-D6B4-FD42-B424-D3863F762BE6}"/>
              </a:ext>
            </a:extLst>
          </p:cNvPr>
          <p:cNvSpPr/>
          <p:nvPr/>
        </p:nvSpPr>
        <p:spPr>
          <a:xfrm>
            <a:off x="6701589" y="3769914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22" name="Rectangle 21">
            <a:extLst>
              <a:ext uri="{FF2B5EF4-FFF2-40B4-BE49-F238E27FC236}">
                <a16:creationId xmlns:a16="http://schemas.microsoft.com/office/drawing/2014/main" id="{29FF837B-23F6-1F4B-892D-46BFC2F00F9F}"/>
              </a:ext>
            </a:extLst>
          </p:cNvPr>
          <p:cNvSpPr/>
          <p:nvPr/>
        </p:nvSpPr>
        <p:spPr>
          <a:xfrm>
            <a:off x="7615988" y="3769914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E55241D4-8D48-0F4A-BEDA-C404DA19E004}"/>
              </a:ext>
            </a:extLst>
          </p:cNvPr>
          <p:cNvSpPr/>
          <p:nvPr/>
        </p:nvSpPr>
        <p:spPr>
          <a:xfrm>
            <a:off x="1112921" y="3769914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24" name="Triangle 23">
            <a:extLst>
              <a:ext uri="{FF2B5EF4-FFF2-40B4-BE49-F238E27FC236}">
                <a16:creationId xmlns:a16="http://schemas.microsoft.com/office/drawing/2014/main" id="{73394863-ED40-7841-9AF8-2701EB8249C1}"/>
              </a:ext>
            </a:extLst>
          </p:cNvPr>
          <p:cNvSpPr/>
          <p:nvPr/>
        </p:nvSpPr>
        <p:spPr>
          <a:xfrm rot="16200000">
            <a:off x="409074" y="3866167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5" name="Rectangle 24">
            <a:extLst>
              <a:ext uri="{FF2B5EF4-FFF2-40B4-BE49-F238E27FC236}">
                <a16:creationId xmlns:a16="http://schemas.microsoft.com/office/drawing/2014/main" id="{7AE4201F-78DD-4040-BD19-5F7E9E56FD8E}"/>
              </a:ext>
            </a:extLst>
          </p:cNvPr>
          <p:cNvSpPr/>
          <p:nvPr/>
        </p:nvSpPr>
        <p:spPr>
          <a:xfrm>
            <a:off x="9504946" y="3769914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26" name="Rectangle 25">
            <a:extLst>
              <a:ext uri="{FF2B5EF4-FFF2-40B4-BE49-F238E27FC236}">
                <a16:creationId xmlns:a16="http://schemas.microsoft.com/office/drawing/2014/main" id="{310516AA-51BF-3E42-971B-C007B22ABE8F}"/>
              </a:ext>
            </a:extLst>
          </p:cNvPr>
          <p:cNvSpPr/>
          <p:nvPr/>
        </p:nvSpPr>
        <p:spPr>
          <a:xfrm>
            <a:off x="3453062" y="4957044"/>
            <a:ext cx="3705725" cy="517358"/>
          </a:xfrm>
          <a:prstGeom prst="rect">
            <a:avLst/>
          </a:prstGeom>
          <a:solidFill>
            <a:schemeClr val="accent1">
              <a:lumMod val="5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Examples</a:t>
            </a:r>
          </a:p>
        </p:txBody>
      </p:sp>
      <p:sp>
        <p:nvSpPr>
          <p:cNvPr id="27" name="Rectangle 26">
            <a:extLst>
              <a:ext uri="{FF2B5EF4-FFF2-40B4-BE49-F238E27FC236}">
                <a16:creationId xmlns:a16="http://schemas.microsoft.com/office/drawing/2014/main" id="{75707438-9D64-D244-9F59-7F8C278AF844}"/>
              </a:ext>
            </a:extLst>
          </p:cNvPr>
          <p:cNvSpPr/>
          <p:nvPr/>
        </p:nvSpPr>
        <p:spPr>
          <a:xfrm>
            <a:off x="7158788" y="4957044"/>
            <a:ext cx="914399" cy="517358"/>
          </a:xfrm>
          <a:prstGeom prst="rect">
            <a:avLst/>
          </a:prstGeom>
          <a:solidFill>
            <a:schemeClr val="accent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6CD10DFF-18CD-FD47-B769-E8BE01280384}"/>
              </a:ext>
            </a:extLst>
          </p:cNvPr>
          <p:cNvSpPr/>
          <p:nvPr/>
        </p:nvSpPr>
        <p:spPr>
          <a:xfrm>
            <a:off x="8073187" y="4957044"/>
            <a:ext cx="1888958" cy="517358"/>
          </a:xfrm>
          <a:prstGeom prst="rect">
            <a:avLst/>
          </a:prstGeom>
          <a:solidFill>
            <a:schemeClr val="accent2">
              <a:lumMod val="50000"/>
            </a:schemeClr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Validate Examples</a:t>
            </a:r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57B033EE-7C86-E845-8D10-6D122D871364}"/>
              </a:ext>
            </a:extLst>
          </p:cNvPr>
          <p:cNvSpPr/>
          <p:nvPr/>
        </p:nvSpPr>
        <p:spPr>
          <a:xfrm>
            <a:off x="1112921" y="4957044"/>
            <a:ext cx="2340142" cy="517358"/>
          </a:xfrm>
          <a:prstGeom prst="rect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>
                    <a:lumMod val="65000"/>
                    <a:lumOff val="35000"/>
                  </a:prstClr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 Data</a:t>
            </a:r>
          </a:p>
        </p:txBody>
      </p:sp>
      <p:sp>
        <p:nvSpPr>
          <p:cNvPr id="30" name="Triangle 29">
            <a:extLst>
              <a:ext uri="{FF2B5EF4-FFF2-40B4-BE49-F238E27FC236}">
                <a16:creationId xmlns:a16="http://schemas.microsoft.com/office/drawing/2014/main" id="{CA4E2AFD-0B65-5148-9626-853A08DC385B}"/>
              </a:ext>
            </a:extLst>
          </p:cNvPr>
          <p:cNvSpPr/>
          <p:nvPr/>
        </p:nvSpPr>
        <p:spPr>
          <a:xfrm rot="16200000">
            <a:off x="409074" y="5053297"/>
            <a:ext cx="1082842" cy="324853"/>
          </a:xfrm>
          <a:prstGeom prst="triangle">
            <a:avLst/>
          </a:prstGeom>
          <a:solidFill>
            <a:schemeClr val="bg2">
              <a:lumMod val="90000"/>
            </a:schemeClr>
          </a:solidFill>
          <a:ln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1" name="Rectangle 30">
            <a:extLst>
              <a:ext uri="{FF2B5EF4-FFF2-40B4-BE49-F238E27FC236}">
                <a16:creationId xmlns:a16="http://schemas.microsoft.com/office/drawing/2014/main" id="{B2EBFD69-91CB-CF4F-BA78-BB2DC48CD98F}"/>
              </a:ext>
            </a:extLst>
          </p:cNvPr>
          <p:cNvSpPr/>
          <p:nvPr/>
        </p:nvSpPr>
        <p:spPr>
          <a:xfrm>
            <a:off x="9962145" y="4957044"/>
            <a:ext cx="914399" cy="517358"/>
          </a:xfrm>
          <a:prstGeom prst="rect">
            <a:avLst/>
          </a:prstGeom>
          <a:solidFill>
            <a:schemeClr val="accent2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38E0F937-EA6E-1D47-893B-5E4D5C9706BD}"/>
              </a:ext>
            </a:extLst>
          </p:cNvPr>
          <p:cNvSpPr txBox="1"/>
          <p:nvPr/>
        </p:nvSpPr>
        <p:spPr>
          <a:xfrm>
            <a:off x="5919509" y="5682509"/>
            <a:ext cx="352982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•</a:t>
            </a:r>
          </a:p>
        </p:txBody>
      </p:sp>
    </p:spTree>
    <p:extLst>
      <p:ext uri="{BB962C8B-B14F-4D97-AF65-F5344CB8AC3E}">
        <p14:creationId xmlns:p14="http://schemas.microsoft.com/office/powerpoint/2010/main" val="1809006427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0366F935-A7A8-3A44-8CC7-A712437726DA}"/>
              </a:ext>
            </a:extLst>
          </p:cNvPr>
          <p:cNvSpPr/>
          <p:nvPr/>
        </p:nvSpPr>
        <p:spPr>
          <a:xfrm>
            <a:off x="156410" y="132347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Temporal Parameters: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Beginning of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End of time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Label Window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Example History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Update Frequency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Paired train/validate </a:t>
            </a:r>
            <a:r>
              <a:rPr kumimoji="0" lang="en-US" sz="2000" b="0" i="1" u="sng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 of dates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(train_start_1, train_end_1),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(test_start_1, test_end_1)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],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[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(train_start_2, train_end_2),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(test_start_2, test_end_2)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], …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</a:t>
            </a:r>
            <a:r>
              <a:rPr kumimoji="0" lang="en-US" sz="2000" b="1" i="0" u="sng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splits of the </a:t>
            </a: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!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(you still need the full history for features)</a:t>
            </a:r>
            <a:endParaRPr kumimoji="0" lang="en-US" sz="2000" b="1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29696750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96853765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Train/validate split 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logic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(e.g., SQL snippet in config)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Sets of entities </a:t>
            </a: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at a given time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that will define rows in training/validation matrices: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entity_id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time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0D9A8960-C09E-6448-BD5E-AC6EA02C79CF}"/>
              </a:ext>
            </a:extLst>
          </p:cNvPr>
          <p:cNvSpPr/>
          <p:nvPr/>
        </p:nvSpPr>
        <p:spPr>
          <a:xfrm>
            <a:off x="156410" y="156410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</p:spTree>
    <p:extLst>
      <p:ext uri="{BB962C8B-B14F-4D97-AF65-F5344CB8AC3E}">
        <p14:creationId xmlns:p14="http://schemas.microsoft.com/office/powerpoint/2010/main" val="3772642902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5369991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Train/validate split 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ids+dates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definition logic + window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(e.g., via SQL snippet in config)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values for each entity/date pair in the cohort: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entity_id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date, label(s)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1EFE9071-5ED4-5F47-A282-ACD58DE7FC46}"/>
              </a:ext>
            </a:extLst>
          </p:cNvPr>
          <p:cNvSpPr/>
          <p:nvPr/>
        </p:nvSpPr>
        <p:spPr>
          <a:xfrm>
            <a:off x="156410" y="156410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</p:spTree>
    <p:extLst>
      <p:ext uri="{BB962C8B-B14F-4D97-AF65-F5344CB8AC3E}">
        <p14:creationId xmlns:p14="http://schemas.microsoft.com/office/powerpoint/2010/main" val="398761595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72526705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Train/validate split 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ids+dates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definition logic + windows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1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(e.g., via SQL snippets in config)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 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values for each entity/date pair in the cohort: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1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	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entity_id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date, feature cols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often useful to group related features together for testing, etc.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FAAFA8EA-F852-8B43-8A1D-54CA28DDCA94}"/>
              </a:ext>
            </a:extLst>
          </p:cNvPr>
          <p:cNvSpPr/>
          <p:nvPr/>
        </p:nvSpPr>
        <p:spPr>
          <a:xfrm>
            <a:off x="132346" y="132347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</p:spTree>
    <p:extLst>
      <p:ext uri="{BB962C8B-B14F-4D97-AF65-F5344CB8AC3E}">
        <p14:creationId xmlns:p14="http://schemas.microsoft.com/office/powerpoint/2010/main" val="3100221255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27593764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Train/validate split dates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ids+dates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values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values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Pairs of train + validation matrices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np.array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pd.DataFrame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16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scipy.csr_matrix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etc.)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all this needs to do at this point is join the cohorts, labels, and features together for each set of dates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4AF0894-1976-B842-B000-1C4E2FB404C6}"/>
              </a:ext>
            </a:extLst>
          </p:cNvPr>
          <p:cNvSpPr/>
          <p:nvPr/>
        </p:nvSpPr>
        <p:spPr>
          <a:xfrm>
            <a:off x="132346" y="132346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</p:spTree>
    <p:extLst>
      <p:ext uri="{BB962C8B-B14F-4D97-AF65-F5344CB8AC3E}">
        <p14:creationId xmlns:p14="http://schemas.microsoft.com/office/powerpoint/2010/main" val="4069966433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97606980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 Matrix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(and associated temporal metadata)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type + parameters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(from config)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Trained model object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(downstream + to disk)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metadata to database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model type, hyperparameters,    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training dates,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Helpful to keep track of sets of models with the same parameters (type, features, hyperparameters, label definition,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etc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 trained on different time splits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9E47D761-E303-DA4F-9D69-1AB97FEE7CFB}"/>
              </a:ext>
            </a:extLst>
          </p:cNvPr>
          <p:cNvSpPr/>
          <p:nvPr/>
        </p:nvSpPr>
        <p:spPr>
          <a:xfrm>
            <a:off x="132346" y="103279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</p:spTree>
    <p:extLst>
      <p:ext uri="{BB962C8B-B14F-4D97-AF65-F5344CB8AC3E}">
        <p14:creationId xmlns:p14="http://schemas.microsoft.com/office/powerpoint/2010/main" val="37815878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368726840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Validation Matrix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(and associated temporal metadata)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Trained model object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(and associated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Predicted scores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Helpful to persist to the database for downstream analyses, but can get large, so be sure to index (and may want to make storage optional, especially during initial debugging)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4BA0D888-934F-074C-9C25-0DD30021857F}"/>
              </a:ext>
            </a:extLst>
          </p:cNvPr>
          <p:cNvSpPr/>
          <p:nvPr/>
        </p:nvSpPr>
        <p:spPr>
          <a:xfrm>
            <a:off x="156410" y="134366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</p:spTree>
    <p:extLst>
      <p:ext uri="{BB962C8B-B14F-4D97-AF65-F5344CB8AC3E}">
        <p14:creationId xmlns:p14="http://schemas.microsoft.com/office/powerpoint/2010/main" val="1296382591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53786404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0FBDB617-CB3F-4345-9030-DE15F7DE03AB}"/>
              </a:ext>
            </a:extLst>
          </p:cNvPr>
          <p:cNvSpPr/>
          <p:nvPr/>
        </p:nvSpPr>
        <p:spPr>
          <a:xfrm>
            <a:off x="1552073" y="1094874"/>
            <a:ext cx="4283242" cy="5366084"/>
          </a:xfrm>
          <a:prstGeom prst="rect">
            <a:avLst/>
          </a:prstGeom>
          <a:solidFill>
            <a:srgbClr val="F9E9D6"/>
          </a:solidFill>
          <a:ln>
            <a:solidFill>
              <a:srgbClr val="77360B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INPUTS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Validation Matrix (Actual Labels)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(and associated temporal metadata)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Predicted Scores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6F0A06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 definition(s)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(from config)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9ADE22A2-3A44-864F-B063-3560CD738778}"/>
              </a:ext>
            </a:extLst>
          </p:cNvPr>
          <p:cNvSpPr/>
          <p:nvPr/>
        </p:nvSpPr>
        <p:spPr>
          <a:xfrm>
            <a:off x="6404812" y="1094874"/>
            <a:ext cx="4283242" cy="5366084"/>
          </a:xfrm>
          <a:prstGeom prst="rect">
            <a:avLst/>
          </a:prstGeom>
          <a:solidFill>
            <a:srgbClr val="EBE3F9"/>
          </a:solidFill>
          <a:ln>
            <a:solidFill>
              <a:srgbClr val="7030A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OUTPUTS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performance on metrics: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</a:t>
            </a:r>
            <a:r>
              <a:rPr kumimoji="0" lang="en-US" sz="2000" b="0" i="0" u="none" strike="noStrike" kern="1200" cap="none" spc="0" normalizeH="0" baseline="0" noProof="0" dirty="0" err="1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validation_date</a:t>
            </a: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metric,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 parameter, value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examples:</a:t>
            </a: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108, 2015-03-14, precision, 500_abs,      0.62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108, 2015-03-14, recall,       15_pct,         0.25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   </a:t>
            </a:r>
            <a:r>
              <a:rPr kumimoji="0" lang="en-US" sz="16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108, 2015-03-14, recall,        0.8_thresh, 0.42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2000" b="0" i="0" u="none" strike="noStrike" kern="1200" cap="none" spc="0" normalizeH="0" baseline="0" noProof="0" dirty="0">
              <a:ln>
                <a:noFill/>
              </a:ln>
              <a:solidFill>
                <a:srgbClr val="491F69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000" b="0" i="0" u="none" strike="noStrike" kern="1200" cap="none" spc="0" normalizeH="0" baseline="0" noProof="0" dirty="0">
                <a:ln>
                  <a:noFill/>
                </a:ln>
                <a:solidFill>
                  <a:srgbClr val="491F69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Note: Helpful to persist to the database for downstream analyses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1E4F050B-45D2-B541-8DCF-788DA7D99D96}"/>
              </a:ext>
            </a:extLst>
          </p:cNvPr>
          <p:cNvSpPr/>
          <p:nvPr/>
        </p:nvSpPr>
        <p:spPr>
          <a:xfrm>
            <a:off x="156410" y="153425"/>
            <a:ext cx="1395663" cy="683782"/>
          </a:xfrm>
          <a:prstGeom prst="flowChartAlternateProcess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</p:spTree>
    <p:extLst>
      <p:ext uri="{BB962C8B-B14F-4D97-AF65-F5344CB8AC3E}">
        <p14:creationId xmlns:p14="http://schemas.microsoft.com/office/powerpoint/2010/main" val="1106885873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835323912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Magnetic Disk 2">
            <a:extLst>
              <a:ext uri="{FF2B5EF4-FFF2-40B4-BE49-F238E27FC236}">
                <a16:creationId xmlns:a16="http://schemas.microsoft.com/office/drawing/2014/main" id="{74D35509-828F-F84F-9A08-69DA9E9FA545}"/>
              </a:ext>
            </a:extLst>
          </p:cNvPr>
          <p:cNvSpPr/>
          <p:nvPr/>
        </p:nvSpPr>
        <p:spPr>
          <a:xfrm>
            <a:off x="132348" y="144379"/>
            <a:ext cx="806115" cy="938463"/>
          </a:xfrm>
          <a:prstGeom prst="flowChartMagneticDisk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5" name="Multidocument 4">
            <a:extLst>
              <a:ext uri="{FF2B5EF4-FFF2-40B4-BE49-F238E27FC236}">
                <a16:creationId xmlns:a16="http://schemas.microsoft.com/office/drawing/2014/main" id="{67F5E0F4-A172-FD42-9DDB-A525998954B8}"/>
              </a:ext>
            </a:extLst>
          </p:cNvPr>
          <p:cNvSpPr/>
          <p:nvPr/>
        </p:nvSpPr>
        <p:spPr>
          <a:xfrm>
            <a:off x="1467853" y="168442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 data</a:t>
            </a:r>
          </a:p>
        </p:txBody>
      </p:sp>
      <p:sp>
        <p:nvSpPr>
          <p:cNvPr id="6" name="Multidocument 5">
            <a:extLst>
              <a:ext uri="{FF2B5EF4-FFF2-40B4-BE49-F238E27FC236}">
                <a16:creationId xmlns:a16="http://schemas.microsoft.com/office/drawing/2014/main" id="{6E206021-00D2-4A45-AF06-E79D501E307B}"/>
              </a:ext>
            </a:extLst>
          </p:cNvPr>
          <p:cNvSpPr/>
          <p:nvPr/>
        </p:nvSpPr>
        <p:spPr>
          <a:xfrm>
            <a:off x="3797968" y="144379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</a:t>
            </a:r>
          </a:p>
        </p:txBody>
      </p:sp>
    </p:spTree>
    <p:extLst>
      <p:ext uri="{BB962C8B-B14F-4D97-AF65-F5344CB8AC3E}">
        <p14:creationId xmlns:p14="http://schemas.microsoft.com/office/powerpoint/2010/main" val="1408664417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62A923E-B738-9E4A-A89B-39C5B19D5511}"/>
              </a:ext>
            </a:extLst>
          </p:cNvPr>
          <p:cNvSpPr/>
          <p:nvPr/>
        </p:nvSpPr>
        <p:spPr>
          <a:xfrm>
            <a:off x="1467853" y="1636289"/>
            <a:ext cx="8927431" cy="22258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gnetic Disk 2">
            <a:extLst>
              <a:ext uri="{FF2B5EF4-FFF2-40B4-BE49-F238E27FC236}">
                <a16:creationId xmlns:a16="http://schemas.microsoft.com/office/drawing/2014/main" id="{74D35509-828F-F84F-9A08-69DA9E9FA545}"/>
              </a:ext>
            </a:extLst>
          </p:cNvPr>
          <p:cNvSpPr/>
          <p:nvPr/>
        </p:nvSpPr>
        <p:spPr>
          <a:xfrm>
            <a:off x="132348" y="144379"/>
            <a:ext cx="806115" cy="938463"/>
          </a:xfrm>
          <a:prstGeom prst="flowChartMagneticDisk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2" name="Document 1">
            <a:extLst>
              <a:ext uri="{FF2B5EF4-FFF2-40B4-BE49-F238E27FC236}">
                <a16:creationId xmlns:a16="http://schemas.microsoft.com/office/drawing/2014/main" id="{29CF39FC-AFFE-504D-AEE8-6FAA176A3D9D}"/>
              </a:ext>
            </a:extLst>
          </p:cNvPr>
          <p:cNvSpPr/>
          <p:nvPr/>
        </p:nvSpPr>
        <p:spPr>
          <a:xfrm>
            <a:off x="1913025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</a:t>
            </a:r>
          </a:p>
        </p:txBody>
      </p:sp>
      <p:sp>
        <p:nvSpPr>
          <p:cNvPr id="5" name="Multidocument 4">
            <a:extLst>
              <a:ext uri="{FF2B5EF4-FFF2-40B4-BE49-F238E27FC236}">
                <a16:creationId xmlns:a16="http://schemas.microsoft.com/office/drawing/2014/main" id="{67F5E0F4-A172-FD42-9DDB-A525998954B8}"/>
              </a:ext>
            </a:extLst>
          </p:cNvPr>
          <p:cNvSpPr/>
          <p:nvPr/>
        </p:nvSpPr>
        <p:spPr>
          <a:xfrm>
            <a:off x="1467853" y="168442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 data</a:t>
            </a:r>
          </a:p>
        </p:txBody>
      </p:sp>
      <p:sp>
        <p:nvSpPr>
          <p:cNvPr id="6" name="Multidocument 5">
            <a:extLst>
              <a:ext uri="{FF2B5EF4-FFF2-40B4-BE49-F238E27FC236}">
                <a16:creationId xmlns:a16="http://schemas.microsoft.com/office/drawing/2014/main" id="{6E206021-00D2-4A45-AF06-E79D501E307B}"/>
              </a:ext>
            </a:extLst>
          </p:cNvPr>
          <p:cNvSpPr/>
          <p:nvPr/>
        </p:nvSpPr>
        <p:spPr>
          <a:xfrm>
            <a:off x="3797968" y="144379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6474C-CB4C-9B43-B882-F3161225D474}"/>
              </a:ext>
            </a:extLst>
          </p:cNvPr>
          <p:cNvSpPr txBox="1"/>
          <p:nvPr/>
        </p:nvSpPr>
        <p:spPr>
          <a:xfrm>
            <a:off x="2112928" y="322026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</a:t>
            </a:r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7A8AF69A-2536-B04D-A415-859B769E4D09}"/>
              </a:ext>
            </a:extLst>
          </p:cNvPr>
          <p:cNvSpPr/>
          <p:nvPr/>
        </p:nvSpPr>
        <p:spPr>
          <a:xfrm>
            <a:off x="3918288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37B65-BFA7-164E-8804-A00FB05B00A3}"/>
              </a:ext>
            </a:extLst>
          </p:cNvPr>
          <p:cNvSpPr txBox="1"/>
          <p:nvPr/>
        </p:nvSpPr>
        <p:spPr>
          <a:xfrm>
            <a:off x="3720647" y="3220265"/>
            <a:ext cx="1694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label(s)</a:t>
            </a: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381A3C80-C0B2-1D40-9209-D4709F1861B2}"/>
              </a:ext>
            </a:extLst>
          </p:cNvPr>
          <p:cNvSpPr/>
          <p:nvPr/>
        </p:nvSpPr>
        <p:spPr>
          <a:xfrm>
            <a:off x="5923551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features_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947310-8869-3546-8FCD-B4AB5A6FB0A0}"/>
              </a:ext>
            </a:extLst>
          </p:cNvPr>
          <p:cNvSpPr txBox="1"/>
          <p:nvPr/>
        </p:nvSpPr>
        <p:spPr>
          <a:xfrm>
            <a:off x="5711421" y="3220265"/>
            <a:ext cx="172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feat1,…</a:t>
            </a:r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EAE22E9C-C4C5-EF49-9F4E-B035A4340A53}"/>
              </a:ext>
            </a:extLst>
          </p:cNvPr>
          <p:cNvSpPr/>
          <p:nvPr/>
        </p:nvSpPr>
        <p:spPr>
          <a:xfrm>
            <a:off x="7943301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features_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04B8C9-90F0-7E46-A59A-3F41366C0D26}"/>
              </a:ext>
            </a:extLst>
          </p:cNvPr>
          <p:cNvSpPr txBox="1"/>
          <p:nvPr/>
        </p:nvSpPr>
        <p:spPr>
          <a:xfrm>
            <a:off x="7731171" y="3220265"/>
            <a:ext cx="172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feat1,…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C1F6F-6064-6D4D-B7EF-3CFDEE183987}"/>
              </a:ext>
            </a:extLst>
          </p:cNvPr>
          <p:cNvSpPr txBox="1"/>
          <p:nvPr/>
        </p:nvSpPr>
        <p:spPr>
          <a:xfrm>
            <a:off x="9446563" y="2430373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4C6345-7957-444B-A632-D90CAB91BB86}"/>
              </a:ext>
            </a:extLst>
          </p:cNvPr>
          <p:cNvSpPr txBox="1"/>
          <p:nvPr/>
        </p:nvSpPr>
        <p:spPr>
          <a:xfrm>
            <a:off x="1679924" y="1673936"/>
            <a:ext cx="210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model_prep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schema</a:t>
            </a:r>
          </a:p>
        </p:txBody>
      </p:sp>
    </p:spTree>
    <p:extLst>
      <p:ext uri="{BB962C8B-B14F-4D97-AF65-F5344CB8AC3E}">
        <p14:creationId xmlns:p14="http://schemas.microsoft.com/office/powerpoint/2010/main" val="3564216108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Rounded Rectangle 14">
            <a:extLst>
              <a:ext uri="{FF2B5EF4-FFF2-40B4-BE49-F238E27FC236}">
                <a16:creationId xmlns:a16="http://schemas.microsoft.com/office/drawing/2014/main" id="{862A923E-B738-9E4A-A89B-39C5B19D5511}"/>
              </a:ext>
            </a:extLst>
          </p:cNvPr>
          <p:cNvSpPr/>
          <p:nvPr/>
        </p:nvSpPr>
        <p:spPr>
          <a:xfrm>
            <a:off x="1467853" y="1636289"/>
            <a:ext cx="8927431" cy="22258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Magnetic Disk 2">
            <a:extLst>
              <a:ext uri="{FF2B5EF4-FFF2-40B4-BE49-F238E27FC236}">
                <a16:creationId xmlns:a16="http://schemas.microsoft.com/office/drawing/2014/main" id="{74D35509-828F-F84F-9A08-69DA9E9FA545}"/>
              </a:ext>
            </a:extLst>
          </p:cNvPr>
          <p:cNvSpPr/>
          <p:nvPr/>
        </p:nvSpPr>
        <p:spPr>
          <a:xfrm>
            <a:off x="132348" y="144379"/>
            <a:ext cx="806115" cy="938463"/>
          </a:xfrm>
          <a:prstGeom prst="flowChartMagneticDisk">
            <a:avLst/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2" name="Document 1">
            <a:extLst>
              <a:ext uri="{FF2B5EF4-FFF2-40B4-BE49-F238E27FC236}">
                <a16:creationId xmlns:a16="http://schemas.microsoft.com/office/drawing/2014/main" id="{29CF39FC-AFFE-504D-AEE8-6FAA176A3D9D}"/>
              </a:ext>
            </a:extLst>
          </p:cNvPr>
          <p:cNvSpPr/>
          <p:nvPr/>
        </p:nvSpPr>
        <p:spPr>
          <a:xfrm>
            <a:off x="1913025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</a:t>
            </a:r>
          </a:p>
        </p:txBody>
      </p:sp>
      <p:sp>
        <p:nvSpPr>
          <p:cNvPr id="5" name="Multidocument 4">
            <a:extLst>
              <a:ext uri="{FF2B5EF4-FFF2-40B4-BE49-F238E27FC236}">
                <a16:creationId xmlns:a16="http://schemas.microsoft.com/office/drawing/2014/main" id="{67F5E0F4-A172-FD42-9DDB-A525998954B8}"/>
              </a:ext>
            </a:extLst>
          </p:cNvPr>
          <p:cNvSpPr/>
          <p:nvPr/>
        </p:nvSpPr>
        <p:spPr>
          <a:xfrm>
            <a:off x="1467853" y="168442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raw data</a:t>
            </a:r>
          </a:p>
        </p:txBody>
      </p:sp>
      <p:sp>
        <p:nvSpPr>
          <p:cNvPr id="6" name="Multidocument 5">
            <a:extLst>
              <a:ext uri="{FF2B5EF4-FFF2-40B4-BE49-F238E27FC236}">
                <a16:creationId xmlns:a16="http://schemas.microsoft.com/office/drawing/2014/main" id="{6E206021-00D2-4A45-AF06-E79D501E307B}"/>
              </a:ext>
            </a:extLst>
          </p:cNvPr>
          <p:cNvSpPr/>
          <p:nvPr/>
        </p:nvSpPr>
        <p:spPr>
          <a:xfrm>
            <a:off x="3797968" y="144379"/>
            <a:ext cx="1648327" cy="1179095"/>
          </a:xfrm>
          <a:prstGeom prst="flowChartMulti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cleaned data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3E26474C-CB4C-9B43-B882-F3161225D474}"/>
              </a:ext>
            </a:extLst>
          </p:cNvPr>
          <p:cNvSpPr txBox="1"/>
          <p:nvPr/>
        </p:nvSpPr>
        <p:spPr>
          <a:xfrm>
            <a:off x="2112928" y="3220265"/>
            <a:ext cx="8996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</a:t>
            </a:r>
          </a:p>
        </p:txBody>
      </p:sp>
      <p:sp>
        <p:nvSpPr>
          <p:cNvPr id="8" name="Document 7">
            <a:extLst>
              <a:ext uri="{FF2B5EF4-FFF2-40B4-BE49-F238E27FC236}">
                <a16:creationId xmlns:a16="http://schemas.microsoft.com/office/drawing/2014/main" id="{7A8AF69A-2536-B04D-A415-859B769E4D09}"/>
              </a:ext>
            </a:extLst>
          </p:cNvPr>
          <p:cNvSpPr/>
          <p:nvPr/>
        </p:nvSpPr>
        <p:spPr>
          <a:xfrm>
            <a:off x="3918288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labels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99D37B65-BFA7-164E-8804-A00FB05B00A3}"/>
              </a:ext>
            </a:extLst>
          </p:cNvPr>
          <p:cNvSpPr txBox="1"/>
          <p:nvPr/>
        </p:nvSpPr>
        <p:spPr>
          <a:xfrm>
            <a:off x="3720647" y="3220265"/>
            <a:ext cx="16946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label(s)</a:t>
            </a:r>
          </a:p>
        </p:txBody>
      </p:sp>
      <p:sp>
        <p:nvSpPr>
          <p:cNvPr id="10" name="Document 9">
            <a:extLst>
              <a:ext uri="{FF2B5EF4-FFF2-40B4-BE49-F238E27FC236}">
                <a16:creationId xmlns:a16="http://schemas.microsoft.com/office/drawing/2014/main" id="{381A3C80-C0B2-1D40-9209-D4709F1861B2}"/>
              </a:ext>
            </a:extLst>
          </p:cNvPr>
          <p:cNvSpPr/>
          <p:nvPr/>
        </p:nvSpPr>
        <p:spPr>
          <a:xfrm>
            <a:off x="5923551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features_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demo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E947310-8869-3546-8FCD-B4AB5A6FB0A0}"/>
              </a:ext>
            </a:extLst>
          </p:cNvPr>
          <p:cNvSpPr txBox="1"/>
          <p:nvPr/>
        </p:nvSpPr>
        <p:spPr>
          <a:xfrm>
            <a:off x="5711421" y="3220265"/>
            <a:ext cx="172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feat1,…</a:t>
            </a:r>
          </a:p>
        </p:txBody>
      </p:sp>
      <p:sp>
        <p:nvSpPr>
          <p:cNvPr id="12" name="Document 11">
            <a:extLst>
              <a:ext uri="{FF2B5EF4-FFF2-40B4-BE49-F238E27FC236}">
                <a16:creationId xmlns:a16="http://schemas.microsoft.com/office/drawing/2014/main" id="{EAE22E9C-C4C5-EF49-9F4E-B035A4340A53}"/>
              </a:ext>
            </a:extLst>
          </p:cNvPr>
          <p:cNvSpPr/>
          <p:nvPr/>
        </p:nvSpPr>
        <p:spPr>
          <a:xfrm>
            <a:off x="7943301" y="2249900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features_</a:t>
            </a:r>
            <a:b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</a:b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history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0204B8C9-90F0-7E46-A59A-3F41366C0D26}"/>
              </a:ext>
            </a:extLst>
          </p:cNvPr>
          <p:cNvSpPr txBox="1"/>
          <p:nvPr/>
        </p:nvSpPr>
        <p:spPr>
          <a:xfrm>
            <a:off x="7731171" y="3220265"/>
            <a:ext cx="172367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id, time, feat1,…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4D9C1F6F-6064-6D4D-B7EF-3CFDEE183987}"/>
              </a:ext>
            </a:extLst>
          </p:cNvPr>
          <p:cNvSpPr txBox="1"/>
          <p:nvPr/>
        </p:nvSpPr>
        <p:spPr>
          <a:xfrm>
            <a:off x="9446563" y="2430373"/>
            <a:ext cx="51648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. . . 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84C6345-7957-444B-A632-D90CAB91BB86}"/>
              </a:ext>
            </a:extLst>
          </p:cNvPr>
          <p:cNvSpPr txBox="1"/>
          <p:nvPr/>
        </p:nvSpPr>
        <p:spPr>
          <a:xfrm>
            <a:off x="1679924" y="1673936"/>
            <a:ext cx="210525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model_prep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 schema</a:t>
            </a:r>
          </a:p>
        </p:txBody>
      </p:sp>
      <p:sp>
        <p:nvSpPr>
          <p:cNvPr id="17" name="Rounded Rectangle 16">
            <a:extLst>
              <a:ext uri="{FF2B5EF4-FFF2-40B4-BE49-F238E27FC236}">
                <a16:creationId xmlns:a16="http://schemas.microsoft.com/office/drawing/2014/main" id="{3B64060D-F121-7847-BC35-7A38C365C8E9}"/>
              </a:ext>
            </a:extLst>
          </p:cNvPr>
          <p:cNvSpPr/>
          <p:nvPr/>
        </p:nvSpPr>
        <p:spPr>
          <a:xfrm>
            <a:off x="1467853" y="4199016"/>
            <a:ext cx="8927431" cy="2225839"/>
          </a:xfrm>
          <a:prstGeom prst="roundRect">
            <a:avLst/>
          </a:prstGeom>
          <a:solidFill>
            <a:schemeClr val="accent1">
              <a:lumMod val="40000"/>
              <a:lumOff val="60000"/>
            </a:schemeClr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8" name="Document 17">
            <a:extLst>
              <a:ext uri="{FF2B5EF4-FFF2-40B4-BE49-F238E27FC236}">
                <a16:creationId xmlns:a16="http://schemas.microsoft.com/office/drawing/2014/main" id="{B770606F-F1C1-474D-8E96-D357AABE7B31}"/>
              </a:ext>
            </a:extLst>
          </p:cNvPr>
          <p:cNvSpPr/>
          <p:nvPr/>
        </p:nvSpPr>
        <p:spPr>
          <a:xfrm>
            <a:off x="1913025" y="4812627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model_sets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34AF8D4C-CD93-1141-9215-921D60220869}"/>
              </a:ext>
            </a:extLst>
          </p:cNvPr>
          <p:cNvSpPr txBox="1"/>
          <p:nvPr/>
        </p:nvSpPr>
        <p:spPr>
          <a:xfrm>
            <a:off x="1800154" y="5782992"/>
            <a:ext cx="152516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model_set_id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type, params</a:t>
            </a:r>
          </a:p>
        </p:txBody>
      </p:sp>
      <p:sp>
        <p:nvSpPr>
          <p:cNvPr id="20" name="Document 19">
            <a:extLst>
              <a:ext uri="{FF2B5EF4-FFF2-40B4-BE49-F238E27FC236}">
                <a16:creationId xmlns:a16="http://schemas.microsoft.com/office/drawing/2014/main" id="{955F8CA0-A0C5-0444-92E6-178608850928}"/>
              </a:ext>
            </a:extLst>
          </p:cNvPr>
          <p:cNvSpPr/>
          <p:nvPr/>
        </p:nvSpPr>
        <p:spPr>
          <a:xfrm>
            <a:off x="3918288" y="4812627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models</a:t>
            </a:r>
          </a:p>
        </p:txBody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E5DAF0D9-9090-8746-B1AC-8C984A687AB1}"/>
              </a:ext>
            </a:extLst>
          </p:cNvPr>
          <p:cNvSpPr txBox="1"/>
          <p:nvPr/>
        </p:nvSpPr>
        <p:spPr>
          <a:xfrm>
            <a:off x="3762328" y="5782992"/>
            <a:ext cx="161133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model_set_id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time</a:t>
            </a:r>
          </a:p>
        </p:txBody>
      </p:sp>
      <p:sp>
        <p:nvSpPr>
          <p:cNvPr id="22" name="Document 21">
            <a:extLst>
              <a:ext uri="{FF2B5EF4-FFF2-40B4-BE49-F238E27FC236}">
                <a16:creationId xmlns:a16="http://schemas.microsoft.com/office/drawing/2014/main" id="{B558840A-9F35-014A-991A-11252227EF55}"/>
              </a:ext>
            </a:extLst>
          </p:cNvPr>
          <p:cNvSpPr/>
          <p:nvPr/>
        </p:nvSpPr>
        <p:spPr>
          <a:xfrm>
            <a:off x="5923551" y="4812627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predictions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E9158CB0-20B3-8843-B300-F3A31A2C021A}"/>
              </a:ext>
            </a:extLst>
          </p:cNvPr>
          <p:cNvSpPr txBox="1"/>
          <p:nvPr/>
        </p:nvSpPr>
        <p:spPr>
          <a:xfrm>
            <a:off x="5678691" y="5782992"/>
            <a:ext cx="1789144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id,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time, score, label</a:t>
            </a:r>
          </a:p>
        </p:txBody>
      </p:sp>
      <p:sp>
        <p:nvSpPr>
          <p:cNvPr id="24" name="Document 23">
            <a:extLst>
              <a:ext uri="{FF2B5EF4-FFF2-40B4-BE49-F238E27FC236}">
                <a16:creationId xmlns:a16="http://schemas.microsoft.com/office/drawing/2014/main" id="{B27E32CD-6F16-D946-A82B-A600DBBC4E06}"/>
              </a:ext>
            </a:extLst>
          </p:cNvPr>
          <p:cNvSpPr/>
          <p:nvPr/>
        </p:nvSpPr>
        <p:spPr>
          <a:xfrm>
            <a:off x="7943301" y="4812627"/>
            <a:ext cx="1299410" cy="926432"/>
          </a:xfrm>
          <a:prstGeom prst="flowChartDocumen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evaluations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194546E6-2D4B-824C-97D2-CE75B6344F3C}"/>
              </a:ext>
            </a:extLst>
          </p:cNvPr>
          <p:cNvSpPr txBox="1"/>
          <p:nvPr/>
        </p:nvSpPr>
        <p:spPr>
          <a:xfrm>
            <a:off x="7758487" y="5782992"/>
            <a:ext cx="1669047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model_id</a:t>
            </a: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, time,</a:t>
            </a: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metric, value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A5407FE-F1DE-1145-A20E-C79B7FB67620}"/>
              </a:ext>
            </a:extLst>
          </p:cNvPr>
          <p:cNvSpPr txBox="1"/>
          <p:nvPr/>
        </p:nvSpPr>
        <p:spPr>
          <a:xfrm>
            <a:off x="1679924" y="4236663"/>
            <a:ext cx="1581074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results schema</a:t>
            </a:r>
          </a:p>
        </p:txBody>
      </p:sp>
    </p:spTree>
    <p:extLst>
      <p:ext uri="{BB962C8B-B14F-4D97-AF65-F5344CB8AC3E}">
        <p14:creationId xmlns:p14="http://schemas.microsoft.com/office/powerpoint/2010/main" val="1403205588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407113396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Alternate Process 3">
            <a:extLst>
              <a:ext uri="{FF2B5EF4-FFF2-40B4-BE49-F238E27FC236}">
                <a16:creationId xmlns:a16="http://schemas.microsoft.com/office/drawing/2014/main" id="{BFFA428D-EC74-4C48-B172-AAC390E007CE}"/>
              </a:ext>
            </a:extLst>
          </p:cNvPr>
          <p:cNvSpPr/>
          <p:nvPr/>
        </p:nvSpPr>
        <p:spPr>
          <a:xfrm>
            <a:off x="3368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Time Splitter</a:t>
            </a:r>
          </a:p>
        </p:txBody>
      </p:sp>
      <p:sp>
        <p:nvSpPr>
          <p:cNvPr id="5" name="Alternate Process 4">
            <a:extLst>
              <a:ext uri="{FF2B5EF4-FFF2-40B4-BE49-F238E27FC236}">
                <a16:creationId xmlns:a16="http://schemas.microsoft.com/office/drawing/2014/main" id="{64C6B082-E977-6A47-B152-3BA93438DF72}"/>
              </a:ext>
            </a:extLst>
          </p:cNvPr>
          <p:cNvSpPr/>
          <p:nvPr/>
        </p:nvSpPr>
        <p:spPr>
          <a:xfrm>
            <a:off x="20894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Cohort Creator</a:t>
            </a:r>
          </a:p>
        </p:txBody>
      </p:sp>
      <p:sp>
        <p:nvSpPr>
          <p:cNvPr id="6" name="Alternate Process 5">
            <a:extLst>
              <a:ext uri="{FF2B5EF4-FFF2-40B4-BE49-F238E27FC236}">
                <a16:creationId xmlns:a16="http://schemas.microsoft.com/office/drawing/2014/main" id="{D0A9D6F8-C1F2-B547-8883-F42F0A1D2EBA}"/>
              </a:ext>
            </a:extLst>
          </p:cNvPr>
          <p:cNvSpPr/>
          <p:nvPr/>
        </p:nvSpPr>
        <p:spPr>
          <a:xfrm>
            <a:off x="38420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Label Creator</a:t>
            </a:r>
          </a:p>
        </p:txBody>
      </p:sp>
      <p:sp>
        <p:nvSpPr>
          <p:cNvPr id="7" name="Alternate Process 6">
            <a:extLst>
              <a:ext uri="{FF2B5EF4-FFF2-40B4-BE49-F238E27FC236}">
                <a16:creationId xmlns:a16="http://schemas.microsoft.com/office/drawing/2014/main" id="{C03FB428-C344-2D43-BEE9-23DD8E7777F6}"/>
              </a:ext>
            </a:extLst>
          </p:cNvPr>
          <p:cNvSpPr/>
          <p:nvPr/>
        </p:nvSpPr>
        <p:spPr>
          <a:xfrm>
            <a:off x="55946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Feature Creator</a:t>
            </a:r>
          </a:p>
        </p:txBody>
      </p:sp>
      <p:sp>
        <p:nvSpPr>
          <p:cNvPr id="8" name="Alternate Process 7">
            <a:extLst>
              <a:ext uri="{FF2B5EF4-FFF2-40B4-BE49-F238E27FC236}">
                <a16:creationId xmlns:a16="http://schemas.microsoft.com/office/drawing/2014/main" id="{BD473C9C-6335-3C49-9960-77BF22B52783}"/>
              </a:ext>
            </a:extLst>
          </p:cNvPr>
          <p:cNvSpPr/>
          <p:nvPr/>
        </p:nvSpPr>
        <p:spPr>
          <a:xfrm>
            <a:off x="7347284" y="181676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Matrix Creator</a:t>
            </a:r>
          </a:p>
        </p:txBody>
      </p:sp>
      <p:sp>
        <p:nvSpPr>
          <p:cNvPr id="9" name="Alternate Process 8">
            <a:extLst>
              <a:ext uri="{FF2B5EF4-FFF2-40B4-BE49-F238E27FC236}">
                <a16:creationId xmlns:a16="http://schemas.microsoft.com/office/drawing/2014/main" id="{EE4D1893-86BF-D949-9560-B06CB4808F50}"/>
              </a:ext>
            </a:extLst>
          </p:cNvPr>
          <p:cNvSpPr/>
          <p:nvPr/>
        </p:nvSpPr>
        <p:spPr>
          <a:xfrm>
            <a:off x="6649452" y="3279614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Trainer</a:t>
            </a:r>
          </a:p>
        </p:txBody>
      </p:sp>
      <p:sp>
        <p:nvSpPr>
          <p:cNvPr id="10" name="Alternate Process 9">
            <a:extLst>
              <a:ext uri="{FF2B5EF4-FFF2-40B4-BE49-F238E27FC236}">
                <a16:creationId xmlns:a16="http://schemas.microsoft.com/office/drawing/2014/main" id="{5FA25941-E38F-B84B-B4AC-B11A26E6DE98}"/>
              </a:ext>
            </a:extLst>
          </p:cNvPr>
          <p:cNvSpPr/>
          <p:nvPr/>
        </p:nvSpPr>
        <p:spPr>
          <a:xfrm>
            <a:off x="7824536" y="4357451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Score Predictor</a:t>
            </a:r>
          </a:p>
        </p:txBody>
      </p:sp>
      <p:sp>
        <p:nvSpPr>
          <p:cNvPr id="11" name="Alternate Process 10">
            <a:extLst>
              <a:ext uri="{FF2B5EF4-FFF2-40B4-BE49-F238E27FC236}">
                <a16:creationId xmlns:a16="http://schemas.microsoft.com/office/drawing/2014/main" id="{C7299EE6-6CDA-5A43-A59F-5AA75E63E17C}"/>
              </a:ext>
            </a:extLst>
          </p:cNvPr>
          <p:cNvSpPr/>
          <p:nvPr/>
        </p:nvSpPr>
        <p:spPr>
          <a:xfrm>
            <a:off x="7824535" y="5435288"/>
            <a:ext cx="1395663" cy="683782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Model Evaluator</a:t>
            </a:r>
          </a:p>
        </p:txBody>
      </p:sp>
      <p:sp>
        <p:nvSpPr>
          <p:cNvPr id="12" name="Magnetic Disk 11">
            <a:extLst>
              <a:ext uri="{FF2B5EF4-FFF2-40B4-BE49-F238E27FC236}">
                <a16:creationId xmlns:a16="http://schemas.microsoft.com/office/drawing/2014/main" id="{D06249A3-2375-4B4E-A732-F1AD3EB6BE6A}"/>
              </a:ext>
            </a:extLst>
          </p:cNvPr>
          <p:cNvSpPr/>
          <p:nvPr/>
        </p:nvSpPr>
        <p:spPr>
          <a:xfrm>
            <a:off x="2442411" y="4223083"/>
            <a:ext cx="1251284" cy="1335505"/>
          </a:xfrm>
          <a:prstGeom prst="flowChartMagneticDisk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Database</a:t>
            </a:r>
          </a:p>
        </p:txBody>
      </p:sp>
      <p:sp>
        <p:nvSpPr>
          <p:cNvPr id="13" name="Alternate Process 12">
            <a:extLst>
              <a:ext uri="{FF2B5EF4-FFF2-40B4-BE49-F238E27FC236}">
                <a16:creationId xmlns:a16="http://schemas.microsoft.com/office/drawing/2014/main" id="{56E1B595-0AF5-F649-B4E1-5EBE416D2A63}"/>
              </a:ext>
            </a:extLst>
          </p:cNvPr>
          <p:cNvSpPr/>
          <p:nvPr/>
        </p:nvSpPr>
        <p:spPr>
          <a:xfrm>
            <a:off x="998620" y="449179"/>
            <a:ext cx="8221578" cy="352926"/>
          </a:xfrm>
          <a:prstGeom prst="flowChartAlternateProcess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Pipeline Runner</a:t>
            </a:r>
          </a:p>
        </p:txBody>
      </p:sp>
      <p:sp>
        <p:nvSpPr>
          <p:cNvPr id="14" name="Folded Corner 13">
            <a:extLst>
              <a:ext uri="{FF2B5EF4-FFF2-40B4-BE49-F238E27FC236}">
                <a16:creationId xmlns:a16="http://schemas.microsoft.com/office/drawing/2014/main" id="{BC634C95-2AE3-CE43-97DB-9EB408C3890E}"/>
              </a:ext>
            </a:extLst>
          </p:cNvPr>
          <p:cNvSpPr/>
          <p:nvPr/>
        </p:nvSpPr>
        <p:spPr>
          <a:xfrm>
            <a:off x="10467475" y="120315"/>
            <a:ext cx="854242" cy="1010653"/>
          </a:xfrm>
          <a:prstGeom prst="foldedCorner">
            <a:avLst>
              <a:gd name="adj" fmla="val 29343"/>
            </a:avLst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31A6AF33-D75C-AC43-920D-524891BCDFD0}"/>
              </a:ext>
            </a:extLst>
          </p:cNvPr>
          <p:cNvCxnSpPr>
            <a:stCxn id="4" idx="3"/>
          </p:cNvCxnSpPr>
          <p:nvPr/>
        </p:nvCxnSpPr>
        <p:spPr>
          <a:xfrm>
            <a:off x="1732547" y="215865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4AABC21C-B18E-744A-B701-8178C861E018}"/>
              </a:ext>
            </a:extLst>
          </p:cNvPr>
          <p:cNvCxnSpPr>
            <a:stCxn id="14" idx="1"/>
            <a:endCxn id="13" idx="3"/>
          </p:cNvCxnSpPr>
          <p:nvPr/>
        </p:nvCxnSpPr>
        <p:spPr>
          <a:xfrm flipH="1">
            <a:off x="9220198" y="625642"/>
            <a:ext cx="1247277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" name="Down Arrow 27">
            <a:extLst>
              <a:ext uri="{FF2B5EF4-FFF2-40B4-BE49-F238E27FC236}">
                <a16:creationId xmlns:a16="http://schemas.microsoft.com/office/drawing/2014/main" id="{45783B68-FC3C-C24D-AE4D-112941D2CFF9}"/>
              </a:ext>
            </a:extLst>
          </p:cNvPr>
          <p:cNvSpPr/>
          <p:nvPr/>
        </p:nvSpPr>
        <p:spPr>
          <a:xfrm>
            <a:off x="1808747" y="896892"/>
            <a:ext cx="6858000" cy="825089"/>
          </a:xfrm>
          <a:prstGeom prst="downArrow">
            <a:avLst>
              <a:gd name="adj1" fmla="val 58399"/>
              <a:gd name="adj2" fmla="val 60897"/>
            </a:avLst>
          </a:prstGeom>
          <a:solidFill>
            <a:schemeClr val="bg2">
              <a:lumMod val="90000"/>
            </a:schemeClr>
          </a:solidFill>
          <a:ln>
            <a:solidFill>
              <a:schemeClr val="accent3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Orchestration + Config Parameters</a:t>
            </a:r>
          </a:p>
        </p:txBody>
      </p:sp>
      <p:cxnSp>
        <p:nvCxnSpPr>
          <p:cNvPr id="29" name="Straight Arrow Connector 28">
            <a:extLst>
              <a:ext uri="{FF2B5EF4-FFF2-40B4-BE49-F238E27FC236}">
                <a16:creationId xmlns:a16="http://schemas.microsoft.com/office/drawing/2014/main" id="{0A9979D4-32B6-D047-BE34-CB43D5620B5E}"/>
              </a:ext>
            </a:extLst>
          </p:cNvPr>
          <p:cNvCxnSpPr/>
          <p:nvPr/>
        </p:nvCxnSpPr>
        <p:spPr>
          <a:xfrm>
            <a:off x="3485147" y="216568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9132DFAB-AE7E-6A4A-B157-476DD59CB053}"/>
              </a:ext>
            </a:extLst>
          </p:cNvPr>
          <p:cNvCxnSpPr/>
          <p:nvPr/>
        </p:nvCxnSpPr>
        <p:spPr>
          <a:xfrm>
            <a:off x="5237747" y="2172709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Arrow Connector 30">
            <a:extLst>
              <a:ext uri="{FF2B5EF4-FFF2-40B4-BE49-F238E27FC236}">
                <a16:creationId xmlns:a16="http://schemas.microsoft.com/office/drawing/2014/main" id="{9E43F12B-33F2-C648-9056-204CC7ED2627}"/>
              </a:ext>
            </a:extLst>
          </p:cNvPr>
          <p:cNvCxnSpPr/>
          <p:nvPr/>
        </p:nvCxnSpPr>
        <p:spPr>
          <a:xfrm>
            <a:off x="6990347" y="2179734"/>
            <a:ext cx="356937" cy="702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Straight Arrow Connector 31">
            <a:extLst>
              <a:ext uri="{FF2B5EF4-FFF2-40B4-BE49-F238E27FC236}">
                <a16:creationId xmlns:a16="http://schemas.microsoft.com/office/drawing/2014/main" id="{4D227514-B268-9C49-A1C9-42681D00141A}"/>
              </a:ext>
            </a:extLst>
          </p:cNvPr>
          <p:cNvCxnSpPr>
            <a:cxnSpLocks/>
            <a:stCxn id="8" idx="2"/>
            <a:endCxn id="9" idx="0"/>
          </p:cNvCxnSpPr>
          <p:nvPr/>
        </p:nvCxnSpPr>
        <p:spPr>
          <a:xfrm flipH="1">
            <a:off x="7347284" y="2500550"/>
            <a:ext cx="697832" cy="779064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Straight Arrow Connector 34">
            <a:extLst>
              <a:ext uri="{FF2B5EF4-FFF2-40B4-BE49-F238E27FC236}">
                <a16:creationId xmlns:a16="http://schemas.microsoft.com/office/drawing/2014/main" id="{EAF03AC8-9EDF-F040-B5CC-AF73EBF70EB6}"/>
              </a:ext>
            </a:extLst>
          </p:cNvPr>
          <p:cNvCxnSpPr>
            <a:cxnSpLocks/>
            <a:stCxn id="8" idx="2"/>
            <a:endCxn id="10" idx="0"/>
          </p:cNvCxnSpPr>
          <p:nvPr/>
        </p:nvCxnSpPr>
        <p:spPr>
          <a:xfrm>
            <a:off x="8045116" y="2500550"/>
            <a:ext cx="477252" cy="1856901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Straight Arrow Connector 37">
            <a:extLst>
              <a:ext uri="{FF2B5EF4-FFF2-40B4-BE49-F238E27FC236}">
                <a16:creationId xmlns:a16="http://schemas.microsoft.com/office/drawing/2014/main" id="{5172823E-D95E-2844-933E-122FEB5D42A7}"/>
              </a:ext>
            </a:extLst>
          </p:cNvPr>
          <p:cNvCxnSpPr>
            <a:cxnSpLocks/>
            <a:stCxn id="9" idx="2"/>
          </p:cNvCxnSpPr>
          <p:nvPr/>
        </p:nvCxnSpPr>
        <p:spPr>
          <a:xfrm>
            <a:off x="7347284" y="3963396"/>
            <a:ext cx="474245" cy="409073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Straight Arrow Connector 44">
            <a:extLst>
              <a:ext uri="{FF2B5EF4-FFF2-40B4-BE49-F238E27FC236}">
                <a16:creationId xmlns:a16="http://schemas.microsoft.com/office/drawing/2014/main" id="{64517F84-147D-DD40-A457-259F7AA91DE8}"/>
              </a:ext>
            </a:extLst>
          </p:cNvPr>
          <p:cNvCxnSpPr>
            <a:stCxn id="5" idx="2"/>
          </p:cNvCxnSpPr>
          <p:nvPr/>
        </p:nvCxnSpPr>
        <p:spPr>
          <a:xfrm flipH="1">
            <a:off x="2787315" y="2500550"/>
            <a:ext cx="1" cy="1667382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Straight Arrow Connector 45">
            <a:extLst>
              <a:ext uri="{FF2B5EF4-FFF2-40B4-BE49-F238E27FC236}">
                <a16:creationId xmlns:a16="http://schemas.microsoft.com/office/drawing/2014/main" id="{3AB9E4C6-B586-5B49-92F2-458383A80744}"/>
              </a:ext>
            </a:extLst>
          </p:cNvPr>
          <p:cNvCxnSpPr>
            <a:cxnSpLocks/>
          </p:cNvCxnSpPr>
          <p:nvPr/>
        </p:nvCxnSpPr>
        <p:spPr>
          <a:xfrm flipH="1">
            <a:off x="3195386" y="2595309"/>
            <a:ext cx="1344529" cy="1572623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9" name="Straight Arrow Connector 48">
            <a:extLst>
              <a:ext uri="{FF2B5EF4-FFF2-40B4-BE49-F238E27FC236}">
                <a16:creationId xmlns:a16="http://schemas.microsoft.com/office/drawing/2014/main" id="{93660C4C-11C9-8B4D-907C-CD2DB30DA98C}"/>
              </a:ext>
            </a:extLst>
          </p:cNvPr>
          <p:cNvCxnSpPr>
            <a:cxnSpLocks/>
          </p:cNvCxnSpPr>
          <p:nvPr/>
        </p:nvCxnSpPr>
        <p:spPr>
          <a:xfrm flipH="1">
            <a:off x="3693696" y="2555701"/>
            <a:ext cx="2526631" cy="1801750"/>
          </a:xfrm>
          <a:prstGeom prst="straightConnector1">
            <a:avLst/>
          </a:prstGeom>
          <a:ln w="19050">
            <a:headEnd type="triangl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Straight Arrow Connector 54">
            <a:extLst>
              <a:ext uri="{FF2B5EF4-FFF2-40B4-BE49-F238E27FC236}">
                <a16:creationId xmlns:a16="http://schemas.microsoft.com/office/drawing/2014/main" id="{02D9EA60-EE9E-F242-87C8-68F52DC19EDA}"/>
              </a:ext>
            </a:extLst>
          </p:cNvPr>
          <p:cNvCxnSpPr/>
          <p:nvPr/>
        </p:nvCxnSpPr>
        <p:spPr>
          <a:xfrm flipV="1">
            <a:off x="3842084" y="2555701"/>
            <a:ext cx="3505199" cy="1980204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Straight Arrow Connector 55">
            <a:extLst>
              <a:ext uri="{FF2B5EF4-FFF2-40B4-BE49-F238E27FC236}">
                <a16:creationId xmlns:a16="http://schemas.microsoft.com/office/drawing/2014/main" id="{BBD45FAD-A057-094A-92D9-4834F027B694}"/>
              </a:ext>
            </a:extLst>
          </p:cNvPr>
          <p:cNvCxnSpPr>
            <a:cxnSpLocks/>
          </p:cNvCxnSpPr>
          <p:nvPr/>
        </p:nvCxnSpPr>
        <p:spPr>
          <a:xfrm flipH="1">
            <a:off x="3777916" y="3702215"/>
            <a:ext cx="2753227" cy="1209657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Straight Arrow Connector 59">
            <a:extLst>
              <a:ext uri="{FF2B5EF4-FFF2-40B4-BE49-F238E27FC236}">
                <a16:creationId xmlns:a16="http://schemas.microsoft.com/office/drawing/2014/main" id="{FFF334F6-2768-E845-9B92-2D16FF1FB51F}"/>
              </a:ext>
            </a:extLst>
          </p:cNvPr>
          <p:cNvCxnSpPr>
            <a:cxnSpLocks/>
          </p:cNvCxnSpPr>
          <p:nvPr/>
        </p:nvCxnSpPr>
        <p:spPr>
          <a:xfrm flipH="1">
            <a:off x="3777915" y="4726393"/>
            <a:ext cx="3918286" cy="3509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Straight Arrow Connector 62">
            <a:extLst>
              <a:ext uri="{FF2B5EF4-FFF2-40B4-BE49-F238E27FC236}">
                <a16:creationId xmlns:a16="http://schemas.microsoft.com/office/drawing/2014/main" id="{1694D45F-87E0-E646-8D5F-3A09EB425919}"/>
              </a:ext>
            </a:extLst>
          </p:cNvPr>
          <p:cNvCxnSpPr>
            <a:cxnSpLocks/>
          </p:cNvCxnSpPr>
          <p:nvPr/>
        </p:nvCxnSpPr>
        <p:spPr>
          <a:xfrm flipH="1" flipV="1">
            <a:off x="3777915" y="5219687"/>
            <a:ext cx="3918286" cy="522419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Straight Arrow Connector 65">
            <a:extLst>
              <a:ext uri="{FF2B5EF4-FFF2-40B4-BE49-F238E27FC236}">
                <a16:creationId xmlns:a16="http://schemas.microsoft.com/office/drawing/2014/main" id="{4D072FCC-8EB8-B749-A14F-398814629B54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flipH="1">
            <a:off x="8522367" y="5041233"/>
            <a:ext cx="1" cy="394055"/>
          </a:xfrm>
          <a:prstGeom prst="straightConnector1">
            <a:avLst/>
          </a:prstGeom>
          <a:ln w="571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>
            <a:extLst>
              <a:ext uri="{FF2B5EF4-FFF2-40B4-BE49-F238E27FC236}">
                <a16:creationId xmlns:a16="http://schemas.microsoft.com/office/drawing/2014/main" id="{166A657A-340B-0042-9DB5-E1A291CD8E8B}"/>
              </a:ext>
            </a:extLst>
          </p:cNvPr>
          <p:cNvSpPr txBox="1"/>
          <p:nvPr/>
        </p:nvSpPr>
        <p:spPr>
          <a:xfrm>
            <a:off x="9475871" y="1949116"/>
            <a:ext cx="2152833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All the project-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1" i="0" u="none" strike="noStrike" kern="1200" cap="none" spc="0" normalizeH="0" baseline="0" noProof="0" dirty="0">
                <a:ln>
                  <a:noFill/>
                </a:ln>
                <a:solidFill>
                  <a:srgbClr val="6F0A06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specific details!</a:t>
            </a:r>
          </a:p>
        </p:txBody>
      </p:sp>
      <p:cxnSp>
        <p:nvCxnSpPr>
          <p:cNvPr id="33" name="Straight Arrow Connector 32">
            <a:extLst>
              <a:ext uri="{FF2B5EF4-FFF2-40B4-BE49-F238E27FC236}">
                <a16:creationId xmlns:a16="http://schemas.microsoft.com/office/drawing/2014/main" id="{675554AD-939C-604A-A55B-3BBB7962B036}"/>
              </a:ext>
            </a:extLst>
          </p:cNvPr>
          <p:cNvCxnSpPr>
            <a:cxnSpLocks/>
          </p:cNvCxnSpPr>
          <p:nvPr/>
        </p:nvCxnSpPr>
        <p:spPr>
          <a:xfrm flipV="1">
            <a:off x="10519611" y="1179096"/>
            <a:ext cx="350921" cy="818148"/>
          </a:xfrm>
          <a:prstGeom prst="straightConnector1">
            <a:avLst/>
          </a:prstGeom>
          <a:ln w="76200">
            <a:solidFill>
              <a:srgbClr val="6F0A06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58346300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olded Corner 3">
            <a:extLst>
              <a:ext uri="{FF2B5EF4-FFF2-40B4-BE49-F238E27FC236}">
                <a16:creationId xmlns:a16="http://schemas.microsoft.com/office/drawing/2014/main" id="{7A338037-2E06-6244-8C31-2E414DA551EF}"/>
              </a:ext>
            </a:extLst>
          </p:cNvPr>
          <p:cNvSpPr/>
          <p:nvPr/>
        </p:nvSpPr>
        <p:spPr>
          <a:xfrm>
            <a:off x="180475" y="132346"/>
            <a:ext cx="854242" cy="1010653"/>
          </a:xfrm>
          <a:prstGeom prst="foldedCorner">
            <a:avLst>
              <a:gd name="adj" fmla="val 29343"/>
            </a:avLst>
          </a:prstGeom>
          <a:solidFill>
            <a:srgbClr val="6F0A06"/>
          </a:solidFill>
          <a:ln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800" b="0" i="0" u="none" strike="noStrike" kern="1200" cap="none" spc="0" normalizeH="0" baseline="0" noProof="0" dirty="0" err="1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config.yaml</a:t>
            </a:r>
            <a:endParaRPr kumimoji="0" lang="en-US" sz="1800" b="0" i="0" u="none" strike="noStrike" kern="1200" cap="none" spc="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FD2D42F3-83DA-EF44-85F3-44ED71AD08C7}"/>
              </a:ext>
            </a:extLst>
          </p:cNvPr>
          <p:cNvSpPr/>
          <p:nvPr/>
        </p:nvSpPr>
        <p:spPr>
          <a:xfrm>
            <a:off x="128337" y="5999293"/>
            <a:ext cx="11935326" cy="46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  <a:hlinkClick r:id="rId2"/>
              </a:rPr>
              <a:t>https://github.com/dssg/direccion_trabajo_inspections/blob/master/experiments/test.yaml</a:t>
            </a:r>
            <a:endParaRPr kumimoji="0" lang="en-US" sz="2400" b="0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E8C8D62-EB53-CD44-9CC4-8977D6A9F5F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687565" y="132346"/>
            <a:ext cx="4816870" cy="57435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0246207"/>
      </p:ext>
    </p:extLst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FFAB40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9450</TotalTime>
  <Words>2259</Words>
  <Application>Microsoft Macintosh PowerPoint</Application>
  <PresentationFormat>Widescreen</PresentationFormat>
  <Paragraphs>692</Paragraphs>
  <Slides>67</Slides>
  <Notes>2</Notes>
  <HiddenSlides>9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67</vt:i4>
      </vt:variant>
    </vt:vector>
  </HeadingPairs>
  <TitlesOfParts>
    <vt:vector size="72" baseType="lpstr">
      <vt:lpstr>Arial</vt:lpstr>
      <vt:lpstr>Calibri</vt:lpstr>
      <vt:lpstr>Calibri Light</vt:lpstr>
      <vt:lpstr>Simple Light</vt:lpstr>
      <vt:lpstr>Office Theme</vt:lpstr>
      <vt:lpstr>Machine Learning Pipelines</vt:lpstr>
      <vt:lpstr>Reminders</vt:lpstr>
      <vt:lpstr>Intermediate Project Presentations</vt:lpstr>
      <vt:lpstr>PowerPoint Presentation</vt:lpstr>
      <vt:lpstr>PowerPoint Presentation</vt:lpstr>
      <vt:lpstr>PowerPoint Presentation</vt:lpstr>
      <vt:lpstr>Things we will cover</vt:lpstr>
      <vt:lpstr>What is an ML Pipeline?</vt:lpstr>
      <vt:lpstr>Why build a pipeline?</vt:lpstr>
      <vt:lpstr>What makes a pipeline?</vt:lpstr>
      <vt:lpstr>Pipeline Flow &amp; Components</vt:lpstr>
      <vt:lpstr>Pipeline Flow</vt:lpstr>
      <vt:lpstr>PowerPoint Presentation</vt:lpstr>
      <vt:lpstr>What components does a pipeline have?</vt:lpstr>
      <vt:lpstr>Things to keep in mind about each component</vt:lpstr>
      <vt:lpstr>Components: Data Acquisition &amp; Integration</vt:lpstr>
      <vt:lpstr>Components: Explore and Prepare data</vt:lpstr>
      <vt:lpstr>Components: Feature Creation</vt:lpstr>
      <vt:lpstr>Components: Method Selection</vt:lpstr>
      <vt:lpstr>Components: Validation</vt:lpstr>
      <vt:lpstr>Deployment</vt:lpstr>
      <vt:lpstr>What types of variations do you want to test using your pipeline?</vt:lpstr>
      <vt:lpstr>Best Practices</vt:lpstr>
      <vt:lpstr>PowerPoint Presentation</vt:lpstr>
      <vt:lpstr>Progression</vt:lpstr>
      <vt:lpstr>Examples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Microsoft Office User</dc:creator>
  <cp:lastModifiedBy>Rayid Ghani</cp:lastModifiedBy>
  <cp:revision>60</cp:revision>
  <dcterms:created xsi:type="dcterms:W3CDTF">2020-01-14T19:43:43Z</dcterms:created>
  <dcterms:modified xsi:type="dcterms:W3CDTF">2025-09-30T17:45:01Z</dcterms:modified>
</cp:coreProperties>
</file>