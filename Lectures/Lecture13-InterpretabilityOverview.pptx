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notesMasters/notesMaster1.xml" ContentType="application/vnd.openxmlformats-officedocument.presentationml.notes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notesSlides/notesSlide2.xml" ContentType="application/vnd.openxmlformats-officedocument.presentationml.notesSlide+xml"/>
  <Override PartName="/ppt/tags/tag2.xml" ContentType="application/vnd.openxmlformats-officedocument.presentationml.tags+xml"/>
  <Override PartName="/ppt/tags/tag3.xml" ContentType="application/vnd.openxmlformats-officedocument.presentationml.tags+xml"/>
  <Override PartName="/ppt/tags/tag4.xml" ContentType="application/vnd.openxmlformats-officedocument.presentationml.tags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tags/tag5.xml" ContentType="application/vnd.openxmlformats-officedocument.presentationml.tags+xml"/>
  <Override PartName="/ppt/tags/tag6.xml" ContentType="application/vnd.openxmlformats-officedocument.presentationml.tags+xml"/>
  <Override PartName="/ppt/tags/tag7.xml" ContentType="application/vnd.openxmlformats-officedocument.presentationml.tags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6"/>
  </p:notesMasterIdLst>
  <p:sldIdLst>
    <p:sldId id="256" r:id="rId2"/>
    <p:sldId id="323" r:id="rId3"/>
    <p:sldId id="259" r:id="rId4"/>
    <p:sldId id="527" r:id="rId5"/>
    <p:sldId id="514" r:id="rId6"/>
    <p:sldId id="515" r:id="rId7"/>
    <p:sldId id="521" r:id="rId8"/>
    <p:sldId id="526" r:id="rId9"/>
    <p:sldId id="262" r:id="rId10"/>
    <p:sldId id="263" r:id="rId11"/>
    <p:sldId id="535" r:id="rId12"/>
    <p:sldId id="264" r:id="rId13"/>
    <p:sldId id="266" r:id="rId14"/>
    <p:sldId id="499" r:id="rId15"/>
    <p:sldId id="513" r:id="rId16"/>
    <p:sldId id="516" r:id="rId17"/>
    <p:sldId id="517" r:id="rId18"/>
    <p:sldId id="518" r:id="rId19"/>
    <p:sldId id="519" r:id="rId20"/>
    <p:sldId id="520" r:id="rId21"/>
    <p:sldId id="279" r:id="rId22"/>
    <p:sldId id="522" r:id="rId23"/>
    <p:sldId id="280" r:id="rId24"/>
    <p:sldId id="523" r:id="rId25"/>
    <p:sldId id="281" r:id="rId26"/>
    <p:sldId id="524" r:id="rId27"/>
    <p:sldId id="528" r:id="rId28"/>
    <p:sldId id="531" r:id="rId29"/>
    <p:sldId id="529" r:id="rId30"/>
    <p:sldId id="525" r:id="rId31"/>
    <p:sldId id="532" r:id="rId32"/>
    <p:sldId id="533" r:id="rId33"/>
    <p:sldId id="534" r:id="rId34"/>
    <p:sldId id="512" r:id="rId35"/>
  </p:sldIdLst>
  <p:sldSz cx="12192000" cy="6858000"/>
  <p:notesSz cx="6858000" cy="9144000"/>
  <p:custDataLst>
    <p:tags r:id="rId37"/>
  </p:custData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8" roundtripDataSignature="AMtx7mhE+28Dr6x2pr2JNXfuZKhsL7KtR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2A5218"/>
    <a:srgbClr val="7FF346"/>
    <a:srgbClr val="E94B9E"/>
    <a:srgbClr val="356BF4"/>
    <a:srgbClr val="1EF8FF"/>
    <a:srgbClr val="FF44F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A04CC6A-533F-41F1-990F-45FB056E221C}">
  <a:tblStyle styleId="{5A04CC6A-533F-41F1-990F-45FB056E221C}" styleName="Table_0">
    <a:wholeTbl>
      <a:tcTxStyle b="off" i="off">
        <a:font>
          <a:latin typeface="Arial"/>
          <a:ea typeface="Arial"/>
          <a:cs typeface="Arial"/>
        </a:font>
        <a:schemeClr val="dk1"/>
      </a:tcTxStyle>
      <a:tcStyle>
        <a:tcBdr>
          <a:lef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127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insideV>
        </a:tcBdr>
        <a:fill>
          <a:solidFill>
            <a:srgbClr val="E6EFF0"/>
          </a:solidFill>
        </a:fill>
      </a:tcStyle>
    </a:wholeTbl>
    <a:band1H>
      <a:tcTxStyle/>
      <a:tcStyle>
        <a:tcBdr/>
        <a:fill>
          <a:solidFill>
            <a:srgbClr val="CADDE1"/>
          </a:solidFill>
        </a:fill>
      </a:tcStyle>
    </a:band1H>
    <a:band2H>
      <a:tcTxStyle/>
      <a:tcStyle>
        <a:tcBdr/>
      </a:tcStyle>
    </a:band2H>
    <a:band1V>
      <a:tcTxStyle/>
      <a:tcStyle>
        <a:tcBdr/>
        <a:fill>
          <a:solidFill>
            <a:srgbClr val="CADDE1"/>
          </a:solidFill>
        </a:fill>
      </a:tcStyle>
    </a:band1V>
    <a:band2V>
      <a:tcTxStyle/>
      <a:tcStyle>
        <a:tcBdr/>
      </a:tcStyle>
    </a:band2V>
    <a:la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 i="off">
        <a:font>
          <a:latin typeface="Arial"/>
          <a:ea typeface="Arial"/>
          <a:cs typeface="Arial"/>
        </a:font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top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top>
        </a:tcBdr>
        <a:fill>
          <a:solidFill>
            <a:schemeClr val="accent5"/>
          </a:solidFill>
        </a:fill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 b="on" i="off">
        <a:font>
          <a:latin typeface="Arial"/>
          <a:ea typeface="Arial"/>
          <a:cs typeface="Arial"/>
        </a:font>
        <a:schemeClr val="lt1"/>
      </a:tcTxStyle>
      <a:tcStyle>
        <a:tcBdr>
          <a:bottom>
            <a:ln w="3810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a:bottom>
        </a:tcBdr>
        <a:fill>
          <a:solidFill>
            <a:schemeClr val="accent5"/>
          </a:solidFill>
        </a:fill>
      </a:tcStyle>
    </a:firstRow>
    <a:neCell>
      <a:tcTxStyle/>
      <a:tcStyle>
        <a:tcBdr/>
      </a:tcStyle>
    </a:neCell>
    <a:nwCell>
      <a:tcTxStyle/>
      <a:tcStyle>
        <a:tcBdr/>
      </a:tcStyle>
    </a:nwCell>
  </a:tblStyle>
  <a:tblStyle styleId="{4E1A14BE-B7BA-45C6-8C27-71DC4D195E25}" styleName="Table_1">
    <a:wholeTbl>
      <a:tcTxStyle>
        <a:font>
          <a:latin typeface="Arial"/>
          <a:ea typeface="Arial"/>
          <a:cs typeface="Arial"/>
        </a:font>
        <a:srgbClr val="000000"/>
      </a:tcTxStyle>
      <a:tcStyle>
        <a:tcBdr/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31700"/>
    <p:restoredTop sz="94658"/>
  </p:normalViewPr>
  <p:slideViewPr>
    <p:cSldViewPr snapToGrid="0" snapToObjects="1">
      <p:cViewPr varScale="1">
        <p:scale>
          <a:sx n="78" d="100"/>
          <a:sy n="78" d="100"/>
        </p:scale>
        <p:origin x="192" y="108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tags" Target="tags/tag1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customschemas.google.com/relationships/presentationmetadata" Target="metadata"/></Relationships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colorful1">
  <dgm:title val=""/>
  <dgm:desc val=""/>
  <dgm:catLst>
    <dgm:cat type="colorful" pri="101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/>
    <dgm:txEffectClrLst/>
  </dgm:styleLbl>
  <dgm:styleLbl name="lnNode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2">
        <a:alpha val="50000"/>
      </a:schemeClr>
      <a:schemeClr val="accent3">
        <a:alpha val="50000"/>
      </a:schemeClr>
      <a:schemeClr val="accent4">
        <a:alpha val="50000"/>
      </a:schemeClr>
      <a:schemeClr val="accent5">
        <a:alpha val="50000"/>
      </a:schemeClr>
      <a:schemeClr val="accent6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node3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node4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2">
        <a:tint val="50000"/>
      </a:schemeClr>
      <a:schemeClr val="accent3">
        <a:tint val="50000"/>
      </a:schemeClr>
      <a:schemeClr val="accent4">
        <a:tint val="50000"/>
      </a:schemeClr>
      <a:schemeClr val="accent5">
        <a:tint val="50000"/>
      </a:schemeClr>
      <a:schemeClr val="accent6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>
      <a:schemeClr val="accent1">
        <a:tint val="50000"/>
      </a:schemeClr>
      <a:schemeClr val="accent2">
        <a:tint val="2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/>
    <dgm:txEffectClrLst/>
  </dgm:styleLbl>
  <dgm:styleLbl name="f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bgSibTrans2D1">
    <dgm:fillClrLst meth="repeat">
      <a:schemeClr val="accent2"/>
      <a:schemeClr val="accent3"/>
      <a:schemeClr val="accent4"/>
      <a:schemeClr val="accent5"/>
      <a:schemeClr val="accent6"/>
    </dgm:fillClrLst>
    <dgm:linClrLst meth="cycle">
      <a:schemeClr val="lt1"/>
    </dgm:linClrLst>
    <dgm:effectClrLst/>
    <dgm:txLinClrLst/>
    <dgm:txFillClrLst meth="repeat">
      <a:schemeClr val="lt1"/>
    </dgm:txFillClrLst>
    <dgm:txEffectClrLst/>
  </dgm:styleLbl>
  <dgm:styleLbl name="sibTrans1D1">
    <dgm:fillClrLst meth="repeat">
      <a:schemeClr val="accent2"/>
      <a:schemeClr val="accent3"/>
      <a:schemeClr val="accent4"/>
      <a:schemeClr val="accent5"/>
      <a:schemeClr val="accent6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2"/>
    </dgm:fillClrLst>
    <dgm:linClrLst meth="repeat">
      <a:schemeClr val="accent2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2"/>
    </dgm:fillClrLst>
    <dgm:linClrLst meth="repeat">
      <a:schemeClr val="lt1"/>
    </dgm:linClrLst>
    <dgm:effectClrLst/>
    <dgm:txLinClrLst/>
    <dgm:txFillClrLst/>
    <dgm:txEffectClrLst/>
  </dgm:styleLbl>
  <dgm:styleLbl name="asst2">
    <dgm:fillClrLst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asst3">
    <dgm:fillClrLst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asst4">
    <dgm:fillClrLst>
      <a:schemeClr val="accent5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2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3"/>
    </dgm:fillClrLst>
    <dgm:linClrLst meth="repeat">
      <a:schemeClr val="lt1"/>
    </dgm:linClrLst>
    <dgm:effectClrLst/>
    <dgm:txLinClrLst/>
    <dgm:txFillClrLst/>
    <dgm:txEffectClrLst/>
  </dgm:styleLbl>
  <dgm:styleLbl name="parChTrans2D3">
    <dgm:fillClrLst meth="repeat">
      <a:schemeClr val="accent4"/>
    </dgm:fillClrLst>
    <dgm:linClrLst meth="repeat">
      <a:schemeClr val="lt1"/>
    </dgm:linClrLst>
    <dgm:effectClrLst/>
    <dgm:txLinClrLst/>
    <dgm:txFillClrLst/>
    <dgm:txEffectClrLst/>
  </dgm:styleLbl>
  <dgm:styleLbl name="parChTrans2D4">
    <dgm:fillClrLst meth="repeat">
      <a:schemeClr val="accent5"/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2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3">
        <a:tint val="90000"/>
      </a:schemeClr>
    </dgm:fillClrLst>
    <dgm:linClrLst meth="repeat">
      <a:schemeClr val="accent2"/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4">
        <a:tint val="70000"/>
      </a:schemeClr>
    </dgm:fillClrLst>
    <dgm:linClrLst meth="repeat">
      <a:schemeClr val="accent3"/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5">
        <a:tint val="50000"/>
      </a:schemeClr>
    </dgm:fillClrLst>
    <dgm:linClrLst meth="repeat">
      <a:schemeClr val="accent4"/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2"/>
      <a:schemeClr val="accent3"/>
      <a:schemeClr val="accent4"/>
      <a:schemeClr val="accent5"/>
      <a:schemeClr val="accent6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fillClrLst>
    <dgm:linClrLst meth="repeat">
      <a:schemeClr val="accent2">
        <a:tint val="40000"/>
        <a:alpha val="90000"/>
      </a:schemeClr>
      <a:schemeClr val="accent3">
        <a:tint val="40000"/>
        <a:alpha val="90000"/>
      </a:schemeClr>
      <a:schemeClr val="accent4">
        <a:tint val="40000"/>
        <a:alpha val="90000"/>
      </a:schemeClr>
      <a:schemeClr val="accent5">
        <a:tint val="40000"/>
        <a:alpha val="90000"/>
      </a:schemeClr>
      <a:schemeClr val="accent6">
        <a:tint val="40000"/>
        <a:alpha val="9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>
      <a:schemeClr val="accent2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>
      <a:schemeClr val="accent3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>
      <a:schemeClr val="accent4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2">
        <a:tint val="40000"/>
      </a:schemeClr>
    </dgm:fillClrLst>
    <dgm:linClrLst meth="repeat">
      <a:schemeClr val="dk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2">
        <a:shade val="90000"/>
      </a:schemeClr>
    </dgm:fillClrLst>
    <dgm:linClrLst meth="repeat">
      <a:schemeClr val="dk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2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2">
        <a:tint val="4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9FB0F4E-6967-3B44-A32F-E8B1C7AE98D5}" type="doc">
      <dgm:prSet loTypeId="urn:microsoft.com/office/officeart/2005/8/layout/process5" loCatId="" qsTypeId="urn:microsoft.com/office/officeart/2005/8/quickstyle/simple1" qsCatId="simple" csTypeId="urn:microsoft.com/office/officeart/2005/8/colors/colorful1" csCatId="colorful" phldr="1"/>
      <dgm:spPr/>
      <dgm:t>
        <a:bodyPr/>
        <a:lstStyle/>
        <a:p>
          <a:endParaRPr lang="en-US"/>
        </a:p>
      </dgm:t>
    </dgm:pt>
    <dgm:pt modelId="{75350DEC-25F7-F240-A4BF-3A92E80C52F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Scope</a:t>
          </a:r>
        </a:p>
      </dgm:t>
    </dgm:pt>
    <dgm:pt modelId="{965794C1-5767-E94D-8105-ED104B4D33E2}" type="parTrans" cxnId="{81D07A23-EA35-C94F-81FA-E72150079877}">
      <dgm:prSet/>
      <dgm:spPr/>
      <dgm:t>
        <a:bodyPr/>
        <a:lstStyle/>
        <a:p>
          <a:endParaRPr lang="en-US"/>
        </a:p>
      </dgm:t>
    </dgm:pt>
    <dgm:pt modelId="{BAC284C6-3986-1C48-93AC-8FEBC662ECEE}" type="sibTrans" cxnId="{81D07A23-EA35-C94F-81FA-E72150079877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4F2509E8-87E6-2347-B926-EB9BDDECA6FD}">
      <dgm:prSet phldrT="[Text]"/>
      <dgm:spPr/>
      <dgm:t>
        <a:bodyPr/>
        <a:lstStyle/>
        <a:p>
          <a:r>
            <a:rPr lang="en-US" dirty="0"/>
            <a:t>Data</a:t>
          </a:r>
        </a:p>
      </dgm:t>
    </dgm:pt>
    <dgm:pt modelId="{B4B1EEE1-8225-A643-B681-A7F3FC14ECAD}" type="parTrans" cxnId="{9BF83777-08E0-6140-9D35-BF7D8AF8A067}">
      <dgm:prSet/>
      <dgm:spPr/>
      <dgm:t>
        <a:bodyPr/>
        <a:lstStyle/>
        <a:p>
          <a:endParaRPr lang="en-US"/>
        </a:p>
      </dgm:t>
    </dgm:pt>
    <dgm:pt modelId="{748D4455-259E-4245-ADD2-8DDAC2A60773}" type="sibTrans" cxnId="{9BF83777-08E0-6140-9D35-BF7D8AF8A067}">
      <dgm:prSet/>
      <dgm:spPr/>
      <dgm:t>
        <a:bodyPr/>
        <a:lstStyle/>
        <a:p>
          <a:endParaRPr lang="en-US"/>
        </a:p>
      </dgm:t>
    </dgm:pt>
    <dgm:pt modelId="{7B079A50-DF5E-0A4C-9491-2FBAFC0F785B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Exploration</a:t>
          </a:r>
        </a:p>
      </dgm:t>
    </dgm:pt>
    <dgm:pt modelId="{BA902E5D-518F-0749-86BA-04AA510BA959}" type="parTrans" cxnId="{A454DBA0-21A9-3941-9DF2-4DD870F537A3}">
      <dgm:prSet/>
      <dgm:spPr/>
      <dgm:t>
        <a:bodyPr/>
        <a:lstStyle/>
        <a:p>
          <a:endParaRPr lang="en-US"/>
        </a:p>
      </dgm:t>
    </dgm:pt>
    <dgm:pt modelId="{00735B98-C924-5743-B429-DBBBDEA50165}" type="sibTrans" cxnId="{A454DBA0-21A9-3941-9DF2-4DD870F537A3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EB4866D8-1266-8945-89C4-F4CD4F9D8A6F}">
      <dgm:prSet phldrT="[Text]"/>
      <dgm:spPr/>
      <dgm:t>
        <a:bodyPr/>
        <a:lstStyle/>
        <a:p>
          <a:r>
            <a:rPr lang="en-US" dirty="0"/>
            <a:t>Modeling</a:t>
          </a:r>
        </a:p>
      </dgm:t>
    </dgm:pt>
    <dgm:pt modelId="{4276625C-E1F0-F840-90D6-CE76DDBB799C}" type="parTrans" cxnId="{A1CEA2E5-F1DD-EF48-A85B-4A04D4565509}">
      <dgm:prSet/>
      <dgm:spPr/>
      <dgm:t>
        <a:bodyPr/>
        <a:lstStyle/>
        <a:p>
          <a:endParaRPr lang="en-US"/>
        </a:p>
      </dgm:t>
    </dgm:pt>
    <dgm:pt modelId="{206E47A8-99B6-484A-AD35-04DCB9238B9B}" type="sibTrans" cxnId="{A1CEA2E5-F1DD-EF48-A85B-4A04D4565509}">
      <dgm:prSet/>
      <dgm:spPr/>
      <dgm:t>
        <a:bodyPr/>
        <a:lstStyle/>
        <a:p>
          <a:endParaRPr lang="en-US"/>
        </a:p>
      </dgm:t>
    </dgm:pt>
    <dgm:pt modelId="{F9BD6EF9-8382-F144-B9CD-FB838C6C03F9}">
      <dgm:prSet phldrT="[Text]"/>
      <dgm:spPr/>
      <dgm:t>
        <a:bodyPr/>
        <a:lstStyle/>
        <a:p>
          <a:r>
            <a:rPr lang="en-US" dirty="0"/>
            <a:t>Get Data</a:t>
          </a:r>
        </a:p>
      </dgm:t>
    </dgm:pt>
    <dgm:pt modelId="{137D12B5-70FE-6847-BD89-CA99FC0D41AD}" type="parTrans" cxnId="{890194DD-304B-C447-9AF3-AFAE634C6D43}">
      <dgm:prSet/>
      <dgm:spPr/>
      <dgm:t>
        <a:bodyPr/>
        <a:lstStyle/>
        <a:p>
          <a:endParaRPr lang="en-US"/>
        </a:p>
      </dgm:t>
    </dgm:pt>
    <dgm:pt modelId="{49EC0DFE-61E7-374D-A1BD-7617E9E9166B}" type="sibTrans" cxnId="{890194DD-304B-C447-9AF3-AFAE634C6D43}">
      <dgm:prSet/>
      <dgm:spPr/>
      <dgm:t>
        <a:bodyPr/>
        <a:lstStyle/>
        <a:p>
          <a:endParaRPr lang="en-US"/>
        </a:p>
      </dgm:t>
    </dgm:pt>
    <dgm:pt modelId="{C8AF58C4-450C-0C4C-83CB-1474D3ADA25F}">
      <dgm:prSet phldrT="[Text]"/>
      <dgm:spPr/>
      <dgm:t>
        <a:bodyPr/>
        <a:lstStyle/>
        <a:p>
          <a:r>
            <a:rPr lang="en-US" dirty="0"/>
            <a:t>Store Data</a:t>
          </a:r>
        </a:p>
      </dgm:t>
    </dgm:pt>
    <dgm:pt modelId="{DEBC2A1C-65D7-5E43-945C-60BBA4631011}" type="parTrans" cxnId="{43B9E771-FA74-B642-9EED-7FE4A7CDF11A}">
      <dgm:prSet/>
      <dgm:spPr/>
      <dgm:t>
        <a:bodyPr/>
        <a:lstStyle/>
        <a:p>
          <a:endParaRPr lang="en-US"/>
        </a:p>
      </dgm:t>
    </dgm:pt>
    <dgm:pt modelId="{51773514-44C5-134E-A69D-D30DCA75AB37}" type="sibTrans" cxnId="{43B9E771-FA74-B642-9EED-7FE4A7CDF11A}">
      <dgm:prSet/>
      <dgm:spPr/>
      <dgm:t>
        <a:bodyPr/>
        <a:lstStyle/>
        <a:p>
          <a:endParaRPr lang="en-US"/>
        </a:p>
      </dgm:t>
    </dgm:pt>
    <dgm:pt modelId="{761579F4-10DF-F244-9532-25DEF4807D83}">
      <dgm:prSet phldrT="[Text]"/>
      <dgm:spPr/>
      <dgm:t>
        <a:bodyPr/>
        <a:lstStyle/>
        <a:p>
          <a:r>
            <a:rPr lang="en-US" dirty="0"/>
            <a:t>Link Data</a:t>
          </a:r>
        </a:p>
      </dgm:t>
    </dgm:pt>
    <dgm:pt modelId="{4C55FAFB-140B-EA49-9492-2DC8E373D8C0}" type="parTrans" cxnId="{445B7ADC-F7C5-5046-9BEE-3618E0EEE919}">
      <dgm:prSet/>
      <dgm:spPr/>
      <dgm:t>
        <a:bodyPr/>
        <a:lstStyle/>
        <a:p>
          <a:endParaRPr lang="en-US"/>
        </a:p>
      </dgm:t>
    </dgm:pt>
    <dgm:pt modelId="{3543ED0F-366F-8D44-8E9F-A843D81464D5}" type="sibTrans" cxnId="{445B7ADC-F7C5-5046-9BEE-3618E0EEE919}">
      <dgm:prSet/>
      <dgm:spPr/>
      <dgm:t>
        <a:bodyPr/>
        <a:lstStyle/>
        <a:p>
          <a:endParaRPr lang="en-US"/>
        </a:p>
      </dgm:t>
    </dgm:pt>
    <dgm:pt modelId="{5FE83F24-F694-6A4B-99C0-78300CB546E1}">
      <dgm:prSet phldrT="[Text]"/>
      <dgm:spPr/>
      <dgm:t>
        <a:bodyPr/>
        <a:lstStyle/>
        <a:p>
          <a:r>
            <a:rPr lang="en-US" dirty="0"/>
            <a:t>Rows</a:t>
          </a:r>
        </a:p>
      </dgm:t>
    </dgm:pt>
    <dgm:pt modelId="{E15C2973-AC33-0145-8745-682DFB76DED0}" type="parTrans" cxnId="{ED970163-ECEE-D849-9B40-616074ECBD3F}">
      <dgm:prSet/>
      <dgm:spPr/>
      <dgm:t>
        <a:bodyPr/>
        <a:lstStyle/>
        <a:p>
          <a:endParaRPr lang="en-US"/>
        </a:p>
      </dgm:t>
    </dgm:pt>
    <dgm:pt modelId="{A1EBC4F8-774A-B045-880A-03E7D798D46B}" type="sibTrans" cxnId="{ED970163-ECEE-D849-9B40-616074ECBD3F}">
      <dgm:prSet/>
      <dgm:spPr/>
      <dgm:t>
        <a:bodyPr/>
        <a:lstStyle/>
        <a:p>
          <a:endParaRPr lang="en-US"/>
        </a:p>
      </dgm:t>
    </dgm:pt>
    <dgm:pt modelId="{471C43CE-832D-774D-BB7A-57512EFB5879}">
      <dgm:prSet phldrT="[Text]"/>
      <dgm:spPr/>
      <dgm:t>
        <a:bodyPr/>
        <a:lstStyle/>
        <a:p>
          <a:r>
            <a:rPr lang="en-US" dirty="0"/>
            <a:t>Features</a:t>
          </a:r>
        </a:p>
      </dgm:t>
    </dgm:pt>
    <dgm:pt modelId="{C2B9F4EE-A410-1B4C-9D53-DB22DB03D31F}" type="parTrans" cxnId="{E7042CE6-A233-CB47-A6F5-D0D71F329C45}">
      <dgm:prSet/>
      <dgm:spPr/>
      <dgm:t>
        <a:bodyPr/>
        <a:lstStyle/>
        <a:p>
          <a:endParaRPr lang="en-US"/>
        </a:p>
      </dgm:t>
    </dgm:pt>
    <dgm:pt modelId="{DE50C641-CD08-A846-B7EB-02241BA70688}" type="sibTrans" cxnId="{E7042CE6-A233-CB47-A6F5-D0D71F329C45}">
      <dgm:prSet/>
      <dgm:spPr/>
      <dgm:t>
        <a:bodyPr/>
        <a:lstStyle/>
        <a:p>
          <a:endParaRPr lang="en-US"/>
        </a:p>
      </dgm:t>
    </dgm:pt>
    <dgm:pt modelId="{6E882DEC-3034-E942-B5AA-2835D77DD5C8}">
      <dgm:prSet phldrT="[Text]"/>
      <dgm:spPr/>
      <dgm:t>
        <a:bodyPr/>
        <a:lstStyle/>
        <a:p>
          <a:r>
            <a:rPr lang="en-US" dirty="0"/>
            <a:t>Labels</a:t>
          </a:r>
        </a:p>
      </dgm:t>
    </dgm:pt>
    <dgm:pt modelId="{11E32BAA-4A06-9844-B381-3F8D7D686934}" type="parTrans" cxnId="{9A8098B2-9CE9-D942-9547-38EF361DD3D4}">
      <dgm:prSet/>
      <dgm:spPr/>
      <dgm:t>
        <a:bodyPr/>
        <a:lstStyle/>
        <a:p>
          <a:endParaRPr lang="en-US"/>
        </a:p>
      </dgm:t>
    </dgm:pt>
    <dgm:pt modelId="{DE8B183B-7E7F-5749-9A67-A6C365A09A85}" type="sibTrans" cxnId="{9A8098B2-9CE9-D942-9547-38EF361DD3D4}">
      <dgm:prSet/>
      <dgm:spPr/>
      <dgm:t>
        <a:bodyPr/>
        <a:lstStyle/>
        <a:p>
          <a:endParaRPr lang="en-US"/>
        </a:p>
      </dgm:t>
    </dgm:pt>
    <dgm:pt modelId="{AE199458-77CF-8440-8970-F024006EA226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Model Selection</a:t>
          </a:r>
        </a:p>
      </dgm:t>
    </dgm:pt>
    <dgm:pt modelId="{8FD87771-F4E1-DC47-B38A-8EDD08A5C725}" type="parTrans" cxnId="{8497B9D0-5691-E848-8EE3-C51BC656F8B1}">
      <dgm:prSet/>
      <dgm:spPr/>
      <dgm:t>
        <a:bodyPr/>
        <a:lstStyle/>
        <a:p>
          <a:endParaRPr lang="en-US"/>
        </a:p>
      </dgm:t>
    </dgm:pt>
    <dgm:pt modelId="{89DBDFDC-5EB5-0B49-A8D0-DB22ECB982AF}" type="sibTrans" cxnId="{8497B9D0-5691-E848-8EE3-C51BC656F8B1}">
      <dgm:prSet/>
      <dgm:spPr>
        <a:solidFill>
          <a:srgbClr val="00B0F0"/>
        </a:solidFill>
      </dgm:spPr>
      <dgm:t>
        <a:bodyPr/>
        <a:lstStyle/>
        <a:p>
          <a:endParaRPr lang="en-US"/>
        </a:p>
      </dgm:t>
    </dgm:pt>
    <dgm:pt modelId="{86AA592B-D489-5D4D-93FE-79A538493DA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Train-Test Splits</a:t>
          </a:r>
        </a:p>
      </dgm:t>
    </dgm:pt>
    <dgm:pt modelId="{06E1BE15-F8C7-9C4D-A90E-557728BBB1D3}" type="parTrans" cxnId="{09F5B15E-E1AD-2E4A-AFF2-C91E75C311A9}">
      <dgm:prSet/>
      <dgm:spPr/>
      <dgm:t>
        <a:bodyPr/>
        <a:lstStyle/>
        <a:p>
          <a:endParaRPr lang="en-US"/>
        </a:p>
      </dgm:t>
    </dgm:pt>
    <dgm:pt modelId="{9EB8E24C-CDF4-7B49-8A25-38E38E64AA9F}" type="sibTrans" cxnId="{09F5B15E-E1AD-2E4A-AFF2-C91E75C311A9}">
      <dgm:prSet/>
      <dgm:spPr/>
      <dgm:t>
        <a:bodyPr/>
        <a:lstStyle/>
        <a:p>
          <a:endParaRPr lang="en-US"/>
        </a:p>
      </dgm:t>
    </dgm:pt>
    <dgm:pt modelId="{69F25C00-F7E1-8B47-8544-B81240B6C7F2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Performance Metrics</a:t>
          </a:r>
        </a:p>
      </dgm:t>
    </dgm:pt>
    <dgm:pt modelId="{258EB4FC-8DB3-204B-AE19-757E57DBF8E2}" type="parTrans" cxnId="{FC1AC939-5A01-D84B-8800-0E045D0F93C8}">
      <dgm:prSet/>
      <dgm:spPr/>
      <dgm:t>
        <a:bodyPr/>
        <a:lstStyle/>
        <a:p>
          <a:endParaRPr lang="en-US"/>
        </a:p>
      </dgm:t>
    </dgm:pt>
    <dgm:pt modelId="{2C4AF3F2-4BEF-1E41-A9DC-C2CCA7D68218}" type="sibTrans" cxnId="{FC1AC939-5A01-D84B-8800-0E045D0F93C8}">
      <dgm:prSet/>
      <dgm:spPr/>
      <dgm:t>
        <a:bodyPr/>
        <a:lstStyle/>
        <a:p>
          <a:endParaRPr lang="en-US"/>
        </a:p>
      </dgm:t>
    </dgm:pt>
    <dgm:pt modelId="{882FED25-8C48-F941-A0FE-6B2DFF5CD464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Model Interpretation</a:t>
          </a:r>
        </a:p>
      </dgm:t>
    </dgm:pt>
    <dgm:pt modelId="{B419AD8C-EBD7-5443-9C93-E4B849DE07B6}" type="parTrans" cxnId="{467F9BED-D392-3940-B061-1699282DB62A}">
      <dgm:prSet/>
      <dgm:spPr/>
      <dgm:t>
        <a:bodyPr/>
        <a:lstStyle/>
        <a:p>
          <a:endParaRPr lang="en-US"/>
        </a:p>
      </dgm:t>
    </dgm:pt>
    <dgm:pt modelId="{030A6B87-CA32-C340-A552-365F7A05C57F}" type="sibTrans" cxnId="{467F9BED-D392-3940-B061-1699282DB62A}">
      <dgm:prSet/>
      <dgm:spPr>
        <a:solidFill>
          <a:schemeClr val="bg2"/>
        </a:solidFill>
      </dgm:spPr>
      <dgm:t>
        <a:bodyPr/>
        <a:lstStyle/>
        <a:p>
          <a:endParaRPr lang="en-US"/>
        </a:p>
      </dgm:t>
    </dgm:pt>
    <dgm:pt modelId="{60FEA49A-52E5-FB49-B9D7-919B8E8D64F4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Entities</a:t>
          </a:r>
        </a:p>
      </dgm:t>
    </dgm:pt>
    <dgm:pt modelId="{7E8F7D45-586B-A641-B509-72E0E3DB9800}" type="parTrans" cxnId="{B650C331-3E4A-9142-9766-ADC1499BB1FB}">
      <dgm:prSet/>
      <dgm:spPr/>
      <dgm:t>
        <a:bodyPr/>
        <a:lstStyle/>
        <a:p>
          <a:endParaRPr lang="en-US"/>
        </a:p>
      </dgm:t>
    </dgm:pt>
    <dgm:pt modelId="{E893C522-81CE-8546-BA58-AAD1F1CCD417}" type="sibTrans" cxnId="{B650C331-3E4A-9142-9766-ADC1499BB1FB}">
      <dgm:prSet/>
      <dgm:spPr/>
      <dgm:t>
        <a:bodyPr/>
        <a:lstStyle/>
        <a:p>
          <a:endParaRPr lang="en-US"/>
        </a:p>
      </dgm:t>
    </dgm:pt>
    <dgm:pt modelId="{8933D80B-03CB-154C-805F-13221DB1B82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temporal</a:t>
          </a:r>
        </a:p>
      </dgm:t>
    </dgm:pt>
    <dgm:pt modelId="{05F6BE08-6836-6D4D-951F-A258F2E08662}" type="parTrans" cxnId="{01877F06-0601-234E-B04A-2AADE4C2D154}">
      <dgm:prSet/>
      <dgm:spPr/>
      <dgm:t>
        <a:bodyPr/>
        <a:lstStyle/>
        <a:p>
          <a:endParaRPr lang="en-US"/>
        </a:p>
      </dgm:t>
    </dgm:pt>
    <dgm:pt modelId="{59F6EB62-364A-E44D-A61C-CEA12AA8589C}" type="sibTrans" cxnId="{01877F06-0601-234E-B04A-2AADE4C2D154}">
      <dgm:prSet/>
      <dgm:spPr/>
      <dgm:t>
        <a:bodyPr/>
        <a:lstStyle/>
        <a:p>
          <a:endParaRPr lang="en-US"/>
        </a:p>
      </dgm:t>
    </dgm:pt>
    <dgm:pt modelId="{B1557D1B-A1F8-FC4B-B50D-EA46AEAC83E2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Spatial</a:t>
          </a:r>
        </a:p>
      </dgm:t>
    </dgm:pt>
    <dgm:pt modelId="{301BEF8E-62FD-F942-ABEC-722E78A30EAC}" type="parTrans" cxnId="{0D418D49-B127-3C44-AF37-A060A5F8F42E}">
      <dgm:prSet/>
      <dgm:spPr/>
      <dgm:t>
        <a:bodyPr/>
        <a:lstStyle/>
        <a:p>
          <a:endParaRPr lang="en-US"/>
        </a:p>
      </dgm:t>
    </dgm:pt>
    <dgm:pt modelId="{76EC83BA-130D-EA44-8EE3-6264D4A2F0C7}" type="sibTrans" cxnId="{0D418D49-B127-3C44-AF37-A060A5F8F42E}">
      <dgm:prSet/>
      <dgm:spPr/>
      <dgm:t>
        <a:bodyPr/>
        <a:lstStyle/>
        <a:p>
          <a:endParaRPr lang="en-US"/>
        </a:p>
      </dgm:t>
    </dgm:pt>
    <dgm:pt modelId="{DDAC47D6-F859-4340-B28C-6D49EE097740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…</a:t>
          </a:r>
        </a:p>
      </dgm:t>
    </dgm:pt>
    <dgm:pt modelId="{5B556703-BE01-8848-BE27-5969CF3D2B5D}" type="parTrans" cxnId="{B5AA2D8B-61D5-DB43-8D06-4875A7EB0CBD}">
      <dgm:prSet/>
      <dgm:spPr/>
      <dgm:t>
        <a:bodyPr/>
        <a:lstStyle/>
        <a:p>
          <a:endParaRPr lang="en-US"/>
        </a:p>
      </dgm:t>
    </dgm:pt>
    <dgm:pt modelId="{0A2D5029-F7E5-6C47-9CF0-D5505B2F8FFB}" type="sibTrans" cxnId="{B5AA2D8B-61D5-DB43-8D06-4875A7EB0CBD}">
      <dgm:prSet/>
      <dgm:spPr/>
      <dgm:t>
        <a:bodyPr/>
        <a:lstStyle/>
        <a:p>
          <a:endParaRPr lang="en-US"/>
        </a:p>
      </dgm:t>
    </dgm:pt>
    <dgm:pt modelId="{4861F807-1580-8C4F-9C33-66D2EDE9ABAD}">
      <dgm:prSet phldrT="[Text]"/>
      <dgm:spPr/>
      <dgm:t>
        <a:bodyPr/>
        <a:lstStyle/>
        <a:p>
          <a:r>
            <a:rPr lang="en-US" dirty="0"/>
            <a:t>Models</a:t>
          </a:r>
        </a:p>
      </dgm:t>
    </dgm:pt>
    <dgm:pt modelId="{8CC078C6-7EFD-9A46-B445-021F345DCF5A}" type="parTrans" cxnId="{881C745A-6BF5-1846-9762-D162446F8EE8}">
      <dgm:prSet/>
      <dgm:spPr/>
      <dgm:t>
        <a:bodyPr/>
        <a:lstStyle/>
        <a:p>
          <a:endParaRPr lang="en-US"/>
        </a:p>
      </dgm:t>
    </dgm:pt>
    <dgm:pt modelId="{5D77E747-1467-6249-A64A-E8E192C48D64}" type="sibTrans" cxnId="{881C745A-6BF5-1846-9762-D162446F8EE8}">
      <dgm:prSet/>
      <dgm:spPr/>
      <dgm:t>
        <a:bodyPr/>
        <a:lstStyle/>
        <a:p>
          <a:endParaRPr lang="en-US"/>
        </a:p>
      </dgm:t>
    </dgm:pt>
    <dgm:pt modelId="{917501D8-12A6-0D43-82EB-9B8BF9A095D6}">
      <dgm:prSet phldrT="[Text]"/>
      <dgm:spPr/>
      <dgm:t>
        <a:bodyPr/>
        <a:lstStyle/>
        <a:p>
          <a:r>
            <a:rPr lang="en-US" dirty="0"/>
            <a:t>Dealing with Bias and Fairness</a:t>
          </a:r>
        </a:p>
      </dgm:t>
    </dgm:pt>
    <dgm:pt modelId="{2189082E-6C82-944A-BE92-D9BC72270382}" type="parTrans" cxnId="{0E3C2485-CAF8-434B-89F0-893517E042E7}">
      <dgm:prSet/>
      <dgm:spPr/>
      <dgm:t>
        <a:bodyPr/>
        <a:lstStyle/>
        <a:p>
          <a:endParaRPr lang="en-US"/>
        </a:p>
      </dgm:t>
    </dgm:pt>
    <dgm:pt modelId="{04D5671A-AE7F-BD4E-9B86-A6A6425F59A8}" type="sibTrans" cxnId="{0E3C2485-CAF8-434B-89F0-893517E042E7}">
      <dgm:prSet/>
      <dgm:spPr/>
      <dgm:t>
        <a:bodyPr/>
        <a:lstStyle/>
        <a:p>
          <a:endParaRPr lang="en-US"/>
        </a:p>
      </dgm:t>
    </dgm:pt>
    <dgm:pt modelId="{1F12B085-E167-9940-8DCF-A46224752E8F}">
      <dgm:prSet phldrT="[Text]"/>
      <dgm:spPr>
        <a:solidFill>
          <a:schemeClr val="accent6">
            <a:lumMod val="50000"/>
          </a:schemeClr>
        </a:solidFill>
      </dgm:spPr>
      <dgm:t>
        <a:bodyPr/>
        <a:lstStyle/>
        <a:p>
          <a:r>
            <a:rPr lang="en-US" dirty="0"/>
            <a:t>Field Trial Design</a:t>
          </a:r>
        </a:p>
      </dgm:t>
    </dgm:pt>
    <dgm:pt modelId="{7A893FC9-C7B2-A646-8934-DEE2F8F265BA}" type="parTrans" cxnId="{87E2372F-44B8-7346-94AD-1B6CD49001EC}">
      <dgm:prSet/>
      <dgm:spPr/>
      <dgm:t>
        <a:bodyPr/>
        <a:lstStyle/>
        <a:p>
          <a:endParaRPr lang="en-US"/>
        </a:p>
      </dgm:t>
    </dgm:pt>
    <dgm:pt modelId="{59E7433E-EA1A-A445-8F72-1DCCEC9CF854}" type="sibTrans" cxnId="{87E2372F-44B8-7346-94AD-1B6CD49001EC}">
      <dgm:prSet/>
      <dgm:spPr>
        <a:solidFill>
          <a:schemeClr val="accent6">
            <a:lumMod val="50000"/>
          </a:schemeClr>
        </a:solidFill>
      </dgm:spPr>
      <dgm:t>
        <a:bodyPr/>
        <a:lstStyle/>
        <a:p>
          <a:endParaRPr lang="en-US"/>
        </a:p>
      </dgm:t>
    </dgm:pt>
    <dgm:pt modelId="{4300FFA5-0FE1-0644-9B26-EF0EC29D2E58}">
      <dgm:prSet phldrT="[Text]"/>
      <dgm:spPr/>
      <dgm:t>
        <a:bodyPr/>
        <a:lstStyle/>
        <a:p>
          <a:r>
            <a:rPr lang="en-US" dirty="0"/>
            <a:t>Deployment</a:t>
          </a:r>
        </a:p>
      </dgm:t>
    </dgm:pt>
    <dgm:pt modelId="{CD73BF7D-329F-4F42-9B2D-1C22A52FFC9D}" type="parTrans" cxnId="{E9A0EB78-92A5-5E4E-8437-0C6B9359762F}">
      <dgm:prSet/>
      <dgm:spPr/>
      <dgm:t>
        <a:bodyPr/>
        <a:lstStyle/>
        <a:p>
          <a:endParaRPr lang="en-US"/>
        </a:p>
      </dgm:t>
    </dgm:pt>
    <dgm:pt modelId="{2C4637A3-9257-AA41-A5B8-B87451C5F477}" type="sibTrans" cxnId="{E9A0EB78-92A5-5E4E-8437-0C6B9359762F}">
      <dgm:prSet/>
      <dgm:spPr/>
      <dgm:t>
        <a:bodyPr/>
        <a:lstStyle/>
        <a:p>
          <a:endParaRPr lang="en-US"/>
        </a:p>
      </dgm:t>
    </dgm:pt>
    <dgm:pt modelId="{B86E1618-0E2D-E84D-BCEB-2453703211F3}">
      <dgm:prSet phldrT="[Text]"/>
      <dgm:spPr>
        <a:solidFill>
          <a:srgbClr val="00B0F0"/>
        </a:solidFill>
      </dgm:spPr>
      <dgm:t>
        <a:bodyPr/>
        <a:lstStyle/>
        <a:p>
          <a:r>
            <a:rPr lang="en-US" dirty="0"/>
            <a:t>Monitoring</a:t>
          </a:r>
        </a:p>
      </dgm:t>
    </dgm:pt>
    <dgm:pt modelId="{4EFD42D0-7098-564F-980C-3F3CECAA5410}" type="parTrans" cxnId="{BE324233-F9AC-DC43-A89C-3F7FD9B5D466}">
      <dgm:prSet/>
      <dgm:spPr/>
      <dgm:t>
        <a:bodyPr/>
        <a:lstStyle/>
        <a:p>
          <a:endParaRPr lang="en-US"/>
        </a:p>
      </dgm:t>
    </dgm:pt>
    <dgm:pt modelId="{877FBD8C-7A3B-5E45-8830-1FEAB09A55C5}" type="sibTrans" cxnId="{BE324233-F9AC-DC43-A89C-3F7FD9B5D466}">
      <dgm:prSet/>
      <dgm:spPr/>
      <dgm:t>
        <a:bodyPr/>
        <a:lstStyle/>
        <a:p>
          <a:endParaRPr lang="en-US"/>
        </a:p>
      </dgm:t>
    </dgm:pt>
    <dgm:pt modelId="{63B03111-9832-1646-BDF4-5D9B749EF795}">
      <dgm:prSet phldrT="[Text]"/>
      <dgm:spPr>
        <a:solidFill>
          <a:schemeClr val="tx1">
            <a:lumMod val="65000"/>
            <a:lumOff val="35000"/>
          </a:schemeClr>
        </a:solidFill>
      </dgm:spPr>
      <dgm:t>
        <a:bodyPr/>
        <a:lstStyle/>
        <a:p>
          <a:r>
            <a:rPr lang="en-US" dirty="0"/>
            <a:t>Goals, Actions, Data, Analysis, Ethics</a:t>
          </a:r>
        </a:p>
      </dgm:t>
    </dgm:pt>
    <dgm:pt modelId="{1C812E3F-39E1-CF47-BBBD-159FAEC5C786}" type="parTrans" cxnId="{9F4BBA63-304C-604B-A391-58E4720B5BE5}">
      <dgm:prSet/>
      <dgm:spPr/>
      <dgm:t>
        <a:bodyPr/>
        <a:lstStyle/>
        <a:p>
          <a:endParaRPr lang="en-US"/>
        </a:p>
      </dgm:t>
    </dgm:pt>
    <dgm:pt modelId="{702B8123-1BB3-E349-AB4A-1A9D41698317}" type="sibTrans" cxnId="{9F4BBA63-304C-604B-A391-58E4720B5BE5}">
      <dgm:prSet/>
      <dgm:spPr/>
      <dgm:t>
        <a:bodyPr/>
        <a:lstStyle/>
        <a:p>
          <a:endParaRPr lang="en-US"/>
        </a:p>
      </dgm:t>
    </dgm:pt>
    <dgm:pt modelId="{CBF254FA-D4E0-B74E-A18D-AE53AEBD67CD}" type="pres">
      <dgm:prSet presAssocID="{E9FB0F4E-6967-3B44-A32F-E8B1C7AE98D5}" presName="diagram" presStyleCnt="0">
        <dgm:presLayoutVars>
          <dgm:dir/>
          <dgm:resizeHandles val="exact"/>
        </dgm:presLayoutVars>
      </dgm:prSet>
      <dgm:spPr/>
    </dgm:pt>
    <dgm:pt modelId="{B4D5E3D8-47D8-1A4C-9387-6DE60324DF6F}" type="pres">
      <dgm:prSet presAssocID="{75350DEC-25F7-F240-A4BF-3A92E80C52F5}" presName="node" presStyleLbl="node1" presStyleIdx="0" presStyleCnt="10">
        <dgm:presLayoutVars>
          <dgm:bulletEnabled val="1"/>
        </dgm:presLayoutVars>
      </dgm:prSet>
      <dgm:spPr/>
    </dgm:pt>
    <dgm:pt modelId="{A58869D2-B78E-DD40-ACB3-9F052F33CBCE}" type="pres">
      <dgm:prSet presAssocID="{BAC284C6-3986-1C48-93AC-8FEBC662ECEE}" presName="sibTrans" presStyleLbl="sibTrans2D1" presStyleIdx="0" presStyleCnt="9"/>
      <dgm:spPr/>
    </dgm:pt>
    <dgm:pt modelId="{814C8FA7-CFA6-FA42-8BC8-CD119ED58623}" type="pres">
      <dgm:prSet presAssocID="{BAC284C6-3986-1C48-93AC-8FEBC662ECEE}" presName="connectorText" presStyleLbl="sibTrans2D1" presStyleIdx="0" presStyleCnt="9"/>
      <dgm:spPr/>
    </dgm:pt>
    <dgm:pt modelId="{C234DD4B-5CB7-E549-AD0E-83532D584FCF}" type="pres">
      <dgm:prSet presAssocID="{4F2509E8-87E6-2347-B926-EB9BDDECA6FD}" presName="node" presStyleLbl="node1" presStyleIdx="1" presStyleCnt="10">
        <dgm:presLayoutVars>
          <dgm:bulletEnabled val="1"/>
        </dgm:presLayoutVars>
      </dgm:prSet>
      <dgm:spPr/>
    </dgm:pt>
    <dgm:pt modelId="{16C02E65-2210-C24E-8692-38A2A70EC148}" type="pres">
      <dgm:prSet presAssocID="{748D4455-259E-4245-ADD2-8DDAC2A60773}" presName="sibTrans" presStyleLbl="sibTrans2D1" presStyleIdx="1" presStyleCnt="9"/>
      <dgm:spPr/>
    </dgm:pt>
    <dgm:pt modelId="{7060A806-1549-3F45-A072-7BB9691C2D8D}" type="pres">
      <dgm:prSet presAssocID="{748D4455-259E-4245-ADD2-8DDAC2A60773}" presName="connectorText" presStyleLbl="sibTrans2D1" presStyleIdx="1" presStyleCnt="9"/>
      <dgm:spPr/>
    </dgm:pt>
    <dgm:pt modelId="{FBF1C564-B2B8-4C41-BE63-B8171F8EB76E}" type="pres">
      <dgm:prSet presAssocID="{7B079A50-DF5E-0A4C-9491-2FBAFC0F785B}" presName="node" presStyleLbl="node1" presStyleIdx="2" presStyleCnt="10">
        <dgm:presLayoutVars>
          <dgm:bulletEnabled val="1"/>
        </dgm:presLayoutVars>
      </dgm:prSet>
      <dgm:spPr/>
    </dgm:pt>
    <dgm:pt modelId="{680472FB-1DED-B043-9C18-8E9AFCBED6E9}" type="pres">
      <dgm:prSet presAssocID="{00735B98-C924-5743-B429-DBBBDEA50165}" presName="sibTrans" presStyleLbl="sibTrans2D1" presStyleIdx="2" presStyleCnt="9"/>
      <dgm:spPr/>
    </dgm:pt>
    <dgm:pt modelId="{002AA36D-CAF6-0343-B244-6F6849B9EB75}" type="pres">
      <dgm:prSet presAssocID="{00735B98-C924-5743-B429-DBBBDEA50165}" presName="connectorText" presStyleLbl="sibTrans2D1" presStyleIdx="2" presStyleCnt="9"/>
      <dgm:spPr/>
    </dgm:pt>
    <dgm:pt modelId="{CC8F3904-974E-2647-9B88-B6062079D1ED}" type="pres">
      <dgm:prSet presAssocID="{EB4866D8-1266-8945-89C4-F4CD4F9D8A6F}" presName="node" presStyleLbl="node1" presStyleIdx="3" presStyleCnt="10">
        <dgm:presLayoutVars>
          <dgm:bulletEnabled val="1"/>
        </dgm:presLayoutVars>
      </dgm:prSet>
      <dgm:spPr/>
    </dgm:pt>
    <dgm:pt modelId="{5383FDA3-64FA-604A-8CAF-995772572DB0}" type="pres">
      <dgm:prSet presAssocID="{206E47A8-99B6-484A-AD35-04DCB9238B9B}" presName="sibTrans" presStyleLbl="sibTrans2D1" presStyleIdx="3" presStyleCnt="9"/>
      <dgm:spPr/>
    </dgm:pt>
    <dgm:pt modelId="{AC48ED73-8B05-6041-911E-F23E178815C4}" type="pres">
      <dgm:prSet presAssocID="{206E47A8-99B6-484A-AD35-04DCB9238B9B}" presName="connectorText" presStyleLbl="sibTrans2D1" presStyleIdx="3" presStyleCnt="9"/>
      <dgm:spPr/>
    </dgm:pt>
    <dgm:pt modelId="{F11F753D-D453-BC4F-BACE-C4F8A11ECEA5}" type="pres">
      <dgm:prSet presAssocID="{AE199458-77CF-8440-8970-F024006EA226}" presName="node" presStyleLbl="node1" presStyleIdx="4" presStyleCnt="10">
        <dgm:presLayoutVars>
          <dgm:bulletEnabled val="1"/>
        </dgm:presLayoutVars>
      </dgm:prSet>
      <dgm:spPr/>
    </dgm:pt>
    <dgm:pt modelId="{F8E19199-589F-1946-8222-73EA4584121E}" type="pres">
      <dgm:prSet presAssocID="{89DBDFDC-5EB5-0B49-A8D0-DB22ECB982AF}" presName="sibTrans" presStyleLbl="sibTrans2D1" presStyleIdx="4" presStyleCnt="9"/>
      <dgm:spPr/>
    </dgm:pt>
    <dgm:pt modelId="{1E3ABFF9-C6C0-0441-8FEA-3F98FEF0374E}" type="pres">
      <dgm:prSet presAssocID="{89DBDFDC-5EB5-0B49-A8D0-DB22ECB982AF}" presName="connectorText" presStyleLbl="sibTrans2D1" presStyleIdx="4" presStyleCnt="9"/>
      <dgm:spPr/>
    </dgm:pt>
    <dgm:pt modelId="{529FCC09-4687-E147-80E8-2EB7609DC9CF}" type="pres">
      <dgm:prSet presAssocID="{882FED25-8C48-F941-A0FE-6B2DFF5CD464}" presName="node" presStyleLbl="node1" presStyleIdx="5" presStyleCnt="10">
        <dgm:presLayoutVars>
          <dgm:bulletEnabled val="1"/>
        </dgm:presLayoutVars>
      </dgm:prSet>
      <dgm:spPr/>
    </dgm:pt>
    <dgm:pt modelId="{5381123D-2C93-3241-8E06-B77D04CAE8EC}" type="pres">
      <dgm:prSet presAssocID="{030A6B87-CA32-C340-A552-365F7A05C57F}" presName="sibTrans" presStyleLbl="sibTrans2D1" presStyleIdx="5" presStyleCnt="9"/>
      <dgm:spPr/>
    </dgm:pt>
    <dgm:pt modelId="{2E3787C8-BF17-C343-9F7D-55355502CEE3}" type="pres">
      <dgm:prSet presAssocID="{030A6B87-CA32-C340-A552-365F7A05C57F}" presName="connectorText" presStyleLbl="sibTrans2D1" presStyleIdx="5" presStyleCnt="9"/>
      <dgm:spPr/>
    </dgm:pt>
    <dgm:pt modelId="{1850AAD1-4903-FE47-A71D-0B73E666CD99}" type="pres">
      <dgm:prSet presAssocID="{917501D8-12A6-0D43-82EB-9B8BF9A095D6}" presName="node" presStyleLbl="node1" presStyleIdx="6" presStyleCnt="10">
        <dgm:presLayoutVars>
          <dgm:bulletEnabled val="1"/>
        </dgm:presLayoutVars>
      </dgm:prSet>
      <dgm:spPr/>
    </dgm:pt>
    <dgm:pt modelId="{D7CE2DAE-ABF0-9641-AE1A-0DB79AEBD84A}" type="pres">
      <dgm:prSet presAssocID="{04D5671A-AE7F-BD4E-9B86-A6A6425F59A8}" presName="sibTrans" presStyleLbl="sibTrans2D1" presStyleIdx="6" presStyleCnt="9"/>
      <dgm:spPr/>
    </dgm:pt>
    <dgm:pt modelId="{DC4C8257-9496-D04B-A26B-2200A3FFE3E7}" type="pres">
      <dgm:prSet presAssocID="{04D5671A-AE7F-BD4E-9B86-A6A6425F59A8}" presName="connectorText" presStyleLbl="sibTrans2D1" presStyleIdx="6" presStyleCnt="9"/>
      <dgm:spPr/>
    </dgm:pt>
    <dgm:pt modelId="{0538887E-FF31-324E-B401-E87E44AFF0AA}" type="pres">
      <dgm:prSet presAssocID="{1F12B085-E167-9940-8DCF-A46224752E8F}" presName="node" presStyleLbl="node1" presStyleIdx="7" presStyleCnt="10">
        <dgm:presLayoutVars>
          <dgm:bulletEnabled val="1"/>
        </dgm:presLayoutVars>
      </dgm:prSet>
      <dgm:spPr/>
    </dgm:pt>
    <dgm:pt modelId="{92EB25B1-D4AE-754E-BD44-115E26D1FF80}" type="pres">
      <dgm:prSet presAssocID="{59E7433E-EA1A-A445-8F72-1DCCEC9CF854}" presName="sibTrans" presStyleLbl="sibTrans2D1" presStyleIdx="7" presStyleCnt="9"/>
      <dgm:spPr/>
    </dgm:pt>
    <dgm:pt modelId="{B4D2AADB-2320-D741-9683-970A9AF56C3E}" type="pres">
      <dgm:prSet presAssocID="{59E7433E-EA1A-A445-8F72-1DCCEC9CF854}" presName="connectorText" presStyleLbl="sibTrans2D1" presStyleIdx="7" presStyleCnt="9"/>
      <dgm:spPr/>
    </dgm:pt>
    <dgm:pt modelId="{C225C079-1737-3742-99A0-0A7B593214FB}" type="pres">
      <dgm:prSet presAssocID="{4300FFA5-0FE1-0644-9B26-EF0EC29D2E58}" presName="node" presStyleLbl="node1" presStyleIdx="8" presStyleCnt="10">
        <dgm:presLayoutVars>
          <dgm:bulletEnabled val="1"/>
        </dgm:presLayoutVars>
      </dgm:prSet>
      <dgm:spPr/>
    </dgm:pt>
    <dgm:pt modelId="{C8297064-9915-AB4E-A9CB-FFEA8FC197B9}" type="pres">
      <dgm:prSet presAssocID="{2C4637A3-9257-AA41-A5B8-B87451C5F477}" presName="sibTrans" presStyleLbl="sibTrans2D1" presStyleIdx="8" presStyleCnt="9"/>
      <dgm:spPr/>
    </dgm:pt>
    <dgm:pt modelId="{EDC8E22C-F874-6448-9DE8-54F7348385E0}" type="pres">
      <dgm:prSet presAssocID="{2C4637A3-9257-AA41-A5B8-B87451C5F477}" presName="connectorText" presStyleLbl="sibTrans2D1" presStyleIdx="8" presStyleCnt="9"/>
      <dgm:spPr/>
    </dgm:pt>
    <dgm:pt modelId="{098F0226-B690-1B45-B506-7C933BFB7998}" type="pres">
      <dgm:prSet presAssocID="{B86E1618-0E2D-E84D-BCEB-2453703211F3}" presName="node" presStyleLbl="node1" presStyleIdx="9" presStyleCnt="10">
        <dgm:presLayoutVars>
          <dgm:bulletEnabled val="1"/>
        </dgm:presLayoutVars>
      </dgm:prSet>
      <dgm:spPr/>
    </dgm:pt>
  </dgm:ptLst>
  <dgm:cxnLst>
    <dgm:cxn modelId="{B95DCD03-4AAD-4B42-9243-666F8DB599E8}" type="presOf" srcId="{8933D80B-03CB-154C-805F-13221DB1B822}" destId="{FBF1C564-B2B8-4C41-BE63-B8171F8EB76E}" srcOrd="0" destOrd="2" presId="urn:microsoft.com/office/officeart/2005/8/layout/process5"/>
    <dgm:cxn modelId="{30E4E603-88A2-FC48-B384-BE3A5BB6B8C0}" type="presOf" srcId="{BAC284C6-3986-1C48-93AC-8FEBC662ECEE}" destId="{814C8FA7-CFA6-FA42-8BC8-CD119ED58623}" srcOrd="1" destOrd="0" presId="urn:microsoft.com/office/officeart/2005/8/layout/process5"/>
    <dgm:cxn modelId="{B3721305-A4DC-1D4B-9870-E1245EA94AA1}" type="presOf" srcId="{5FE83F24-F694-6A4B-99C0-78300CB546E1}" destId="{CC8F3904-974E-2647-9B88-B6062079D1ED}" srcOrd="0" destOrd="1" presId="urn:microsoft.com/office/officeart/2005/8/layout/process5"/>
    <dgm:cxn modelId="{01877F06-0601-234E-B04A-2AADE4C2D154}" srcId="{7B079A50-DF5E-0A4C-9491-2FBAFC0F785B}" destId="{8933D80B-03CB-154C-805F-13221DB1B822}" srcOrd="1" destOrd="0" parTransId="{05F6BE08-6836-6D4D-951F-A258F2E08662}" sibTransId="{59F6EB62-364A-E44D-A61C-CEA12AA8589C}"/>
    <dgm:cxn modelId="{0E10E907-0ADA-4D45-9069-B9A3AC9E0310}" type="presOf" srcId="{7B079A50-DF5E-0A4C-9491-2FBAFC0F785B}" destId="{FBF1C564-B2B8-4C41-BE63-B8171F8EB76E}" srcOrd="0" destOrd="0" presId="urn:microsoft.com/office/officeart/2005/8/layout/process5"/>
    <dgm:cxn modelId="{D5992D08-7598-A94A-AD4C-62B4CD474D26}" type="presOf" srcId="{761579F4-10DF-F244-9532-25DEF4807D83}" destId="{C234DD4B-5CB7-E549-AD0E-83532D584FCF}" srcOrd="0" destOrd="3" presId="urn:microsoft.com/office/officeart/2005/8/layout/process5"/>
    <dgm:cxn modelId="{F62E5C0C-C9DB-474B-99E5-505C0287727A}" type="presOf" srcId="{B86E1618-0E2D-E84D-BCEB-2453703211F3}" destId="{098F0226-B690-1B45-B506-7C933BFB7998}" srcOrd="0" destOrd="0" presId="urn:microsoft.com/office/officeart/2005/8/layout/process5"/>
    <dgm:cxn modelId="{81D07A23-EA35-C94F-81FA-E72150079877}" srcId="{E9FB0F4E-6967-3B44-A32F-E8B1C7AE98D5}" destId="{75350DEC-25F7-F240-A4BF-3A92E80C52F5}" srcOrd="0" destOrd="0" parTransId="{965794C1-5767-E94D-8105-ED104B4D33E2}" sibTransId="{BAC284C6-3986-1C48-93AC-8FEBC662ECEE}"/>
    <dgm:cxn modelId="{BFD8C726-235C-FD40-B9F6-87513427E29C}" type="presOf" srcId="{4861F807-1580-8C4F-9C33-66D2EDE9ABAD}" destId="{CC8F3904-974E-2647-9B88-B6062079D1ED}" srcOrd="0" destOrd="4" presId="urn:microsoft.com/office/officeart/2005/8/layout/process5"/>
    <dgm:cxn modelId="{A5814027-F41C-1F45-84CD-3391AC53F8A5}" type="presOf" srcId="{DDAC47D6-F859-4340-B28C-6D49EE097740}" destId="{FBF1C564-B2B8-4C41-BE63-B8171F8EB76E}" srcOrd="0" destOrd="4" presId="urn:microsoft.com/office/officeart/2005/8/layout/process5"/>
    <dgm:cxn modelId="{4252FF2A-9D9C-154A-8E00-7845AEFA42A3}" type="presOf" srcId="{AE199458-77CF-8440-8970-F024006EA226}" destId="{F11F753D-D453-BC4F-BACE-C4F8A11ECEA5}" srcOrd="0" destOrd="0" presId="urn:microsoft.com/office/officeart/2005/8/layout/process5"/>
    <dgm:cxn modelId="{87E2372F-44B8-7346-94AD-1B6CD49001EC}" srcId="{E9FB0F4E-6967-3B44-A32F-E8B1C7AE98D5}" destId="{1F12B085-E167-9940-8DCF-A46224752E8F}" srcOrd="7" destOrd="0" parTransId="{7A893FC9-C7B2-A646-8934-DEE2F8F265BA}" sibTransId="{59E7433E-EA1A-A445-8F72-1DCCEC9CF854}"/>
    <dgm:cxn modelId="{B650C331-3E4A-9142-9766-ADC1499BB1FB}" srcId="{7B079A50-DF5E-0A4C-9491-2FBAFC0F785B}" destId="{60FEA49A-52E5-FB49-B9D7-919B8E8D64F4}" srcOrd="0" destOrd="0" parTransId="{7E8F7D45-586B-A641-B509-72E0E3DB9800}" sibTransId="{E893C522-81CE-8546-BA58-AAD1F1CCD417}"/>
    <dgm:cxn modelId="{BD857532-F26B-7C43-A239-905B90EF1A8C}" type="presOf" srcId="{E9FB0F4E-6967-3B44-A32F-E8B1C7AE98D5}" destId="{CBF254FA-D4E0-B74E-A18D-AE53AEBD67CD}" srcOrd="0" destOrd="0" presId="urn:microsoft.com/office/officeart/2005/8/layout/process5"/>
    <dgm:cxn modelId="{BE324233-F9AC-DC43-A89C-3F7FD9B5D466}" srcId="{E9FB0F4E-6967-3B44-A32F-E8B1C7AE98D5}" destId="{B86E1618-0E2D-E84D-BCEB-2453703211F3}" srcOrd="9" destOrd="0" parTransId="{4EFD42D0-7098-564F-980C-3F3CECAA5410}" sibTransId="{877FBD8C-7A3B-5E45-8830-1FEAB09A55C5}"/>
    <dgm:cxn modelId="{27375D36-313F-2A44-B2E2-0C6FE9D62D1A}" type="presOf" srcId="{75350DEC-25F7-F240-A4BF-3A92E80C52F5}" destId="{B4D5E3D8-47D8-1A4C-9387-6DE60324DF6F}" srcOrd="0" destOrd="0" presId="urn:microsoft.com/office/officeart/2005/8/layout/process5"/>
    <dgm:cxn modelId="{FC1AC939-5A01-D84B-8800-0E045D0F93C8}" srcId="{AE199458-77CF-8440-8970-F024006EA226}" destId="{69F25C00-F7E1-8B47-8544-B81240B6C7F2}" srcOrd="1" destOrd="0" parTransId="{258EB4FC-8DB3-204B-AE19-757E57DBF8E2}" sibTransId="{2C4AF3F2-4BEF-1E41-A9DC-C2CCA7D68218}"/>
    <dgm:cxn modelId="{DF8FAA3E-AA34-BD4E-87F8-31F1AB63A13B}" type="presOf" srcId="{748D4455-259E-4245-ADD2-8DDAC2A60773}" destId="{16C02E65-2210-C24E-8692-38A2A70EC148}" srcOrd="0" destOrd="0" presId="urn:microsoft.com/office/officeart/2005/8/layout/process5"/>
    <dgm:cxn modelId="{0D418D49-B127-3C44-AF37-A060A5F8F42E}" srcId="{7B079A50-DF5E-0A4C-9491-2FBAFC0F785B}" destId="{B1557D1B-A1F8-FC4B-B50D-EA46AEAC83E2}" srcOrd="2" destOrd="0" parTransId="{301BEF8E-62FD-F942-ABEC-722E78A30EAC}" sibTransId="{76EC83BA-130D-EA44-8EE3-6264D4A2F0C7}"/>
    <dgm:cxn modelId="{6A32B64F-6964-414F-AD07-B5887751C75C}" type="presOf" srcId="{882FED25-8C48-F941-A0FE-6B2DFF5CD464}" destId="{529FCC09-4687-E147-80E8-2EB7609DC9CF}" srcOrd="0" destOrd="0" presId="urn:microsoft.com/office/officeart/2005/8/layout/process5"/>
    <dgm:cxn modelId="{57E78F58-C4F1-C642-9A8E-4D1032FFACD8}" type="presOf" srcId="{471C43CE-832D-774D-BB7A-57512EFB5879}" destId="{CC8F3904-974E-2647-9B88-B6062079D1ED}" srcOrd="0" destOrd="3" presId="urn:microsoft.com/office/officeart/2005/8/layout/process5"/>
    <dgm:cxn modelId="{881C745A-6BF5-1846-9762-D162446F8EE8}" srcId="{EB4866D8-1266-8945-89C4-F4CD4F9D8A6F}" destId="{4861F807-1580-8C4F-9C33-66D2EDE9ABAD}" srcOrd="3" destOrd="0" parTransId="{8CC078C6-7EFD-9A46-B445-021F345DCF5A}" sibTransId="{5D77E747-1467-6249-A64A-E8E192C48D64}"/>
    <dgm:cxn modelId="{4D5E675C-49B8-1948-9D17-9FC44F33719A}" type="presOf" srcId="{59E7433E-EA1A-A445-8F72-1DCCEC9CF854}" destId="{B4D2AADB-2320-D741-9683-970A9AF56C3E}" srcOrd="1" destOrd="0" presId="urn:microsoft.com/office/officeart/2005/8/layout/process5"/>
    <dgm:cxn modelId="{09F5B15E-E1AD-2E4A-AFF2-C91E75C311A9}" srcId="{AE199458-77CF-8440-8970-F024006EA226}" destId="{86AA592B-D489-5D4D-93FE-79A538493DA3}" srcOrd="0" destOrd="0" parTransId="{06E1BE15-F8C7-9C4D-A90E-557728BBB1D3}" sibTransId="{9EB8E24C-CDF4-7B49-8A25-38E38E64AA9F}"/>
    <dgm:cxn modelId="{ED970163-ECEE-D849-9B40-616074ECBD3F}" srcId="{EB4866D8-1266-8945-89C4-F4CD4F9D8A6F}" destId="{5FE83F24-F694-6A4B-99C0-78300CB546E1}" srcOrd="0" destOrd="0" parTransId="{E15C2973-AC33-0145-8745-682DFB76DED0}" sibTransId="{A1EBC4F8-774A-B045-880A-03E7D798D46B}"/>
    <dgm:cxn modelId="{6C791863-053A-EA42-B1FD-F40E2AC8732E}" type="presOf" srcId="{6E882DEC-3034-E942-B5AA-2835D77DD5C8}" destId="{CC8F3904-974E-2647-9B88-B6062079D1ED}" srcOrd="0" destOrd="2" presId="urn:microsoft.com/office/officeart/2005/8/layout/process5"/>
    <dgm:cxn modelId="{9F4BBA63-304C-604B-A391-58E4720B5BE5}" srcId="{75350DEC-25F7-F240-A4BF-3A92E80C52F5}" destId="{63B03111-9832-1646-BDF4-5D9B749EF795}" srcOrd="0" destOrd="0" parTransId="{1C812E3F-39E1-CF47-BBBD-159FAEC5C786}" sibTransId="{702B8123-1BB3-E349-AB4A-1A9D41698317}"/>
    <dgm:cxn modelId="{315CA365-BBD4-8349-91E9-B1E78879A052}" type="presOf" srcId="{2C4637A3-9257-AA41-A5B8-B87451C5F477}" destId="{EDC8E22C-F874-6448-9DE8-54F7348385E0}" srcOrd="1" destOrd="0" presId="urn:microsoft.com/office/officeart/2005/8/layout/process5"/>
    <dgm:cxn modelId="{C0BF1A68-E872-0A45-B831-114F7AEF9B31}" type="presOf" srcId="{BAC284C6-3986-1C48-93AC-8FEBC662ECEE}" destId="{A58869D2-B78E-DD40-ACB3-9F052F33CBCE}" srcOrd="0" destOrd="0" presId="urn:microsoft.com/office/officeart/2005/8/layout/process5"/>
    <dgm:cxn modelId="{CCD2446D-140E-2448-AD38-D7354F2F5BD0}" type="presOf" srcId="{86AA592B-D489-5D4D-93FE-79A538493DA3}" destId="{F11F753D-D453-BC4F-BACE-C4F8A11ECEA5}" srcOrd="0" destOrd="1" presId="urn:microsoft.com/office/officeart/2005/8/layout/process5"/>
    <dgm:cxn modelId="{E1407870-18DB-5544-A0A5-2DE0EF6D62BF}" type="presOf" srcId="{EB4866D8-1266-8945-89C4-F4CD4F9D8A6F}" destId="{CC8F3904-974E-2647-9B88-B6062079D1ED}" srcOrd="0" destOrd="0" presId="urn:microsoft.com/office/officeart/2005/8/layout/process5"/>
    <dgm:cxn modelId="{43B9E771-FA74-B642-9EED-7FE4A7CDF11A}" srcId="{4F2509E8-87E6-2347-B926-EB9BDDECA6FD}" destId="{C8AF58C4-450C-0C4C-83CB-1474D3ADA25F}" srcOrd="1" destOrd="0" parTransId="{DEBC2A1C-65D7-5E43-945C-60BBA4631011}" sibTransId="{51773514-44C5-134E-A69D-D30DCA75AB37}"/>
    <dgm:cxn modelId="{BB741775-A4C8-C54B-B161-F15E4AF928EC}" type="presOf" srcId="{B1557D1B-A1F8-FC4B-B50D-EA46AEAC83E2}" destId="{FBF1C564-B2B8-4C41-BE63-B8171F8EB76E}" srcOrd="0" destOrd="3" presId="urn:microsoft.com/office/officeart/2005/8/layout/process5"/>
    <dgm:cxn modelId="{9BF83777-08E0-6140-9D35-BF7D8AF8A067}" srcId="{E9FB0F4E-6967-3B44-A32F-E8B1C7AE98D5}" destId="{4F2509E8-87E6-2347-B926-EB9BDDECA6FD}" srcOrd="1" destOrd="0" parTransId="{B4B1EEE1-8225-A643-B681-A7F3FC14ECAD}" sibTransId="{748D4455-259E-4245-ADD2-8DDAC2A60773}"/>
    <dgm:cxn modelId="{E9A0EB78-92A5-5E4E-8437-0C6B9359762F}" srcId="{E9FB0F4E-6967-3B44-A32F-E8B1C7AE98D5}" destId="{4300FFA5-0FE1-0644-9B26-EF0EC29D2E58}" srcOrd="8" destOrd="0" parTransId="{CD73BF7D-329F-4F42-9B2D-1C22A52FFC9D}" sibTransId="{2C4637A3-9257-AA41-A5B8-B87451C5F477}"/>
    <dgm:cxn modelId="{E1BE627B-6B84-9F41-8C17-2CB0A302B158}" type="presOf" srcId="{04D5671A-AE7F-BD4E-9B86-A6A6425F59A8}" destId="{D7CE2DAE-ABF0-9641-AE1A-0DB79AEBD84A}" srcOrd="0" destOrd="0" presId="urn:microsoft.com/office/officeart/2005/8/layout/process5"/>
    <dgm:cxn modelId="{1195907C-1741-0E4D-8E5E-6B3B4B259DEF}" type="presOf" srcId="{030A6B87-CA32-C340-A552-365F7A05C57F}" destId="{5381123D-2C93-3241-8E06-B77D04CAE8EC}" srcOrd="0" destOrd="0" presId="urn:microsoft.com/office/officeart/2005/8/layout/process5"/>
    <dgm:cxn modelId="{99C2797F-C2E2-3A4C-AAF0-DCC30D2AF05D}" type="presOf" srcId="{4F2509E8-87E6-2347-B926-EB9BDDECA6FD}" destId="{C234DD4B-5CB7-E549-AD0E-83532D584FCF}" srcOrd="0" destOrd="0" presId="urn:microsoft.com/office/officeart/2005/8/layout/process5"/>
    <dgm:cxn modelId="{85D7D382-FAAC-4F4E-84D6-7849E5E8FF0C}" type="presOf" srcId="{917501D8-12A6-0D43-82EB-9B8BF9A095D6}" destId="{1850AAD1-4903-FE47-A71D-0B73E666CD99}" srcOrd="0" destOrd="0" presId="urn:microsoft.com/office/officeart/2005/8/layout/process5"/>
    <dgm:cxn modelId="{0E3C2485-CAF8-434B-89F0-893517E042E7}" srcId="{E9FB0F4E-6967-3B44-A32F-E8B1C7AE98D5}" destId="{917501D8-12A6-0D43-82EB-9B8BF9A095D6}" srcOrd="6" destOrd="0" parTransId="{2189082E-6C82-944A-BE92-D9BC72270382}" sibTransId="{04D5671A-AE7F-BD4E-9B86-A6A6425F59A8}"/>
    <dgm:cxn modelId="{5F1D6487-750A-A04B-B6FA-5348ADB40AA1}" type="presOf" srcId="{2C4637A3-9257-AA41-A5B8-B87451C5F477}" destId="{C8297064-9915-AB4E-A9CB-FFEA8FC197B9}" srcOrd="0" destOrd="0" presId="urn:microsoft.com/office/officeart/2005/8/layout/process5"/>
    <dgm:cxn modelId="{B5AA2D8B-61D5-DB43-8D06-4875A7EB0CBD}" srcId="{7B079A50-DF5E-0A4C-9491-2FBAFC0F785B}" destId="{DDAC47D6-F859-4340-B28C-6D49EE097740}" srcOrd="3" destOrd="0" parTransId="{5B556703-BE01-8848-BE27-5969CF3D2B5D}" sibTransId="{0A2D5029-F7E5-6C47-9CF0-D5505B2F8FFB}"/>
    <dgm:cxn modelId="{94756F8D-4FC3-2F4F-8093-95D1E8FDA07D}" type="presOf" srcId="{89DBDFDC-5EB5-0B49-A8D0-DB22ECB982AF}" destId="{1E3ABFF9-C6C0-0441-8FEA-3F98FEF0374E}" srcOrd="1" destOrd="0" presId="urn:microsoft.com/office/officeart/2005/8/layout/process5"/>
    <dgm:cxn modelId="{78913F91-30D2-D14B-B80B-1BDF3244B2A6}" type="presOf" srcId="{1F12B085-E167-9940-8DCF-A46224752E8F}" destId="{0538887E-FF31-324E-B401-E87E44AFF0AA}" srcOrd="0" destOrd="0" presId="urn:microsoft.com/office/officeart/2005/8/layout/process5"/>
    <dgm:cxn modelId="{B494B79C-7119-2745-954F-0FE480A17145}" type="presOf" srcId="{C8AF58C4-450C-0C4C-83CB-1474D3ADA25F}" destId="{C234DD4B-5CB7-E549-AD0E-83532D584FCF}" srcOrd="0" destOrd="2" presId="urn:microsoft.com/office/officeart/2005/8/layout/process5"/>
    <dgm:cxn modelId="{A454DBA0-21A9-3941-9DF2-4DD870F537A3}" srcId="{E9FB0F4E-6967-3B44-A32F-E8B1C7AE98D5}" destId="{7B079A50-DF5E-0A4C-9491-2FBAFC0F785B}" srcOrd="2" destOrd="0" parTransId="{BA902E5D-518F-0749-86BA-04AA510BA959}" sibTransId="{00735B98-C924-5743-B429-DBBBDEA50165}"/>
    <dgm:cxn modelId="{8C017CA3-42AB-BD48-8C05-A5BDA2B79E4B}" type="presOf" srcId="{59E7433E-EA1A-A445-8F72-1DCCEC9CF854}" destId="{92EB25B1-D4AE-754E-BD44-115E26D1FF80}" srcOrd="0" destOrd="0" presId="urn:microsoft.com/office/officeart/2005/8/layout/process5"/>
    <dgm:cxn modelId="{88A5F4A3-745B-D44B-AEC4-67B96700A686}" type="presOf" srcId="{206E47A8-99B6-484A-AD35-04DCB9238B9B}" destId="{AC48ED73-8B05-6041-911E-F23E178815C4}" srcOrd="1" destOrd="0" presId="urn:microsoft.com/office/officeart/2005/8/layout/process5"/>
    <dgm:cxn modelId="{2038CBA5-A8B4-2F4F-88D5-D270FCD148DC}" type="presOf" srcId="{89DBDFDC-5EB5-0B49-A8D0-DB22ECB982AF}" destId="{F8E19199-589F-1946-8222-73EA4584121E}" srcOrd="0" destOrd="0" presId="urn:microsoft.com/office/officeart/2005/8/layout/process5"/>
    <dgm:cxn modelId="{9A8098B2-9CE9-D942-9547-38EF361DD3D4}" srcId="{EB4866D8-1266-8945-89C4-F4CD4F9D8A6F}" destId="{6E882DEC-3034-E942-B5AA-2835D77DD5C8}" srcOrd="1" destOrd="0" parTransId="{11E32BAA-4A06-9844-B381-3F8D7D686934}" sibTransId="{DE8B183B-7E7F-5749-9A67-A6C365A09A85}"/>
    <dgm:cxn modelId="{AA15AFB2-2C77-3142-AD36-8D6ED0CAACDE}" type="presOf" srcId="{04D5671A-AE7F-BD4E-9B86-A6A6425F59A8}" destId="{DC4C8257-9496-D04B-A26B-2200A3FFE3E7}" srcOrd="1" destOrd="0" presId="urn:microsoft.com/office/officeart/2005/8/layout/process5"/>
    <dgm:cxn modelId="{A56E20BA-CE81-3845-B63D-BDC1718CA0DA}" type="presOf" srcId="{F9BD6EF9-8382-F144-B9CD-FB838C6C03F9}" destId="{C234DD4B-5CB7-E549-AD0E-83532D584FCF}" srcOrd="0" destOrd="1" presId="urn:microsoft.com/office/officeart/2005/8/layout/process5"/>
    <dgm:cxn modelId="{B77E5BBC-E48A-9F44-93AA-F124CC378B7E}" type="presOf" srcId="{00735B98-C924-5743-B429-DBBBDEA50165}" destId="{680472FB-1DED-B043-9C18-8E9AFCBED6E9}" srcOrd="0" destOrd="0" presId="urn:microsoft.com/office/officeart/2005/8/layout/process5"/>
    <dgm:cxn modelId="{3DE395BD-2A5C-D449-AF86-99D3C112784F}" type="presOf" srcId="{748D4455-259E-4245-ADD2-8DDAC2A60773}" destId="{7060A806-1549-3F45-A072-7BB9691C2D8D}" srcOrd="1" destOrd="0" presId="urn:microsoft.com/office/officeart/2005/8/layout/process5"/>
    <dgm:cxn modelId="{871584CA-547D-DB48-94C4-0F86427D355B}" type="presOf" srcId="{63B03111-9832-1646-BDF4-5D9B749EF795}" destId="{B4D5E3D8-47D8-1A4C-9387-6DE60324DF6F}" srcOrd="0" destOrd="1" presId="urn:microsoft.com/office/officeart/2005/8/layout/process5"/>
    <dgm:cxn modelId="{7508F7CB-76FC-3043-811E-8A4CE7CBEBA3}" type="presOf" srcId="{60FEA49A-52E5-FB49-B9D7-919B8E8D64F4}" destId="{FBF1C564-B2B8-4C41-BE63-B8171F8EB76E}" srcOrd="0" destOrd="1" presId="urn:microsoft.com/office/officeart/2005/8/layout/process5"/>
    <dgm:cxn modelId="{A0E506CD-09B9-3549-9920-3C48F6D1CA55}" type="presOf" srcId="{69F25C00-F7E1-8B47-8544-B81240B6C7F2}" destId="{F11F753D-D453-BC4F-BACE-C4F8A11ECEA5}" srcOrd="0" destOrd="2" presId="urn:microsoft.com/office/officeart/2005/8/layout/process5"/>
    <dgm:cxn modelId="{8497B9D0-5691-E848-8EE3-C51BC656F8B1}" srcId="{E9FB0F4E-6967-3B44-A32F-E8B1C7AE98D5}" destId="{AE199458-77CF-8440-8970-F024006EA226}" srcOrd="4" destOrd="0" parTransId="{8FD87771-F4E1-DC47-B38A-8EDD08A5C725}" sibTransId="{89DBDFDC-5EB5-0B49-A8D0-DB22ECB982AF}"/>
    <dgm:cxn modelId="{445B7ADC-F7C5-5046-9BEE-3618E0EEE919}" srcId="{4F2509E8-87E6-2347-B926-EB9BDDECA6FD}" destId="{761579F4-10DF-F244-9532-25DEF4807D83}" srcOrd="2" destOrd="0" parTransId="{4C55FAFB-140B-EA49-9492-2DC8E373D8C0}" sibTransId="{3543ED0F-366F-8D44-8E9F-A843D81464D5}"/>
    <dgm:cxn modelId="{890194DD-304B-C447-9AF3-AFAE634C6D43}" srcId="{4F2509E8-87E6-2347-B926-EB9BDDECA6FD}" destId="{F9BD6EF9-8382-F144-B9CD-FB838C6C03F9}" srcOrd="0" destOrd="0" parTransId="{137D12B5-70FE-6847-BD89-CA99FC0D41AD}" sibTransId="{49EC0DFE-61E7-374D-A1BD-7617E9E9166B}"/>
    <dgm:cxn modelId="{2CEF06DE-6258-7440-8A8D-E90FA2F30839}" type="presOf" srcId="{4300FFA5-0FE1-0644-9B26-EF0EC29D2E58}" destId="{C225C079-1737-3742-99A0-0A7B593214FB}" srcOrd="0" destOrd="0" presId="urn:microsoft.com/office/officeart/2005/8/layout/process5"/>
    <dgm:cxn modelId="{A1CEA2E5-F1DD-EF48-A85B-4A04D4565509}" srcId="{E9FB0F4E-6967-3B44-A32F-E8B1C7AE98D5}" destId="{EB4866D8-1266-8945-89C4-F4CD4F9D8A6F}" srcOrd="3" destOrd="0" parTransId="{4276625C-E1F0-F840-90D6-CE76DDBB799C}" sibTransId="{206E47A8-99B6-484A-AD35-04DCB9238B9B}"/>
    <dgm:cxn modelId="{E7042CE6-A233-CB47-A6F5-D0D71F329C45}" srcId="{EB4866D8-1266-8945-89C4-F4CD4F9D8A6F}" destId="{471C43CE-832D-774D-BB7A-57512EFB5879}" srcOrd="2" destOrd="0" parTransId="{C2B9F4EE-A410-1B4C-9D53-DB22DB03D31F}" sibTransId="{DE50C641-CD08-A846-B7EB-02241BA70688}"/>
    <dgm:cxn modelId="{45F7F9E8-95D2-CA40-854F-9EFFBA8C51D6}" type="presOf" srcId="{206E47A8-99B6-484A-AD35-04DCB9238B9B}" destId="{5383FDA3-64FA-604A-8CAF-995772572DB0}" srcOrd="0" destOrd="0" presId="urn:microsoft.com/office/officeart/2005/8/layout/process5"/>
    <dgm:cxn modelId="{467F9BED-D392-3940-B061-1699282DB62A}" srcId="{E9FB0F4E-6967-3B44-A32F-E8B1C7AE98D5}" destId="{882FED25-8C48-F941-A0FE-6B2DFF5CD464}" srcOrd="5" destOrd="0" parTransId="{B419AD8C-EBD7-5443-9C93-E4B849DE07B6}" sibTransId="{030A6B87-CA32-C340-A552-365F7A05C57F}"/>
    <dgm:cxn modelId="{ACB3C1F8-AF17-F641-83DF-2B77AC2173F2}" type="presOf" srcId="{030A6B87-CA32-C340-A552-365F7A05C57F}" destId="{2E3787C8-BF17-C343-9F7D-55355502CEE3}" srcOrd="1" destOrd="0" presId="urn:microsoft.com/office/officeart/2005/8/layout/process5"/>
    <dgm:cxn modelId="{E57CD3FB-72DE-F644-89FB-39D8FB6599FA}" type="presOf" srcId="{00735B98-C924-5743-B429-DBBBDEA50165}" destId="{002AA36D-CAF6-0343-B244-6F6849B9EB75}" srcOrd="1" destOrd="0" presId="urn:microsoft.com/office/officeart/2005/8/layout/process5"/>
    <dgm:cxn modelId="{7F8A83C4-DF92-674F-9901-9E29B216E0A2}" type="presParOf" srcId="{CBF254FA-D4E0-B74E-A18D-AE53AEBD67CD}" destId="{B4D5E3D8-47D8-1A4C-9387-6DE60324DF6F}" srcOrd="0" destOrd="0" presId="urn:microsoft.com/office/officeart/2005/8/layout/process5"/>
    <dgm:cxn modelId="{A08B2B19-5656-5E46-BB58-7FE7B6C3A7C9}" type="presParOf" srcId="{CBF254FA-D4E0-B74E-A18D-AE53AEBD67CD}" destId="{A58869D2-B78E-DD40-ACB3-9F052F33CBCE}" srcOrd="1" destOrd="0" presId="urn:microsoft.com/office/officeart/2005/8/layout/process5"/>
    <dgm:cxn modelId="{C454612D-F0F0-E14D-8E48-86577D0681D6}" type="presParOf" srcId="{A58869D2-B78E-DD40-ACB3-9F052F33CBCE}" destId="{814C8FA7-CFA6-FA42-8BC8-CD119ED58623}" srcOrd="0" destOrd="0" presId="urn:microsoft.com/office/officeart/2005/8/layout/process5"/>
    <dgm:cxn modelId="{71DD84D1-0B88-C84F-AE6E-112D74268CE8}" type="presParOf" srcId="{CBF254FA-D4E0-B74E-A18D-AE53AEBD67CD}" destId="{C234DD4B-5CB7-E549-AD0E-83532D584FCF}" srcOrd="2" destOrd="0" presId="urn:microsoft.com/office/officeart/2005/8/layout/process5"/>
    <dgm:cxn modelId="{A6608B84-5BAF-A846-85DB-0D0B91E37986}" type="presParOf" srcId="{CBF254FA-D4E0-B74E-A18D-AE53AEBD67CD}" destId="{16C02E65-2210-C24E-8692-38A2A70EC148}" srcOrd="3" destOrd="0" presId="urn:microsoft.com/office/officeart/2005/8/layout/process5"/>
    <dgm:cxn modelId="{DDA86523-6C9F-E448-845B-0A42D6E12684}" type="presParOf" srcId="{16C02E65-2210-C24E-8692-38A2A70EC148}" destId="{7060A806-1549-3F45-A072-7BB9691C2D8D}" srcOrd="0" destOrd="0" presId="urn:microsoft.com/office/officeart/2005/8/layout/process5"/>
    <dgm:cxn modelId="{E512A88E-2481-0A4E-9C24-EB75ACF64300}" type="presParOf" srcId="{CBF254FA-D4E0-B74E-A18D-AE53AEBD67CD}" destId="{FBF1C564-B2B8-4C41-BE63-B8171F8EB76E}" srcOrd="4" destOrd="0" presId="urn:microsoft.com/office/officeart/2005/8/layout/process5"/>
    <dgm:cxn modelId="{9D8126B7-D264-0641-A0BE-EA0877F06B45}" type="presParOf" srcId="{CBF254FA-D4E0-B74E-A18D-AE53AEBD67CD}" destId="{680472FB-1DED-B043-9C18-8E9AFCBED6E9}" srcOrd="5" destOrd="0" presId="urn:microsoft.com/office/officeart/2005/8/layout/process5"/>
    <dgm:cxn modelId="{56198BEB-49F7-2C4B-8D22-8DBDD2B6C84D}" type="presParOf" srcId="{680472FB-1DED-B043-9C18-8E9AFCBED6E9}" destId="{002AA36D-CAF6-0343-B244-6F6849B9EB75}" srcOrd="0" destOrd="0" presId="urn:microsoft.com/office/officeart/2005/8/layout/process5"/>
    <dgm:cxn modelId="{5C2B0342-8FFD-164D-AD17-CD41A98EF156}" type="presParOf" srcId="{CBF254FA-D4E0-B74E-A18D-AE53AEBD67CD}" destId="{CC8F3904-974E-2647-9B88-B6062079D1ED}" srcOrd="6" destOrd="0" presId="urn:microsoft.com/office/officeart/2005/8/layout/process5"/>
    <dgm:cxn modelId="{9C15ACB1-1411-DD42-A865-934CA5C7156B}" type="presParOf" srcId="{CBF254FA-D4E0-B74E-A18D-AE53AEBD67CD}" destId="{5383FDA3-64FA-604A-8CAF-995772572DB0}" srcOrd="7" destOrd="0" presId="urn:microsoft.com/office/officeart/2005/8/layout/process5"/>
    <dgm:cxn modelId="{DC9BD835-FC77-4E4F-ACB0-CA983131FD0B}" type="presParOf" srcId="{5383FDA3-64FA-604A-8CAF-995772572DB0}" destId="{AC48ED73-8B05-6041-911E-F23E178815C4}" srcOrd="0" destOrd="0" presId="urn:microsoft.com/office/officeart/2005/8/layout/process5"/>
    <dgm:cxn modelId="{5C74A403-0B11-AF4B-9244-65D39232F884}" type="presParOf" srcId="{CBF254FA-D4E0-B74E-A18D-AE53AEBD67CD}" destId="{F11F753D-D453-BC4F-BACE-C4F8A11ECEA5}" srcOrd="8" destOrd="0" presId="urn:microsoft.com/office/officeart/2005/8/layout/process5"/>
    <dgm:cxn modelId="{485F9726-05AC-F441-8FE0-385E5B103E36}" type="presParOf" srcId="{CBF254FA-D4E0-B74E-A18D-AE53AEBD67CD}" destId="{F8E19199-589F-1946-8222-73EA4584121E}" srcOrd="9" destOrd="0" presId="urn:microsoft.com/office/officeart/2005/8/layout/process5"/>
    <dgm:cxn modelId="{678B64E3-BB14-9443-9C28-BAF379A94C2A}" type="presParOf" srcId="{F8E19199-589F-1946-8222-73EA4584121E}" destId="{1E3ABFF9-C6C0-0441-8FEA-3F98FEF0374E}" srcOrd="0" destOrd="0" presId="urn:microsoft.com/office/officeart/2005/8/layout/process5"/>
    <dgm:cxn modelId="{82332E0B-3DF2-A24D-BC83-2EBFB8E2E536}" type="presParOf" srcId="{CBF254FA-D4E0-B74E-A18D-AE53AEBD67CD}" destId="{529FCC09-4687-E147-80E8-2EB7609DC9CF}" srcOrd="10" destOrd="0" presId="urn:microsoft.com/office/officeart/2005/8/layout/process5"/>
    <dgm:cxn modelId="{84E727FC-8DF8-9948-B439-07C8E787C3A6}" type="presParOf" srcId="{CBF254FA-D4E0-B74E-A18D-AE53AEBD67CD}" destId="{5381123D-2C93-3241-8E06-B77D04CAE8EC}" srcOrd="11" destOrd="0" presId="urn:microsoft.com/office/officeart/2005/8/layout/process5"/>
    <dgm:cxn modelId="{782EF668-7538-6A4E-B319-8B048FFE4044}" type="presParOf" srcId="{5381123D-2C93-3241-8E06-B77D04CAE8EC}" destId="{2E3787C8-BF17-C343-9F7D-55355502CEE3}" srcOrd="0" destOrd="0" presId="urn:microsoft.com/office/officeart/2005/8/layout/process5"/>
    <dgm:cxn modelId="{6AEAA92D-C4D5-D643-8CD4-71C3C81BEC92}" type="presParOf" srcId="{CBF254FA-D4E0-B74E-A18D-AE53AEBD67CD}" destId="{1850AAD1-4903-FE47-A71D-0B73E666CD99}" srcOrd="12" destOrd="0" presId="urn:microsoft.com/office/officeart/2005/8/layout/process5"/>
    <dgm:cxn modelId="{063A4DBB-D75A-ED40-B0C7-C31F5B69AAC9}" type="presParOf" srcId="{CBF254FA-D4E0-B74E-A18D-AE53AEBD67CD}" destId="{D7CE2DAE-ABF0-9641-AE1A-0DB79AEBD84A}" srcOrd="13" destOrd="0" presId="urn:microsoft.com/office/officeart/2005/8/layout/process5"/>
    <dgm:cxn modelId="{0AD1E0B4-C417-0647-9C40-7D0AFD2699D0}" type="presParOf" srcId="{D7CE2DAE-ABF0-9641-AE1A-0DB79AEBD84A}" destId="{DC4C8257-9496-D04B-A26B-2200A3FFE3E7}" srcOrd="0" destOrd="0" presId="urn:microsoft.com/office/officeart/2005/8/layout/process5"/>
    <dgm:cxn modelId="{345AAA4E-7EE1-C44D-B312-3D470151EE07}" type="presParOf" srcId="{CBF254FA-D4E0-B74E-A18D-AE53AEBD67CD}" destId="{0538887E-FF31-324E-B401-E87E44AFF0AA}" srcOrd="14" destOrd="0" presId="urn:microsoft.com/office/officeart/2005/8/layout/process5"/>
    <dgm:cxn modelId="{274BBA1F-00C9-4243-B04B-070A035D8E9F}" type="presParOf" srcId="{CBF254FA-D4E0-B74E-A18D-AE53AEBD67CD}" destId="{92EB25B1-D4AE-754E-BD44-115E26D1FF80}" srcOrd="15" destOrd="0" presId="urn:microsoft.com/office/officeart/2005/8/layout/process5"/>
    <dgm:cxn modelId="{3F5A20A5-5E14-734D-BDC8-243E9B365827}" type="presParOf" srcId="{92EB25B1-D4AE-754E-BD44-115E26D1FF80}" destId="{B4D2AADB-2320-D741-9683-970A9AF56C3E}" srcOrd="0" destOrd="0" presId="urn:microsoft.com/office/officeart/2005/8/layout/process5"/>
    <dgm:cxn modelId="{9D22F929-339A-844D-9885-66AB1512A8AB}" type="presParOf" srcId="{CBF254FA-D4E0-B74E-A18D-AE53AEBD67CD}" destId="{C225C079-1737-3742-99A0-0A7B593214FB}" srcOrd="16" destOrd="0" presId="urn:microsoft.com/office/officeart/2005/8/layout/process5"/>
    <dgm:cxn modelId="{8E9D851C-5056-C849-9EBF-A78085CCC5D8}" type="presParOf" srcId="{CBF254FA-D4E0-B74E-A18D-AE53AEBD67CD}" destId="{C8297064-9915-AB4E-A9CB-FFEA8FC197B9}" srcOrd="17" destOrd="0" presId="urn:microsoft.com/office/officeart/2005/8/layout/process5"/>
    <dgm:cxn modelId="{94895D36-40FD-1046-B05E-C751DB16DF6D}" type="presParOf" srcId="{C8297064-9915-AB4E-A9CB-FFEA8FC197B9}" destId="{EDC8E22C-F874-6448-9DE8-54F7348385E0}" srcOrd="0" destOrd="0" presId="urn:microsoft.com/office/officeart/2005/8/layout/process5"/>
    <dgm:cxn modelId="{AEDD76F6-F2A2-594E-A0EE-C6571AC46FF2}" type="presParOf" srcId="{CBF254FA-D4E0-B74E-A18D-AE53AEBD67CD}" destId="{098F0226-B690-1B45-B506-7C933BFB7998}" srcOrd="18" destOrd="0" presId="urn:microsoft.com/office/officeart/2005/8/layout/process5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  <a:ext uri="{C62137D5-CB1D-491B-B009-E17868A290BF}">
      <dgm14:recolorImg xmlns:dgm14="http://schemas.microsoft.com/office/drawing/2010/diagram" val="1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B4D5E3D8-47D8-1A4C-9387-6DE60324DF6F}">
      <dsp:nvSpPr>
        <dsp:cNvPr id="0" name=""/>
        <dsp:cNvSpPr/>
      </dsp:nvSpPr>
      <dsp:spPr>
        <a:xfrm>
          <a:off x="5175" y="487487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Scope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Goals, Actions, Data, Analysis, Ethics</a:t>
          </a:r>
        </a:p>
      </dsp:txBody>
      <dsp:txXfrm>
        <a:off x="44938" y="527250"/>
        <a:ext cx="2183175" cy="1278095"/>
      </dsp:txXfrm>
    </dsp:sp>
    <dsp:sp modelId="{A58869D2-B78E-DD40-ACB3-9F052F33CBCE}">
      <dsp:nvSpPr>
        <dsp:cNvPr id="0" name=""/>
        <dsp:cNvSpPr/>
      </dsp:nvSpPr>
      <dsp:spPr>
        <a:xfrm>
          <a:off x="2466994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997953"/>
        <a:ext cx="335784" cy="336690"/>
      </dsp:txXfrm>
    </dsp:sp>
    <dsp:sp modelId="{C234DD4B-5CB7-E549-AD0E-83532D584FCF}">
      <dsp:nvSpPr>
        <dsp:cNvPr id="0" name=""/>
        <dsp:cNvSpPr/>
      </dsp:nvSpPr>
      <dsp:spPr>
        <a:xfrm>
          <a:off x="3172957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Get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Store Data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Link Data</a:t>
          </a:r>
        </a:p>
      </dsp:txBody>
      <dsp:txXfrm>
        <a:off x="3212720" y="527250"/>
        <a:ext cx="2183175" cy="1278095"/>
      </dsp:txXfrm>
    </dsp:sp>
    <dsp:sp modelId="{16C02E65-2210-C24E-8692-38A2A70EC148}">
      <dsp:nvSpPr>
        <dsp:cNvPr id="0" name=""/>
        <dsp:cNvSpPr/>
      </dsp:nvSpPr>
      <dsp:spPr>
        <a:xfrm>
          <a:off x="5634777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5634777" y="997953"/>
        <a:ext cx="335784" cy="336690"/>
      </dsp:txXfrm>
    </dsp:sp>
    <dsp:sp modelId="{FBF1C564-B2B8-4C41-BE63-B8171F8EB76E}">
      <dsp:nvSpPr>
        <dsp:cNvPr id="0" name=""/>
        <dsp:cNvSpPr/>
      </dsp:nvSpPr>
      <dsp:spPr>
        <a:xfrm>
          <a:off x="6340740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Exploration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Entities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temporal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Spatial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…</a:t>
          </a:r>
        </a:p>
      </dsp:txBody>
      <dsp:txXfrm>
        <a:off x="6380503" y="527250"/>
        <a:ext cx="2183175" cy="1278095"/>
      </dsp:txXfrm>
    </dsp:sp>
    <dsp:sp modelId="{680472FB-1DED-B043-9C18-8E9AFCBED6E9}">
      <dsp:nvSpPr>
        <dsp:cNvPr id="0" name=""/>
        <dsp:cNvSpPr/>
      </dsp:nvSpPr>
      <dsp:spPr>
        <a:xfrm>
          <a:off x="8802559" y="885723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8802559" y="997953"/>
        <a:ext cx="335784" cy="336690"/>
      </dsp:txXfrm>
    </dsp:sp>
    <dsp:sp modelId="{CC8F3904-974E-2647-9B88-B6062079D1ED}">
      <dsp:nvSpPr>
        <dsp:cNvPr id="0" name=""/>
        <dsp:cNvSpPr/>
      </dsp:nvSpPr>
      <dsp:spPr>
        <a:xfrm>
          <a:off x="9508522" y="487487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Modeling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Rows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Labels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Features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Models</a:t>
          </a:r>
        </a:p>
      </dsp:txBody>
      <dsp:txXfrm>
        <a:off x="9548285" y="527250"/>
        <a:ext cx="2183175" cy="1278095"/>
      </dsp:txXfrm>
    </dsp:sp>
    <dsp:sp modelId="{5383FDA3-64FA-604A-8CAF-995772572DB0}">
      <dsp:nvSpPr>
        <dsp:cNvPr id="0" name=""/>
        <dsp:cNvSpPr/>
      </dsp:nvSpPr>
      <dsp:spPr>
        <a:xfrm rot="5400000">
          <a:off x="10400027" y="2003497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10471528" y="2044226"/>
        <a:ext cx="336690" cy="335784"/>
      </dsp:txXfrm>
    </dsp:sp>
    <dsp:sp modelId="{F11F753D-D453-BC4F-BACE-C4F8A11ECEA5}">
      <dsp:nvSpPr>
        <dsp:cNvPr id="0" name=""/>
        <dsp:cNvSpPr/>
      </dsp:nvSpPr>
      <dsp:spPr>
        <a:xfrm>
          <a:off x="9508522" y="2750189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t" anchorCtr="0">
          <a:noAutofit/>
        </a:bodyPr>
        <a:lstStyle/>
        <a:p>
          <a:pPr marL="0" lvl="0" indent="0" algn="l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Selection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Train-Test Splits</a:t>
          </a:r>
        </a:p>
        <a:p>
          <a:pPr marL="114300" lvl="1" indent="-114300" algn="l" defTabSz="577850">
            <a:lnSpc>
              <a:spcPct val="90000"/>
            </a:lnSpc>
            <a:spcBef>
              <a:spcPct val="0"/>
            </a:spcBef>
            <a:spcAft>
              <a:spcPct val="15000"/>
            </a:spcAft>
            <a:buChar char="•"/>
          </a:pPr>
          <a:r>
            <a:rPr lang="en-US" sz="1300" kern="1200" dirty="0"/>
            <a:t>Performance Metrics</a:t>
          </a:r>
        </a:p>
      </dsp:txBody>
      <dsp:txXfrm>
        <a:off x="9548285" y="2789952"/>
        <a:ext cx="2183175" cy="1278095"/>
      </dsp:txXfrm>
    </dsp:sp>
    <dsp:sp modelId="{F8E19199-589F-1946-8222-73EA4584121E}">
      <dsp:nvSpPr>
        <dsp:cNvPr id="0" name=""/>
        <dsp:cNvSpPr/>
      </dsp:nvSpPr>
      <dsp:spPr>
        <a:xfrm rot="10800000">
          <a:off x="8829712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rgbClr val="00B0F0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8973620" y="3260654"/>
        <a:ext cx="335784" cy="336690"/>
      </dsp:txXfrm>
    </dsp:sp>
    <dsp:sp modelId="{529FCC09-4687-E147-80E8-2EB7609DC9CF}">
      <dsp:nvSpPr>
        <dsp:cNvPr id="0" name=""/>
        <dsp:cNvSpPr/>
      </dsp:nvSpPr>
      <dsp:spPr>
        <a:xfrm>
          <a:off x="6340740" y="2750189"/>
          <a:ext cx="2262701" cy="1357621"/>
        </a:xfrm>
        <a:prstGeom prst="roundRect">
          <a:avLst>
            <a:gd name="adj" fmla="val 10000"/>
          </a:avLst>
        </a:prstGeom>
        <a:solidFill>
          <a:schemeClr val="tx1">
            <a:lumMod val="65000"/>
            <a:lumOff val="35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Model Interpretation</a:t>
          </a:r>
        </a:p>
      </dsp:txBody>
      <dsp:txXfrm>
        <a:off x="6380503" y="2789952"/>
        <a:ext cx="2183175" cy="1278095"/>
      </dsp:txXfrm>
    </dsp:sp>
    <dsp:sp modelId="{5381123D-2C93-3241-8E06-B77D04CAE8EC}">
      <dsp:nvSpPr>
        <dsp:cNvPr id="0" name=""/>
        <dsp:cNvSpPr/>
      </dsp:nvSpPr>
      <dsp:spPr>
        <a:xfrm rot="10800000">
          <a:off x="5661929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bg2"/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5805837" y="3260654"/>
        <a:ext cx="335784" cy="336690"/>
      </dsp:txXfrm>
    </dsp:sp>
    <dsp:sp modelId="{1850AAD1-4903-FE47-A71D-0B73E666CD99}">
      <dsp:nvSpPr>
        <dsp:cNvPr id="0" name=""/>
        <dsp:cNvSpPr/>
      </dsp:nvSpPr>
      <dsp:spPr>
        <a:xfrm>
          <a:off x="3172957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Dealing with Bias and Fairness</a:t>
          </a:r>
        </a:p>
      </dsp:txBody>
      <dsp:txXfrm>
        <a:off x="3212720" y="2789952"/>
        <a:ext cx="2183175" cy="1278095"/>
      </dsp:txXfrm>
    </dsp:sp>
    <dsp:sp modelId="{D7CE2DAE-ABF0-9641-AE1A-0DB79AEBD84A}">
      <dsp:nvSpPr>
        <dsp:cNvPr id="0" name=""/>
        <dsp:cNvSpPr/>
      </dsp:nvSpPr>
      <dsp:spPr>
        <a:xfrm rot="10800000">
          <a:off x="2494147" y="3148424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3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10800000">
        <a:off x="2638055" y="3260654"/>
        <a:ext cx="335784" cy="336690"/>
      </dsp:txXfrm>
    </dsp:sp>
    <dsp:sp modelId="{0538887E-FF31-324E-B401-E87E44AFF0AA}">
      <dsp:nvSpPr>
        <dsp:cNvPr id="0" name=""/>
        <dsp:cNvSpPr/>
      </dsp:nvSpPr>
      <dsp:spPr>
        <a:xfrm>
          <a:off x="5175" y="2750189"/>
          <a:ext cx="2262701" cy="1357621"/>
        </a:xfrm>
        <a:prstGeom prst="roundRect">
          <a:avLst>
            <a:gd name="adj" fmla="val 10000"/>
          </a:avLst>
        </a:prstGeom>
        <a:solidFill>
          <a:schemeClr val="accent6">
            <a:lumMod val="5000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Field Trial Design</a:t>
          </a:r>
        </a:p>
      </dsp:txBody>
      <dsp:txXfrm>
        <a:off x="44938" y="2789952"/>
        <a:ext cx="2183175" cy="1278095"/>
      </dsp:txXfrm>
    </dsp:sp>
    <dsp:sp modelId="{92EB25B1-D4AE-754E-BD44-115E26D1FF80}">
      <dsp:nvSpPr>
        <dsp:cNvPr id="0" name=""/>
        <dsp:cNvSpPr/>
      </dsp:nvSpPr>
      <dsp:spPr>
        <a:xfrm rot="5400000">
          <a:off x="896679" y="4266199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6">
            <a:lumMod val="5000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 rot="-5400000">
        <a:off x="968180" y="4306928"/>
        <a:ext cx="336690" cy="335784"/>
      </dsp:txXfrm>
    </dsp:sp>
    <dsp:sp modelId="{C225C079-1737-3742-99A0-0A7B593214FB}">
      <dsp:nvSpPr>
        <dsp:cNvPr id="0" name=""/>
        <dsp:cNvSpPr/>
      </dsp:nvSpPr>
      <dsp:spPr>
        <a:xfrm>
          <a:off x="5175" y="5012891"/>
          <a:ext cx="2262701" cy="1357621"/>
        </a:xfrm>
        <a:prstGeom prst="roundRect">
          <a:avLst>
            <a:gd name="adj" fmla="val 1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Deployment</a:t>
          </a:r>
        </a:p>
      </dsp:txBody>
      <dsp:txXfrm>
        <a:off x="44938" y="5052654"/>
        <a:ext cx="2183175" cy="1278095"/>
      </dsp:txXfrm>
    </dsp:sp>
    <dsp:sp modelId="{C8297064-9915-AB4E-A9CB-FFEA8FC197B9}">
      <dsp:nvSpPr>
        <dsp:cNvPr id="0" name=""/>
        <dsp:cNvSpPr/>
      </dsp:nvSpPr>
      <dsp:spPr>
        <a:xfrm>
          <a:off x="2466994" y="5411126"/>
          <a:ext cx="479692" cy="561150"/>
        </a:xfrm>
        <a:prstGeom prst="rightArrow">
          <a:avLst>
            <a:gd name="adj1" fmla="val 60000"/>
            <a:gd name="adj2" fmla="val 50000"/>
          </a:avLst>
        </a:prstGeom>
        <a:solidFill>
          <a:schemeClr val="accent5"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0" tIns="0" rIns="0" bIns="0" numCol="1" spcCol="1270" anchor="ctr" anchorCtr="0">
          <a:noAutofit/>
        </a:bodyPr>
        <a:lstStyle/>
        <a:p>
          <a:pPr marL="0" lvl="0" indent="0" algn="ctr" defTabSz="62230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endParaRPr lang="en-US" sz="1400" kern="1200"/>
        </a:p>
      </dsp:txBody>
      <dsp:txXfrm>
        <a:off x="2466994" y="5523356"/>
        <a:ext cx="335784" cy="336690"/>
      </dsp:txXfrm>
    </dsp:sp>
    <dsp:sp modelId="{098F0226-B690-1B45-B506-7C933BFB7998}">
      <dsp:nvSpPr>
        <dsp:cNvPr id="0" name=""/>
        <dsp:cNvSpPr/>
      </dsp:nvSpPr>
      <dsp:spPr>
        <a:xfrm>
          <a:off x="3172957" y="5012891"/>
          <a:ext cx="2262701" cy="1357621"/>
        </a:xfrm>
        <a:prstGeom prst="roundRect">
          <a:avLst>
            <a:gd name="adj" fmla="val 10000"/>
          </a:avLst>
        </a:prstGeom>
        <a:solidFill>
          <a:srgbClr val="00B0F0"/>
        </a:solidFill>
        <a:ln w="254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64770" tIns="64770" rIns="64770" bIns="64770" numCol="1" spcCol="1270" anchor="ctr" anchorCtr="0">
          <a:noAutofit/>
        </a:bodyPr>
        <a:lstStyle/>
        <a:p>
          <a:pPr marL="0" lvl="0" indent="0" algn="ctr" defTabSz="755650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sz="1700" kern="1200" dirty="0"/>
            <a:t>Monitoring</a:t>
          </a:r>
        </a:p>
      </dsp:txBody>
      <dsp:txXfrm>
        <a:off x="3212720" y="5052654"/>
        <a:ext cx="2183175" cy="1278095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process5">
  <dgm:title val=""/>
  <dgm:desc val=""/>
  <dgm:catLst>
    <dgm:cat type="process" pri="17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3">
          <dgm:prSet phldr="1"/>
        </dgm:pt>
        <dgm:pt modelId="4">
          <dgm:prSet phldr="1"/>
        </dgm:pt>
        <dgm:pt modelId="5">
          <dgm:prSet phldr="1"/>
        </dgm:pt>
      </dgm:ptLst>
      <dgm:cxnLst>
        <dgm:cxn modelId="7" srcId="0" destId="1" srcOrd="0" destOrd="0"/>
        <dgm:cxn modelId="8" srcId="0" destId="2" srcOrd="1" destOrd="0"/>
        <dgm:cxn modelId="9" srcId="0" destId="3" srcOrd="2" destOrd="0"/>
        <dgm:cxn modelId="10" srcId="0" destId="4" srcOrd="3" destOrd="0"/>
        <dgm:cxn modelId="11" srcId="0" destId="5" srcOrd="4" destOrd="0"/>
      </dgm:cxnLst>
      <dgm:bg/>
      <dgm:whole/>
    </dgm:dataModel>
  </dgm:sampData>
  <dgm:styleData>
    <dgm:dataModel>
      <dgm:ptLst>
        <dgm:pt modelId="0" type="doc"/>
        <dgm:pt modelId="1"/>
        <dgm:pt modelId="2"/>
      </dgm:ptLst>
      <dgm:cxnLst>
        <dgm:cxn modelId="3" srcId="0" destId="1" srcOrd="0" destOrd="0"/>
        <dgm:cxn modelId="4" srcId="0" destId="2" srcOrd="1" destOrd="0"/>
      </dgm:cxnLst>
      <dgm:bg/>
      <dgm:whole/>
    </dgm:dataModel>
  </dgm:styleData>
  <dgm:clrData>
    <dgm:dataModel>
      <dgm:ptLst>
        <dgm:pt modelId="0" type="doc"/>
        <dgm:pt modelId="1"/>
        <dgm:pt modelId="2"/>
        <dgm:pt modelId="3"/>
        <dgm:pt modelId="4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</dgm:cxnLst>
      <dgm:bg/>
      <dgm:whole/>
    </dgm:dataModel>
  </dgm:clrData>
  <dgm:layoutNode name="diagram">
    <dgm:varLst>
      <dgm:dir/>
      <dgm:resizeHandles val="exact"/>
    </dgm:varLst>
    <dgm:choose name="Name0">
      <dgm:if name="Name1" axis="self" func="var" arg="dir" op="equ" val="norm">
        <dgm:alg type="snake">
          <dgm:param type="grDir" val="tL"/>
          <dgm:param type="flowDir" val="row"/>
          <dgm:param type="contDir" val="revDir"/>
          <dgm:param type="bkpt" val="endCnv"/>
        </dgm:alg>
      </dgm:if>
      <dgm:else name="Name2">
        <dgm:alg type="snake">
          <dgm:param type="grDir" val="tR"/>
          <dgm:param type="flowDir" val="row"/>
          <dgm:param type="contDir" val="revDir"/>
          <dgm:param type="bkpt" val="endCnv"/>
        </dgm:alg>
      </dgm:else>
    </dgm:choose>
    <dgm:shape xmlns:r="http://schemas.openxmlformats.org/officeDocument/2006/relationships" r:blip="">
      <dgm:adjLst/>
    </dgm:shape>
    <dgm:presOf/>
    <dgm:constrLst>
      <dgm:constr type="w" for="ch" ptType="node" refType="w"/>
      <dgm:constr type="w" for="ch" forName="sibTrans" refType="w" refFor="ch" refPtType="node" op="equ" fact="0.4"/>
      <dgm:constr type="sp" refType="w" refFor="ch" refForName="sibTrans" op="equ"/>
      <dgm:constr type="primFontSz" for="ch" ptType="node" op="equ" val="65"/>
      <dgm:constr type="primFontSz" for="des" forName="connectorText" op="equ" val="55"/>
      <dgm:constr type="primFontSz" for="des" forName="connectorText" refType="primFontSz" refFor="ch" refPtType="node" op="lte" fact="0.8"/>
    </dgm:constrLst>
    <dgm:ruleLst/>
    <dgm:forEach name="nodesForEach" axis="ch" ptType="node">
      <dgm:layoutNode name="node">
        <dgm:varLst>
          <dgm:bulletEnabled val="1"/>
        </dgm:varLst>
        <dgm:alg type="tx"/>
        <dgm:shape xmlns:r="http://schemas.openxmlformats.org/officeDocument/2006/relationships" type="roundRect" r:blip="">
          <dgm:adjLst>
            <dgm:adj idx="1" val="0.1"/>
          </dgm:adjLst>
        </dgm:shape>
        <dgm:presOf axis="desOrSelf" ptType="node"/>
        <dgm:constrLst>
          <dgm:constr type="h" refType="w" fact="0.6"/>
          <dgm:constr type="tMarg" refType="primFontSz" fact="0.3"/>
          <dgm:constr type="bMarg" refType="primFontSz" fact="0.3"/>
          <dgm:constr type="lMarg" refType="primFontSz" fact="0.3"/>
          <dgm:constr type="rMarg" refType="primFontSz" fact="0.3"/>
        </dgm:constrLst>
        <dgm:ruleLst>
          <dgm:rule type="primFontSz" val="5" fact="NaN" max="NaN"/>
        </dgm:ruleLst>
      </dgm:layoutNode>
      <dgm:forEach name="sibTransForEach" axis="followSib" ptType="sibTrans" cnt="1">
        <dgm:layoutNode name="sibTrans">
          <dgm:alg type="conn">
            <dgm:param type="begPts" val="auto"/>
            <dgm:param type="endPts" val="auto"/>
          </dgm:alg>
          <dgm:shape xmlns:r="http://schemas.openxmlformats.org/officeDocument/2006/relationships" type="conn" r:blip="">
            <dgm:adjLst/>
          </dgm:shape>
          <dgm:presOf axis="self"/>
          <dgm:constrLst>
            <dgm:constr type="h" refType="w" fact="0.62"/>
            <dgm:constr type="connDist"/>
          </dgm:constrLst>
          <dgm:ruleLst/>
          <dgm:layoutNode name="connectorText">
            <dgm:alg type="tx">
              <dgm:param type="autoTxRot" val="upr"/>
            </dgm:alg>
            <dgm:shape xmlns:r="http://schemas.openxmlformats.org/officeDocument/2006/relationships" type="conn" r:blip="" hideGeom="1">
              <dgm:adjLst/>
            </dgm:shape>
            <dgm:presOf axis="self"/>
            <dgm:constrLst>
              <dgm:constr type="lMarg"/>
              <dgm:constr type="rMarg"/>
              <dgm:constr type="tMarg"/>
              <dgm:constr type="bMarg"/>
            </dgm:constrLst>
            <dgm:ruleLst>
              <dgm:rule type="primFontSz" val="5" fact="NaN" max="NaN"/>
            </dgm:ruleLst>
          </dgm:layoutNode>
        </dgm:layoutNode>
      </dgm:forEach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9" name="Google Shape;39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" name="Google Shape;57;p24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58" name="Google Shape;58;p24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2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4" name="Google Shape;64;p2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6264904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71c82016f7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g71c82016f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1507455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71c82016f7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g71c82016f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60105825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g71c82016f7_0_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69" name="Google Shape;69;g71c82016f7_0_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25070186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Google Shape;74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75" name="Google Shape;75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g71c82016f7_0_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1" name="Google Shape;81;g71c82016f7_0_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99" name="Google Shape;99;p2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003397599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92154849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91613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576070770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94261871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584103305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72639d37ef_1_10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94" name="Google Shape;194;g72639d37ef_1_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g72639d37ef_1_10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94" name="Google Shape;194;g72639d37ef_1_10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2569126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g72639d37ef_1_20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00" name="Google Shape;200;g72639d37ef_1_20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72639d37ef_1_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06" name="Google Shape;206;g72639d37ef_1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61566633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g72639d37ef_1_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06" name="Google Shape;206;g72639d37ef_1_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872665328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87" name="Google Shape;87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8282100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g6dad9273e7_0_4"/>
          <p:cNvSpPr txBox="1">
            <a:spLocks noGrp="1"/>
          </p:cNvSpPr>
          <p:nvPr>
            <p:ph type="ctrTitle"/>
          </p:nvPr>
        </p:nvSpPr>
        <p:spPr>
          <a:xfrm>
            <a:off x="415611" y="992767"/>
            <a:ext cx="11360700" cy="273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b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6900"/>
              <a:buNone/>
              <a:defRPr sz="6900"/>
            </a:lvl9pPr>
          </a:lstStyle>
          <a:p>
            <a:endParaRPr/>
          </a:p>
        </p:txBody>
      </p:sp>
      <p:sp>
        <p:nvSpPr>
          <p:cNvPr id="15" name="Google Shape;15;g6dad9273e7_0_4"/>
          <p:cNvSpPr txBox="1">
            <a:spLocks noGrp="1"/>
          </p:cNvSpPr>
          <p:nvPr>
            <p:ph type="subTitle" idx="1"/>
          </p:nvPr>
        </p:nvSpPr>
        <p:spPr>
          <a:xfrm>
            <a:off x="415600" y="3778833"/>
            <a:ext cx="11360700" cy="1056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 sz="3700"/>
            </a:lvl9pPr>
          </a:lstStyle>
          <a:p>
            <a:endParaRPr/>
          </a:p>
        </p:txBody>
      </p:sp>
      <p:sp>
        <p:nvSpPr>
          <p:cNvPr id="16" name="Google Shape;16;g6dad9273e7_0_4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g6dad9273e7_0_11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  <a:defRPr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19" name="Google Shape;19;g6dad9273e7_0_11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  <a:defRPr>
                <a:solidFill>
                  <a:srgbClr val="434343"/>
                </a:solidFill>
              </a:defRPr>
            </a:lvl1pPr>
            <a:lvl2pPr marL="914400" lvl="1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2pPr>
            <a:lvl3pPr marL="1371600" lvl="2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3pPr>
            <a:lvl4pPr marL="1828800" lvl="3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4pPr>
            <a:lvl5pPr marL="2286000" lvl="4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5pPr>
            <a:lvl6pPr marL="2743200" lvl="5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6pPr>
            <a:lvl7pPr marL="3200400" lvl="6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●"/>
              <a:defRPr>
                <a:solidFill>
                  <a:srgbClr val="434343"/>
                </a:solidFill>
              </a:defRPr>
            </a:lvl7pPr>
            <a:lvl8pPr marL="3657600" lvl="7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rgbClr val="434343"/>
              </a:buClr>
              <a:buSzPts val="1900"/>
              <a:buChar char="○"/>
              <a:defRPr>
                <a:solidFill>
                  <a:srgbClr val="434343"/>
                </a:solidFill>
              </a:defRPr>
            </a:lvl8pPr>
            <a:lvl9pPr marL="4114800" lvl="8" indent="-349250" algn="l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rgbClr val="434343"/>
              </a:buClr>
              <a:buSzPts val="1900"/>
              <a:buChar char="■"/>
              <a:defRPr>
                <a:solidFill>
                  <a:srgbClr val="434343"/>
                </a:solidFill>
              </a:defRPr>
            </a:lvl9pPr>
          </a:lstStyle>
          <a:p>
            <a:endParaRPr/>
          </a:p>
        </p:txBody>
      </p:sp>
      <p:sp>
        <p:nvSpPr>
          <p:cNvPr id="20" name="Google Shape;20;g6dad9273e7_0_11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1" name="Google Shape;21;g6dad9273e7_0_11"/>
          <p:cNvSpPr/>
          <p:nvPr/>
        </p:nvSpPr>
        <p:spPr>
          <a:xfrm>
            <a:off x="-14200" y="-36767"/>
            <a:ext cx="12220500" cy="1010161"/>
          </a:xfrm>
          <a:prstGeom prst="rect">
            <a:avLst/>
          </a:prstGeom>
          <a:solidFill>
            <a:srgbClr val="A61C00"/>
          </a:solidFill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Google Shape;23;g6dad9273e7_0_8"/>
          <p:cNvSpPr txBox="1">
            <a:spLocks noGrp="1"/>
          </p:cNvSpPr>
          <p:nvPr>
            <p:ph type="title"/>
          </p:nvPr>
        </p:nvSpPr>
        <p:spPr>
          <a:xfrm>
            <a:off x="415600" y="2867800"/>
            <a:ext cx="11360700" cy="1122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24" name="Google Shape;24;g6dad9273e7_0_8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g6dad9273e7_0_16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g6dad9273e7_0_16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53331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 algn="l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8" name="Google Shape;28;g6dad9273e7_0_16"/>
          <p:cNvSpPr txBox="1">
            <a:spLocks noGrp="1"/>
          </p:cNvSpPr>
          <p:nvPr>
            <p:ph type="body" idx="2"/>
          </p:nvPr>
        </p:nvSpPr>
        <p:spPr>
          <a:xfrm>
            <a:off x="6443200" y="1536633"/>
            <a:ext cx="53331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492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900"/>
              <a:buChar char="●"/>
              <a:defRPr sz="1900"/>
            </a:lvl1pPr>
            <a:lvl2pPr marL="914400" lvl="1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 algn="l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29" name="Google Shape;29;g6dad9273e7_0_16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34"/>
          <p:cNvSpPr txBox="1">
            <a:spLocks noGrp="1"/>
          </p:cNvSpPr>
          <p:nvPr>
            <p:ph type="body" idx="1"/>
          </p:nvPr>
        </p:nvSpPr>
        <p:spPr>
          <a:xfrm>
            <a:off x="297706" y="1353806"/>
            <a:ext cx="11666363" cy="495464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lvl="0" indent="-381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Char char="●"/>
              <a:defRPr/>
            </a:lvl1pPr>
            <a:lvl2pPr marL="914400" lvl="1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2pPr>
            <a:lvl3pPr marL="1371600" lvl="2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3pPr>
            <a:lvl4pPr marL="1828800" lvl="3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4pPr>
            <a:lvl5pPr marL="2286000" lvl="4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5pPr>
            <a:lvl6pPr marL="2743200" lvl="5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■"/>
              <a:defRPr/>
            </a:lvl6pPr>
            <a:lvl7pPr marL="3200400" lvl="6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●"/>
              <a:defRPr/>
            </a:lvl7pPr>
            <a:lvl8pPr marL="3657600" lvl="7" indent="-349250" algn="l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SzPts val="1900"/>
              <a:buChar char="○"/>
              <a:defRPr/>
            </a:lvl8pPr>
            <a:lvl9pPr marL="4114800" lvl="8" indent="-349250" algn="l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SzPts val="1900"/>
              <a:buChar char="■"/>
              <a:defRPr/>
            </a:lvl9pPr>
          </a:lstStyle>
          <a:p>
            <a:endParaRPr/>
          </a:p>
        </p:txBody>
      </p:sp>
      <p:sp>
        <p:nvSpPr>
          <p:cNvPr id="34" name="Google Shape;34;p34"/>
          <p:cNvSpPr/>
          <p:nvPr/>
        </p:nvSpPr>
        <p:spPr>
          <a:xfrm>
            <a:off x="0" y="6434064"/>
            <a:ext cx="12192000" cy="423936"/>
          </a:xfrm>
          <a:prstGeom prst="rect">
            <a:avLst/>
          </a:prstGeom>
          <a:solidFill>
            <a:schemeClr val="lt2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67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1867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Rayid Ghani															@rayidghani				</a:t>
            </a:r>
            <a:endParaRPr sz="1867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" name="Google Shape;35;p34"/>
          <p:cNvSpPr/>
          <p:nvPr/>
        </p:nvSpPr>
        <p:spPr>
          <a:xfrm>
            <a:off x="0" y="1"/>
            <a:ext cx="12192000" cy="1206639"/>
          </a:xfrm>
          <a:prstGeom prst="rect">
            <a:avLst/>
          </a:prstGeom>
          <a:solidFill>
            <a:schemeClr val="lt2"/>
          </a:solidFill>
          <a:ln>
            <a:noFill/>
          </a:ln>
          <a:effectLst>
            <a:outerShdw blurRad="40000" dist="23000" dir="5400000" rotWithShape="0">
              <a:srgbClr val="000000">
                <a:alpha val="34901"/>
              </a:srgbClr>
            </a:outerShdw>
          </a:effectLst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1867" b="0" i="0" u="none" strike="noStrike" cap="non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" name="Google Shape;36;p34"/>
          <p:cNvSpPr txBox="1">
            <a:spLocks noGrp="1"/>
          </p:cNvSpPr>
          <p:nvPr>
            <p:ph type="title"/>
          </p:nvPr>
        </p:nvSpPr>
        <p:spPr>
          <a:xfrm>
            <a:off x="0" y="23412"/>
            <a:ext cx="12192000" cy="1143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>
                <a:solidFill>
                  <a:srgbClr val="F2F2F2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700"/>
              <a:buNone/>
              <a:defRPr/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013B2BA6-A831-01C3-7031-1D838D5FA426}"/>
              </a:ext>
            </a:extLst>
          </p:cNvPr>
          <p:cNvSpPr>
            <a:spLocks noGrp="1"/>
          </p:cNvSpPr>
          <p:nvPr>
            <p:ph type="sldNum" idx="10"/>
          </p:nvPr>
        </p:nvSpPr>
        <p:spPr/>
        <p:txBody>
          <a:bodyPr/>
          <a:lstStyle/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4356363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g6dad9273e7_0_0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700"/>
              <a:buFont typeface="Arial"/>
              <a:buNone/>
              <a:defRPr sz="37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g6dad9273e7_0_0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>
            <a:lvl1pPr marL="457200" marR="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400"/>
              <a:buFont typeface="Arial"/>
              <a:buChar char="●"/>
              <a:defRPr sz="24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●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●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349250" algn="l" rtl="0">
              <a:lnSpc>
                <a:spcPct val="115000"/>
              </a:lnSpc>
              <a:spcBef>
                <a:spcPts val="2100"/>
              </a:spcBef>
              <a:spcAft>
                <a:spcPts val="0"/>
              </a:spcAft>
              <a:buClr>
                <a:schemeClr val="dk2"/>
              </a:buClr>
              <a:buSzPts val="1900"/>
              <a:buFont typeface="Arial"/>
              <a:buChar char="○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349250" algn="l" rtl="0">
              <a:lnSpc>
                <a:spcPct val="115000"/>
              </a:lnSpc>
              <a:spcBef>
                <a:spcPts val="2100"/>
              </a:spcBef>
              <a:spcAft>
                <a:spcPts val="2100"/>
              </a:spcAft>
              <a:buClr>
                <a:schemeClr val="dk2"/>
              </a:buClr>
              <a:buSzPts val="1900"/>
              <a:buFont typeface="Arial"/>
              <a:buChar char="■"/>
              <a:defRPr sz="19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2" name="Google Shape;12;g6dad9273e7_0_0"/>
          <p:cNvSpPr txBox="1">
            <a:spLocks noGrp="1"/>
          </p:cNvSpPr>
          <p:nvPr>
            <p:ph type="sldNum" idx="12"/>
          </p:nvPr>
        </p:nvSpPr>
        <p:spPr>
          <a:xfrm>
            <a:off x="11296610" y="6217622"/>
            <a:ext cx="731700" cy="52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  <a:defRPr sz="13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4" r:id="rId5"/>
    <p:sldLayoutId id="2147483656" r:id="rId6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diagramLayout" Target="../diagrams/layout1.xml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3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tags" Target="../tags/tag4.xml"/><Relationship Id="rId7" Type="http://schemas.openxmlformats.org/officeDocument/2006/relationships/hyperlink" Target="https://www.slido.com/powerpoint-polling?utm_source=powerpoint&amp;utm_medium=placeholder-slide" TargetMode="External"/><Relationship Id="rId12" Type="http://schemas.openxmlformats.org/officeDocument/2006/relationships/image" Target="../media/image7.svg"/><Relationship Id="rId2" Type="http://schemas.openxmlformats.org/officeDocument/2006/relationships/tags" Target="../tags/tag3.xml"/><Relationship Id="rId1" Type="http://schemas.openxmlformats.org/officeDocument/2006/relationships/tags" Target="../tags/tag2.xml"/><Relationship Id="rId6" Type="http://schemas.openxmlformats.org/officeDocument/2006/relationships/image" Target="../media/image3.svg"/><Relationship Id="rId11" Type="http://schemas.openxmlformats.org/officeDocument/2006/relationships/image" Target="../media/image6.png"/><Relationship Id="rId5" Type="http://schemas.openxmlformats.org/officeDocument/2006/relationships/image" Target="../media/image2.png"/><Relationship Id="rId10" Type="http://schemas.openxmlformats.org/officeDocument/2006/relationships/hyperlink" Target="https://www.slido.com/support/ppi/how-to-change-the-design" TargetMode="External"/><Relationship Id="rId4" Type="http://schemas.openxmlformats.org/officeDocument/2006/relationships/slideLayout" Target="../slideLayouts/slideLayout6.xml"/><Relationship Id="rId9" Type="http://schemas.openxmlformats.org/officeDocument/2006/relationships/image" Target="../media/image5.sv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4.png"/><Relationship Id="rId3" Type="http://schemas.openxmlformats.org/officeDocument/2006/relationships/tags" Target="../tags/tag7.xml"/><Relationship Id="rId7" Type="http://schemas.openxmlformats.org/officeDocument/2006/relationships/hyperlink" Target="https://www.slido.com/powerpoint-polling?utm_source=powerpoint&amp;utm_medium=placeholder-slide" TargetMode="External"/><Relationship Id="rId12" Type="http://schemas.openxmlformats.org/officeDocument/2006/relationships/image" Target="../media/image7.svg"/><Relationship Id="rId2" Type="http://schemas.openxmlformats.org/officeDocument/2006/relationships/tags" Target="../tags/tag6.xml"/><Relationship Id="rId1" Type="http://schemas.openxmlformats.org/officeDocument/2006/relationships/tags" Target="../tags/tag5.xml"/><Relationship Id="rId6" Type="http://schemas.openxmlformats.org/officeDocument/2006/relationships/image" Target="../media/image3.svg"/><Relationship Id="rId11" Type="http://schemas.openxmlformats.org/officeDocument/2006/relationships/image" Target="../media/image6.png"/><Relationship Id="rId5" Type="http://schemas.openxmlformats.org/officeDocument/2006/relationships/image" Target="../media/image2.png"/><Relationship Id="rId10" Type="http://schemas.openxmlformats.org/officeDocument/2006/relationships/hyperlink" Target="https://www.slido.com/support/ppi/how-to-change-the-design" TargetMode="External"/><Relationship Id="rId4" Type="http://schemas.openxmlformats.org/officeDocument/2006/relationships/slideLayout" Target="../slideLayouts/slideLayout6.xml"/><Relationship Id="rId9" Type="http://schemas.openxmlformats.org/officeDocument/2006/relationships/image" Target="../media/image5.sv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"/>
          <p:cNvSpPr txBox="1"/>
          <p:nvPr/>
        </p:nvSpPr>
        <p:spPr>
          <a:xfrm>
            <a:off x="0" y="1014225"/>
            <a:ext cx="12192000" cy="2354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b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4400" b="0" i="0" u="none" strike="noStrike" cap="none" dirty="0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ML Interpretability: Overview and Use Cases </a:t>
            </a: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200"/>
              <a:buFont typeface="Arial"/>
              <a:buNone/>
            </a:pPr>
            <a:endParaRPr sz="32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1"/>
          <p:cNvSpPr txBox="1"/>
          <p:nvPr/>
        </p:nvSpPr>
        <p:spPr>
          <a:xfrm>
            <a:off x="0" y="3429513"/>
            <a:ext cx="12192000" cy="130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 dirty="0">
                <a:solidFill>
                  <a:srgbClr val="595959"/>
                </a:solidFill>
                <a:latin typeface="Arial"/>
                <a:ea typeface="Arial"/>
                <a:cs typeface="Arial"/>
                <a:sym typeface="Arial"/>
              </a:rPr>
              <a:t>Rayid Ghani</a:t>
            </a:r>
            <a:endParaRPr sz="2800" b="0" i="0" u="none" strike="noStrike" cap="none" dirty="0">
              <a:solidFill>
                <a:srgbClr val="595959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43" name="Google Shape;43;p1"/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3499638" y="4968362"/>
            <a:ext cx="5192713" cy="181343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4CF2A94-A63F-6149-AA28-2E35B60E3D3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graphicFrame>
        <p:nvGraphicFramePr>
          <p:cNvPr id="3" name="Diagram 2">
            <a:extLst>
              <a:ext uri="{FF2B5EF4-FFF2-40B4-BE49-F238E27FC236}">
                <a16:creationId xmlns:a16="http://schemas.microsoft.com/office/drawing/2014/main" id="{8E902576-68A9-6E48-B0FE-5B1889953DC8}"/>
              </a:ext>
            </a:extLst>
          </p:cNvPr>
          <p:cNvGraphicFramePr/>
          <p:nvPr/>
        </p:nvGraphicFramePr>
        <p:xfrm>
          <a:off x="180467" y="0"/>
          <a:ext cx="11776400" cy="6858000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4" name="Rectangle 3">
            <a:extLst>
              <a:ext uri="{FF2B5EF4-FFF2-40B4-BE49-F238E27FC236}">
                <a16:creationId xmlns:a16="http://schemas.microsoft.com/office/drawing/2014/main" id="{E2C99BF2-C81A-5246-89D3-E49BCDCAD699}"/>
              </a:ext>
            </a:extLst>
          </p:cNvPr>
          <p:cNvSpPr/>
          <p:nvPr/>
        </p:nvSpPr>
        <p:spPr>
          <a:xfrm>
            <a:off x="6388892" y="2534144"/>
            <a:ext cx="2534195" cy="1789611"/>
          </a:xfrm>
          <a:prstGeom prst="rect">
            <a:avLst/>
          </a:prstGeom>
          <a:noFill/>
          <a:ln w="76200">
            <a:solidFill>
              <a:srgbClr val="C0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8254723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4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</a:pPr>
            <a:r>
              <a:rPr lang="en-US"/>
              <a:t>What we’ll cover today</a:t>
            </a:r>
            <a:endParaRPr/>
          </a:p>
        </p:txBody>
      </p:sp>
      <p:sp>
        <p:nvSpPr>
          <p:cNvPr id="61" name="Google Shape;61;p2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 lnSpcReduction="10000"/>
          </a:bodyPr>
          <a:lstStyle/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 dirty="0"/>
              <a:t>Understand different goals for interpretability</a:t>
            </a:r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endParaRPr lang="en-US" dirty="0"/>
          </a:p>
          <a:p>
            <a:r>
              <a:rPr lang="en-US" dirty="0"/>
              <a:t>Types of Interpretability Methods</a:t>
            </a:r>
          </a:p>
          <a:p>
            <a:pPr marL="76200" indent="0">
              <a:buNone/>
            </a:pPr>
            <a:endParaRPr lang="en-US" dirty="0"/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 dirty="0"/>
              <a:t>Compare classical post-hoc interpretability tools (e.g., SHAP, LIME, PDPs) and model-intrinsic approaches (e.g., GAMs, monotonic models).</a:t>
            </a:r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endParaRPr lang="en-US" dirty="0"/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 dirty="0"/>
              <a:t>Recognize interpretability challenges in complex deep models and LLMs.</a:t>
            </a:r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endParaRPr lang="en-US" dirty="0"/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 dirty="0"/>
              <a:t>Apply interpretability tools to real-world use cases and understand their limitations.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3606C91-0D2F-6A17-F549-449E2452B4B6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444693" y="1742703"/>
            <a:ext cx="2371696" cy="2371696"/>
          </a:xfrm>
          <a:prstGeom prst="rect">
            <a:avLst/>
          </a:pr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C35C93E-95B8-0609-36FF-36CB4CF2D31D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3112851" y="1000897"/>
            <a:ext cx="8486226" cy="3855308"/>
          </a:xfrm>
          <a:prstGeom prst="rect">
            <a:avLst/>
          </a:prstGeom>
          <a:noFill/>
          <a:ln w="25400" cap="flat" cmpd="sng" algn="ctr">
            <a:solidFill>
              <a:srgbClr val="FFFFFF"/>
            </a:solidFill>
            <a:prstDash val="soli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000" b="1">
                <a:solidFill>
                  <a:srgbClr val="000000"/>
                </a:solidFill>
              </a:rPr>
              <a:t>Why do we want interpretablity of models in ML?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FA19CF2F-1324-865F-3C07-CF722D66E4D4}"/>
              </a:ext>
            </a:extLst>
          </p:cNvPr>
          <p:cNvSpPr/>
          <p:nvPr/>
        </p:nvSpPr>
        <p:spPr>
          <a:xfrm>
            <a:off x="0" y="5820032"/>
            <a:ext cx="12192001" cy="1037968"/>
          </a:xfrm>
          <a:prstGeom prst="rect">
            <a:avLst/>
          </a:prstGeom>
          <a:solidFill>
            <a:srgbClr val="198038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1155" tIns="259492" rIns="1852888" bIns="203886" rtlCol="0" anchor="ctr">
            <a:normAutofit fontScale="85000" lnSpcReduction="10000"/>
          </a:bodyPr>
          <a:lstStyle/>
          <a:p>
            <a:r>
              <a:rPr lang="en-US" sz="2600">
                <a:solidFill>
                  <a:srgbClr val="FFFFFF"/>
                </a:solidFill>
              </a:rPr>
              <a:t>The </a:t>
            </a:r>
            <a:r>
              <a:rPr lang="en-US" sz="2600">
                <a:solidFill>
                  <a:srgbClr val="FFFFFF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Slido app</a:t>
            </a:r>
            <a:r>
              <a:rPr lang="en-US" sz="2600">
                <a:solidFill>
                  <a:srgbClr val="FFFFFF"/>
                </a:solidFill>
              </a:rPr>
              <a:t> must be installed on every computer you’re presenting from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496A99A7-5564-2EEE-82A1-83146B9CEBB3}"/>
              </a:ext>
            </a:extLst>
          </p:cNvPr>
          <p:cNvPicPr>
            <a:picLocks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6462" y="6190785"/>
            <a:ext cx="296462" cy="296462"/>
          </a:xfrm>
          <a:prstGeom prst="rect">
            <a:avLst/>
          </a:prstGeom>
        </p:spPr>
      </p:pic>
      <p:sp>
        <p:nvSpPr>
          <p:cNvPr id="7" name="Trapezoid 6">
            <a:extLst>
              <a:ext uri="{FF2B5EF4-FFF2-40B4-BE49-F238E27FC236}">
                <a16:creationId xmlns:a16="http://schemas.microsoft.com/office/drawing/2014/main" id="{EA7CDE3A-199A-C070-F12D-225BA152FA8F}"/>
              </a:ext>
            </a:extLst>
          </p:cNvPr>
          <p:cNvSpPr/>
          <p:nvPr/>
        </p:nvSpPr>
        <p:spPr>
          <a:xfrm rot="2700000">
            <a:off x="9620371" y="514924"/>
            <a:ext cx="3335198" cy="778213"/>
          </a:xfrm>
          <a:prstGeom prst="trapezoid">
            <a:avLst>
              <a:gd name="adj" fmla="val 100000"/>
            </a:avLst>
          </a:prstGeom>
          <a:solidFill>
            <a:srgbClr val="EDFAF2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t">
            <a:normAutofit fontScale="70000" lnSpcReduction="20000"/>
          </a:bodyPr>
          <a:lstStyle/>
          <a:p>
            <a:pPr algn="ctr"/>
            <a:r>
              <a:rPr lang="en-US" sz="2600" b="1">
                <a:solidFill>
                  <a:srgbClr val="198038"/>
                </a:solidFill>
              </a:rPr>
              <a:t>Do not edit
</a:t>
            </a:r>
            <a:r>
              <a:rPr lang="en-US" sz="2200">
                <a:solidFill>
                  <a:srgbClr val="198038"/>
                </a:solidFill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to change the design</a:t>
            </a:r>
            <a:endParaRPr lang="en-US" sz="2200">
              <a:solidFill>
                <a:srgbClr val="198038"/>
              </a:solidFill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AD8B1F49-4534-B1B4-1442-C38815C4E329}"/>
              </a:ext>
            </a:extLst>
          </p:cNvPr>
          <p:cNvPicPr>
            <a:picLocks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746748" y="6153727"/>
            <a:ext cx="1111733" cy="37057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336221742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" tmFilter="0, 0; .2, .5; .8, .5; 1, 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" autoRev="1" fill="hold"/>
                                        <p:tgtEl>
                                          <p:spTgt spid="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25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</a:pPr>
            <a:r>
              <a:rPr lang="en-US"/>
              <a:t>Why do we want Interpretability?</a:t>
            </a:r>
            <a:endParaRPr/>
          </a:p>
        </p:txBody>
      </p:sp>
    </p:spTree>
    <p:extLst>
      <p:ext uri="{BB962C8B-B14F-4D97-AF65-F5344CB8AC3E}">
        <p14:creationId xmlns:p14="http://schemas.microsoft.com/office/powerpoint/2010/main" val="16526563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71c82016f7_0_0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</a:pPr>
            <a:r>
              <a:rPr lang="en-US"/>
              <a:t>Why do we want Interpretability?</a:t>
            </a:r>
            <a:endParaRPr/>
          </a:p>
        </p:txBody>
      </p:sp>
      <p:sp>
        <p:nvSpPr>
          <p:cNvPr id="72" name="Google Shape;72;g71c82016f7_0_0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 dirty="0"/>
              <a:t>Debugging the Model</a:t>
            </a:r>
            <a:endParaRPr dirty="0"/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 dirty="0"/>
              <a:t>Improving the performance of the system</a:t>
            </a:r>
            <a:endParaRPr dirty="0"/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 dirty="0"/>
              <a:t>Creating and increasing trust and adoption</a:t>
            </a:r>
            <a:endParaRPr dirty="0"/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 dirty="0"/>
              <a:t>Selecting appropriate actions/interventions</a:t>
            </a:r>
            <a:endParaRPr dirty="0"/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 dirty="0"/>
              <a:t>Legal or Contractual Recourse 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87347685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71c82016f7_0_0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</a:pPr>
            <a:r>
              <a:rPr lang="en-US" dirty="0"/>
              <a:t>Case Study: Pneumonia and Asthma</a:t>
            </a:r>
            <a:endParaRPr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F06B2-4170-F046-BBD8-C86CE500F0AF}"/>
              </a:ext>
            </a:extLst>
          </p:cNvPr>
          <p:cNvSpPr txBox="1"/>
          <p:nvPr/>
        </p:nvSpPr>
        <p:spPr>
          <a:xfrm>
            <a:off x="1194814" y="1648445"/>
            <a:ext cx="25635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Patient Record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328DA09-758C-D14D-846D-5F848C5C835B}"/>
              </a:ext>
            </a:extLst>
          </p:cNvPr>
          <p:cNvSpPr txBox="1"/>
          <p:nvPr/>
        </p:nvSpPr>
        <p:spPr>
          <a:xfrm>
            <a:off x="1774299" y="2988702"/>
            <a:ext cx="14045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2A5218"/>
                </a:solidFill>
              </a:rPr>
              <a:t>Healthy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E2F6E1EC-A388-AF44-A40E-F2AC01D61CE5}"/>
              </a:ext>
            </a:extLst>
          </p:cNvPr>
          <p:cNvGrpSpPr/>
          <p:nvPr/>
        </p:nvGrpSpPr>
        <p:grpSpPr>
          <a:xfrm>
            <a:off x="4389120" y="2462784"/>
            <a:ext cx="1706830" cy="1514258"/>
            <a:chOff x="4389120" y="2462784"/>
            <a:chExt cx="1706830" cy="1514258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A94D98DD-7FE8-7E41-B04E-366BB53CDEA2}"/>
                </a:ext>
              </a:extLst>
            </p:cNvPr>
            <p:cNvSpPr/>
            <p:nvPr/>
          </p:nvSpPr>
          <p:spPr>
            <a:xfrm>
              <a:off x="4389120" y="2462784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6139C00F-2B42-364A-AF32-F9BEFA279E9A}"/>
                </a:ext>
              </a:extLst>
            </p:cNvPr>
            <p:cNvSpPr/>
            <p:nvPr/>
          </p:nvSpPr>
          <p:spPr>
            <a:xfrm>
              <a:off x="4389120" y="3018745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1DAF3EE3-3362-1340-8EB5-DD7CFD98CCC6}"/>
                </a:ext>
              </a:extLst>
            </p:cNvPr>
            <p:cNvSpPr/>
            <p:nvPr/>
          </p:nvSpPr>
          <p:spPr>
            <a:xfrm>
              <a:off x="4389120" y="3574706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DC2D0F69-7E7F-2E40-B1C9-DE1702CBA34B}"/>
                </a:ext>
              </a:extLst>
            </p:cNvPr>
            <p:cNvSpPr/>
            <p:nvPr/>
          </p:nvSpPr>
          <p:spPr>
            <a:xfrm>
              <a:off x="5029200" y="2768809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C0996293-3253-A24E-8620-B56032991E1E}"/>
                </a:ext>
              </a:extLst>
            </p:cNvPr>
            <p:cNvSpPr/>
            <p:nvPr/>
          </p:nvSpPr>
          <p:spPr>
            <a:xfrm>
              <a:off x="5029200" y="3350379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951131C4-FF60-224B-BC38-D87D8D6FA0CA}"/>
                </a:ext>
              </a:extLst>
            </p:cNvPr>
            <p:cNvSpPr/>
            <p:nvPr/>
          </p:nvSpPr>
          <p:spPr>
            <a:xfrm>
              <a:off x="5693614" y="2757135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B8B48489-9C69-4D40-BDFE-F1F3E18DB1B6}"/>
                </a:ext>
              </a:extLst>
            </p:cNvPr>
            <p:cNvSpPr/>
            <p:nvPr/>
          </p:nvSpPr>
          <p:spPr>
            <a:xfrm>
              <a:off x="5669280" y="3338187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A332EFC-6E20-404E-B273-6048E1BBD5E4}"/>
                </a:ext>
              </a:extLst>
            </p:cNvPr>
            <p:cNvCxnSpPr>
              <a:stCxn id="7" idx="6"/>
              <a:endCxn id="16" idx="2"/>
            </p:cNvCxnSpPr>
            <p:nvPr/>
          </p:nvCxnSpPr>
          <p:spPr>
            <a:xfrm>
              <a:off x="4791456" y="2663952"/>
              <a:ext cx="237744" cy="30602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BD276510-2BAB-DF4F-9D9A-9520DFF87035}"/>
                </a:ext>
              </a:extLst>
            </p:cNvPr>
            <p:cNvCxnSpPr>
              <a:cxnSpLocks/>
              <a:stCxn id="7" idx="6"/>
            </p:cNvCxnSpPr>
            <p:nvPr/>
          </p:nvCxnSpPr>
          <p:spPr>
            <a:xfrm>
              <a:off x="4791456" y="2663952"/>
              <a:ext cx="237744" cy="86198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8B23D634-2805-7A49-8E34-8CE790A8CE0A}"/>
                </a:ext>
              </a:extLst>
            </p:cNvPr>
            <p:cNvCxnSpPr>
              <a:cxnSpLocks/>
              <a:stCxn id="14" idx="6"/>
              <a:endCxn id="16" idx="2"/>
            </p:cNvCxnSpPr>
            <p:nvPr/>
          </p:nvCxnSpPr>
          <p:spPr>
            <a:xfrm flipV="1">
              <a:off x="4791456" y="2969977"/>
              <a:ext cx="237744" cy="24993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FDF5D8D1-C1AE-E846-AB94-1D186FA0F07C}"/>
                </a:ext>
              </a:extLst>
            </p:cNvPr>
            <p:cNvCxnSpPr/>
            <p:nvPr/>
          </p:nvCxnSpPr>
          <p:spPr>
            <a:xfrm>
              <a:off x="4794479" y="3244297"/>
              <a:ext cx="237744" cy="30602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251C1193-62F2-354F-A8CE-0FA3D697DFC8}"/>
                </a:ext>
              </a:extLst>
            </p:cNvPr>
            <p:cNvCxnSpPr>
              <a:cxnSpLocks/>
              <a:endCxn id="16" idx="2"/>
            </p:cNvCxnSpPr>
            <p:nvPr/>
          </p:nvCxnSpPr>
          <p:spPr>
            <a:xfrm flipV="1">
              <a:off x="4791456" y="2969977"/>
              <a:ext cx="237744" cy="805897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1573EECD-4B5A-8D41-8D34-E1AF38877AB8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791456" y="3551547"/>
              <a:ext cx="237744" cy="224327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48772C40-0889-2A4E-8A8E-CFC581C7AB5A}"/>
                </a:ext>
              </a:extLst>
            </p:cNvPr>
            <p:cNvCxnSpPr>
              <a:cxnSpLocks/>
              <a:endCxn id="18" idx="2"/>
            </p:cNvCxnSpPr>
            <p:nvPr/>
          </p:nvCxnSpPr>
          <p:spPr>
            <a:xfrm flipV="1">
              <a:off x="5431536" y="2958303"/>
              <a:ext cx="262078" cy="3301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9EE639C-E0D7-E04F-92F1-5D0DD82D4CE1}"/>
                </a:ext>
              </a:extLst>
            </p:cNvPr>
            <p:cNvCxnSpPr>
              <a:cxnSpLocks/>
              <a:endCxn id="19" idx="2"/>
            </p:cNvCxnSpPr>
            <p:nvPr/>
          </p:nvCxnSpPr>
          <p:spPr>
            <a:xfrm>
              <a:off x="5431536" y="3023616"/>
              <a:ext cx="237744" cy="51573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CFD7622E-658A-774D-BA68-C9F83CD09867}"/>
                </a:ext>
              </a:extLst>
            </p:cNvPr>
            <p:cNvCxnSpPr>
              <a:cxnSpLocks/>
              <a:endCxn id="18" idx="2"/>
            </p:cNvCxnSpPr>
            <p:nvPr/>
          </p:nvCxnSpPr>
          <p:spPr>
            <a:xfrm flipV="1">
              <a:off x="5428513" y="2958303"/>
              <a:ext cx="265101" cy="58959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20673D27-4A5A-BC45-98FF-FD391846B24E}"/>
                </a:ext>
              </a:extLst>
            </p:cNvPr>
            <p:cNvCxnSpPr>
              <a:cxnSpLocks/>
              <a:endCxn id="19" idx="2"/>
            </p:cNvCxnSpPr>
            <p:nvPr/>
          </p:nvCxnSpPr>
          <p:spPr>
            <a:xfrm>
              <a:off x="5431536" y="3510697"/>
              <a:ext cx="237744" cy="2865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5B1349F1-74AD-1A47-90B5-4501566FCB74}"/>
              </a:ext>
            </a:extLst>
          </p:cNvPr>
          <p:cNvCxnSpPr>
            <a:cxnSpLocks/>
            <a:stCxn id="11" idx="3"/>
          </p:cNvCxnSpPr>
          <p:nvPr/>
        </p:nvCxnSpPr>
        <p:spPr>
          <a:xfrm>
            <a:off x="3178851" y="3250312"/>
            <a:ext cx="1092790" cy="0"/>
          </a:xfrm>
          <a:prstGeom prst="straightConnector1">
            <a:avLst/>
          </a:prstGeom>
          <a:ln w="57150">
            <a:solidFill>
              <a:srgbClr val="00206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25F4DDB1-CBB9-4341-9C96-F489B4D7350C}"/>
              </a:ext>
            </a:extLst>
          </p:cNvPr>
          <p:cNvCxnSpPr>
            <a:cxnSpLocks/>
          </p:cNvCxnSpPr>
          <p:nvPr/>
        </p:nvCxnSpPr>
        <p:spPr>
          <a:xfrm>
            <a:off x="6379251" y="3244297"/>
            <a:ext cx="1092790" cy="0"/>
          </a:xfrm>
          <a:prstGeom prst="straightConnector1">
            <a:avLst/>
          </a:prstGeom>
          <a:ln w="57150">
            <a:solidFill>
              <a:srgbClr val="00206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51C6E98E-8B89-1245-8CE2-EE1B33615474}"/>
              </a:ext>
            </a:extLst>
          </p:cNvPr>
          <p:cNvSpPr txBox="1"/>
          <p:nvPr/>
        </p:nvSpPr>
        <p:spPr>
          <a:xfrm>
            <a:off x="7876395" y="3024681"/>
            <a:ext cx="8851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</a:rPr>
              <a:t>0.21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31353B0-D63A-F34C-80B8-5C644A43840D}"/>
              </a:ext>
            </a:extLst>
          </p:cNvPr>
          <p:cNvSpPr txBox="1"/>
          <p:nvPr/>
        </p:nvSpPr>
        <p:spPr>
          <a:xfrm>
            <a:off x="6906578" y="1217558"/>
            <a:ext cx="282481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Risk of Death</a:t>
            </a:r>
          </a:p>
          <a:p>
            <a:pPr algn="ctr"/>
            <a:r>
              <a:rPr lang="en-US" sz="2800" dirty="0"/>
              <a:t>from Pneumonia</a:t>
            </a:r>
          </a:p>
        </p:txBody>
      </p:sp>
    </p:spTree>
    <p:extLst>
      <p:ext uri="{BB962C8B-B14F-4D97-AF65-F5344CB8AC3E}">
        <p14:creationId xmlns:p14="http://schemas.microsoft.com/office/powerpoint/2010/main" val="3132308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g71c82016f7_0_0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</a:pPr>
            <a:r>
              <a:rPr lang="en-US" dirty="0"/>
              <a:t>Case Study: Pneumonia and Asthma</a:t>
            </a:r>
            <a:endParaRPr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99F06B2-4170-F046-BBD8-C86CE500F0AF}"/>
              </a:ext>
            </a:extLst>
          </p:cNvPr>
          <p:cNvSpPr txBox="1"/>
          <p:nvPr/>
        </p:nvSpPr>
        <p:spPr>
          <a:xfrm>
            <a:off x="1194814" y="1648445"/>
            <a:ext cx="256352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Patient Record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328DA09-758C-D14D-846D-5F848C5C835B}"/>
              </a:ext>
            </a:extLst>
          </p:cNvPr>
          <p:cNvSpPr txBox="1"/>
          <p:nvPr/>
        </p:nvSpPr>
        <p:spPr>
          <a:xfrm>
            <a:off x="1774299" y="2988702"/>
            <a:ext cx="1404552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2A5218"/>
                </a:solidFill>
              </a:rPr>
              <a:t>Healthy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C7A81FED-72A3-F14F-AF0D-A74F8E4A7063}"/>
              </a:ext>
            </a:extLst>
          </p:cNvPr>
          <p:cNvSpPr txBox="1"/>
          <p:nvPr/>
        </p:nvSpPr>
        <p:spPr>
          <a:xfrm>
            <a:off x="1393279" y="5004729"/>
            <a:ext cx="214193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</a:rPr>
              <a:t>Has Asthma</a:t>
            </a:r>
          </a:p>
        </p:txBody>
      </p:sp>
      <p:grpSp>
        <p:nvGrpSpPr>
          <p:cNvPr id="39" name="Group 38">
            <a:extLst>
              <a:ext uri="{FF2B5EF4-FFF2-40B4-BE49-F238E27FC236}">
                <a16:creationId xmlns:a16="http://schemas.microsoft.com/office/drawing/2014/main" id="{E2F6E1EC-A388-AF44-A40E-F2AC01D61CE5}"/>
              </a:ext>
            </a:extLst>
          </p:cNvPr>
          <p:cNvGrpSpPr/>
          <p:nvPr/>
        </p:nvGrpSpPr>
        <p:grpSpPr>
          <a:xfrm>
            <a:off x="4389120" y="2462784"/>
            <a:ext cx="1706830" cy="1514258"/>
            <a:chOff x="4389120" y="2462784"/>
            <a:chExt cx="1706830" cy="1514258"/>
          </a:xfrm>
        </p:grpSpPr>
        <p:sp>
          <p:nvSpPr>
            <p:cNvPr id="7" name="Oval 6">
              <a:extLst>
                <a:ext uri="{FF2B5EF4-FFF2-40B4-BE49-F238E27FC236}">
                  <a16:creationId xmlns:a16="http://schemas.microsoft.com/office/drawing/2014/main" id="{A94D98DD-7FE8-7E41-B04E-366BB53CDEA2}"/>
                </a:ext>
              </a:extLst>
            </p:cNvPr>
            <p:cNvSpPr/>
            <p:nvPr/>
          </p:nvSpPr>
          <p:spPr>
            <a:xfrm>
              <a:off x="4389120" y="2462784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4" name="Oval 13">
              <a:extLst>
                <a:ext uri="{FF2B5EF4-FFF2-40B4-BE49-F238E27FC236}">
                  <a16:creationId xmlns:a16="http://schemas.microsoft.com/office/drawing/2014/main" id="{6139C00F-2B42-364A-AF32-F9BEFA279E9A}"/>
                </a:ext>
              </a:extLst>
            </p:cNvPr>
            <p:cNvSpPr/>
            <p:nvPr/>
          </p:nvSpPr>
          <p:spPr>
            <a:xfrm>
              <a:off x="4389120" y="3018745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" name="Oval 14">
              <a:extLst>
                <a:ext uri="{FF2B5EF4-FFF2-40B4-BE49-F238E27FC236}">
                  <a16:creationId xmlns:a16="http://schemas.microsoft.com/office/drawing/2014/main" id="{1DAF3EE3-3362-1340-8EB5-DD7CFD98CCC6}"/>
                </a:ext>
              </a:extLst>
            </p:cNvPr>
            <p:cNvSpPr/>
            <p:nvPr/>
          </p:nvSpPr>
          <p:spPr>
            <a:xfrm>
              <a:off x="4389120" y="3574706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6" name="Oval 15">
              <a:extLst>
                <a:ext uri="{FF2B5EF4-FFF2-40B4-BE49-F238E27FC236}">
                  <a16:creationId xmlns:a16="http://schemas.microsoft.com/office/drawing/2014/main" id="{DC2D0F69-7E7F-2E40-B1C9-DE1702CBA34B}"/>
                </a:ext>
              </a:extLst>
            </p:cNvPr>
            <p:cNvSpPr/>
            <p:nvPr/>
          </p:nvSpPr>
          <p:spPr>
            <a:xfrm>
              <a:off x="5029200" y="2768809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7" name="Oval 16">
              <a:extLst>
                <a:ext uri="{FF2B5EF4-FFF2-40B4-BE49-F238E27FC236}">
                  <a16:creationId xmlns:a16="http://schemas.microsoft.com/office/drawing/2014/main" id="{C0996293-3253-A24E-8620-B56032991E1E}"/>
                </a:ext>
              </a:extLst>
            </p:cNvPr>
            <p:cNvSpPr/>
            <p:nvPr/>
          </p:nvSpPr>
          <p:spPr>
            <a:xfrm>
              <a:off x="5029200" y="3350379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8" name="Oval 17">
              <a:extLst>
                <a:ext uri="{FF2B5EF4-FFF2-40B4-BE49-F238E27FC236}">
                  <a16:creationId xmlns:a16="http://schemas.microsoft.com/office/drawing/2014/main" id="{951131C4-FF60-224B-BC38-D87D8D6FA0CA}"/>
                </a:ext>
              </a:extLst>
            </p:cNvPr>
            <p:cNvSpPr/>
            <p:nvPr/>
          </p:nvSpPr>
          <p:spPr>
            <a:xfrm>
              <a:off x="5693614" y="2757135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9" name="Oval 18">
              <a:extLst>
                <a:ext uri="{FF2B5EF4-FFF2-40B4-BE49-F238E27FC236}">
                  <a16:creationId xmlns:a16="http://schemas.microsoft.com/office/drawing/2014/main" id="{B8B48489-9C69-4D40-BDFE-F1F3E18DB1B6}"/>
                </a:ext>
              </a:extLst>
            </p:cNvPr>
            <p:cNvSpPr/>
            <p:nvPr/>
          </p:nvSpPr>
          <p:spPr>
            <a:xfrm>
              <a:off x="5669280" y="3338187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13" name="Straight Connector 12">
              <a:extLst>
                <a:ext uri="{FF2B5EF4-FFF2-40B4-BE49-F238E27FC236}">
                  <a16:creationId xmlns:a16="http://schemas.microsoft.com/office/drawing/2014/main" id="{BA332EFC-6E20-404E-B273-6048E1BBD5E4}"/>
                </a:ext>
              </a:extLst>
            </p:cNvPr>
            <p:cNvCxnSpPr>
              <a:stCxn id="7" idx="6"/>
              <a:endCxn id="16" idx="2"/>
            </p:cNvCxnSpPr>
            <p:nvPr/>
          </p:nvCxnSpPr>
          <p:spPr>
            <a:xfrm>
              <a:off x="4791456" y="2663952"/>
              <a:ext cx="237744" cy="30602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4" name="Straight Connector 23">
              <a:extLst>
                <a:ext uri="{FF2B5EF4-FFF2-40B4-BE49-F238E27FC236}">
                  <a16:creationId xmlns:a16="http://schemas.microsoft.com/office/drawing/2014/main" id="{BD276510-2BAB-DF4F-9D9A-9520DFF87035}"/>
                </a:ext>
              </a:extLst>
            </p:cNvPr>
            <p:cNvCxnSpPr>
              <a:cxnSpLocks/>
              <a:stCxn id="7" idx="6"/>
            </p:cNvCxnSpPr>
            <p:nvPr/>
          </p:nvCxnSpPr>
          <p:spPr>
            <a:xfrm>
              <a:off x="4791456" y="2663952"/>
              <a:ext cx="237744" cy="86198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6" name="Straight Connector 25">
              <a:extLst>
                <a:ext uri="{FF2B5EF4-FFF2-40B4-BE49-F238E27FC236}">
                  <a16:creationId xmlns:a16="http://schemas.microsoft.com/office/drawing/2014/main" id="{8B23D634-2805-7A49-8E34-8CE790A8CE0A}"/>
                </a:ext>
              </a:extLst>
            </p:cNvPr>
            <p:cNvCxnSpPr>
              <a:cxnSpLocks/>
              <a:stCxn id="14" idx="6"/>
              <a:endCxn id="16" idx="2"/>
            </p:cNvCxnSpPr>
            <p:nvPr/>
          </p:nvCxnSpPr>
          <p:spPr>
            <a:xfrm flipV="1">
              <a:off x="4791456" y="2969977"/>
              <a:ext cx="237744" cy="24993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29" name="Straight Connector 28">
              <a:extLst>
                <a:ext uri="{FF2B5EF4-FFF2-40B4-BE49-F238E27FC236}">
                  <a16:creationId xmlns:a16="http://schemas.microsoft.com/office/drawing/2014/main" id="{FDF5D8D1-C1AE-E846-AB94-1D186FA0F07C}"/>
                </a:ext>
              </a:extLst>
            </p:cNvPr>
            <p:cNvCxnSpPr/>
            <p:nvPr/>
          </p:nvCxnSpPr>
          <p:spPr>
            <a:xfrm>
              <a:off x="4794479" y="3244297"/>
              <a:ext cx="237744" cy="30602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0" name="Straight Connector 29">
              <a:extLst>
                <a:ext uri="{FF2B5EF4-FFF2-40B4-BE49-F238E27FC236}">
                  <a16:creationId xmlns:a16="http://schemas.microsoft.com/office/drawing/2014/main" id="{251C1193-62F2-354F-A8CE-0FA3D697DFC8}"/>
                </a:ext>
              </a:extLst>
            </p:cNvPr>
            <p:cNvCxnSpPr>
              <a:cxnSpLocks/>
              <a:endCxn id="16" idx="2"/>
            </p:cNvCxnSpPr>
            <p:nvPr/>
          </p:nvCxnSpPr>
          <p:spPr>
            <a:xfrm flipV="1">
              <a:off x="4791456" y="2969977"/>
              <a:ext cx="237744" cy="805897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2" name="Straight Connector 31">
              <a:extLst>
                <a:ext uri="{FF2B5EF4-FFF2-40B4-BE49-F238E27FC236}">
                  <a16:creationId xmlns:a16="http://schemas.microsoft.com/office/drawing/2014/main" id="{1573EECD-4B5A-8D41-8D34-E1AF38877AB8}"/>
                </a:ext>
              </a:extLst>
            </p:cNvPr>
            <p:cNvCxnSpPr>
              <a:cxnSpLocks/>
              <a:endCxn id="17" idx="2"/>
            </p:cNvCxnSpPr>
            <p:nvPr/>
          </p:nvCxnSpPr>
          <p:spPr>
            <a:xfrm flipV="1">
              <a:off x="4791456" y="3551547"/>
              <a:ext cx="237744" cy="224327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4" name="Straight Connector 33">
              <a:extLst>
                <a:ext uri="{FF2B5EF4-FFF2-40B4-BE49-F238E27FC236}">
                  <a16:creationId xmlns:a16="http://schemas.microsoft.com/office/drawing/2014/main" id="{48772C40-0889-2A4E-8A8E-CFC581C7AB5A}"/>
                </a:ext>
              </a:extLst>
            </p:cNvPr>
            <p:cNvCxnSpPr>
              <a:cxnSpLocks/>
              <a:endCxn id="18" idx="2"/>
            </p:cNvCxnSpPr>
            <p:nvPr/>
          </p:nvCxnSpPr>
          <p:spPr>
            <a:xfrm flipV="1">
              <a:off x="5431536" y="2958303"/>
              <a:ext cx="262078" cy="3301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6" name="Straight Connector 35">
              <a:extLst>
                <a:ext uri="{FF2B5EF4-FFF2-40B4-BE49-F238E27FC236}">
                  <a16:creationId xmlns:a16="http://schemas.microsoft.com/office/drawing/2014/main" id="{19EE639C-E0D7-E04F-92F1-5D0DD82D4CE1}"/>
                </a:ext>
              </a:extLst>
            </p:cNvPr>
            <p:cNvCxnSpPr>
              <a:cxnSpLocks/>
              <a:endCxn id="19" idx="2"/>
            </p:cNvCxnSpPr>
            <p:nvPr/>
          </p:nvCxnSpPr>
          <p:spPr>
            <a:xfrm>
              <a:off x="5431536" y="3023616"/>
              <a:ext cx="237744" cy="51573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38" name="Straight Connector 37">
              <a:extLst>
                <a:ext uri="{FF2B5EF4-FFF2-40B4-BE49-F238E27FC236}">
                  <a16:creationId xmlns:a16="http://schemas.microsoft.com/office/drawing/2014/main" id="{CFD7622E-658A-774D-BA68-C9F83CD09867}"/>
                </a:ext>
              </a:extLst>
            </p:cNvPr>
            <p:cNvCxnSpPr>
              <a:cxnSpLocks/>
              <a:endCxn id="18" idx="2"/>
            </p:cNvCxnSpPr>
            <p:nvPr/>
          </p:nvCxnSpPr>
          <p:spPr>
            <a:xfrm flipV="1">
              <a:off x="5428513" y="2958303"/>
              <a:ext cx="265101" cy="58959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40" name="Straight Connector 39">
              <a:extLst>
                <a:ext uri="{FF2B5EF4-FFF2-40B4-BE49-F238E27FC236}">
                  <a16:creationId xmlns:a16="http://schemas.microsoft.com/office/drawing/2014/main" id="{20673D27-4A5A-BC45-98FF-FD391846B24E}"/>
                </a:ext>
              </a:extLst>
            </p:cNvPr>
            <p:cNvCxnSpPr>
              <a:cxnSpLocks/>
              <a:endCxn id="19" idx="2"/>
            </p:cNvCxnSpPr>
            <p:nvPr/>
          </p:nvCxnSpPr>
          <p:spPr>
            <a:xfrm>
              <a:off x="5431536" y="3510697"/>
              <a:ext cx="237744" cy="2865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grpSp>
        <p:nvGrpSpPr>
          <p:cNvPr id="43" name="Group 42">
            <a:extLst>
              <a:ext uri="{FF2B5EF4-FFF2-40B4-BE49-F238E27FC236}">
                <a16:creationId xmlns:a16="http://schemas.microsoft.com/office/drawing/2014/main" id="{8FF9B0E9-30AE-8D49-BC39-31E6D2686F9C}"/>
              </a:ext>
            </a:extLst>
          </p:cNvPr>
          <p:cNvGrpSpPr/>
          <p:nvPr/>
        </p:nvGrpSpPr>
        <p:grpSpPr>
          <a:xfrm>
            <a:off x="4389120" y="4471759"/>
            <a:ext cx="1706830" cy="1514258"/>
            <a:chOff x="4389120" y="2462784"/>
            <a:chExt cx="1706830" cy="1514258"/>
          </a:xfrm>
        </p:grpSpPr>
        <p:sp>
          <p:nvSpPr>
            <p:cNvPr id="44" name="Oval 43">
              <a:extLst>
                <a:ext uri="{FF2B5EF4-FFF2-40B4-BE49-F238E27FC236}">
                  <a16:creationId xmlns:a16="http://schemas.microsoft.com/office/drawing/2014/main" id="{F3678FEA-DA4C-1D42-B54E-798DD02EA045}"/>
                </a:ext>
              </a:extLst>
            </p:cNvPr>
            <p:cNvSpPr/>
            <p:nvPr/>
          </p:nvSpPr>
          <p:spPr>
            <a:xfrm>
              <a:off x="4389120" y="2462784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5" name="Oval 44">
              <a:extLst>
                <a:ext uri="{FF2B5EF4-FFF2-40B4-BE49-F238E27FC236}">
                  <a16:creationId xmlns:a16="http://schemas.microsoft.com/office/drawing/2014/main" id="{8BD0C4A4-61CC-4641-83EB-679043C2CE92}"/>
                </a:ext>
              </a:extLst>
            </p:cNvPr>
            <p:cNvSpPr/>
            <p:nvPr/>
          </p:nvSpPr>
          <p:spPr>
            <a:xfrm>
              <a:off x="4389120" y="3018745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6" name="Oval 45">
              <a:extLst>
                <a:ext uri="{FF2B5EF4-FFF2-40B4-BE49-F238E27FC236}">
                  <a16:creationId xmlns:a16="http://schemas.microsoft.com/office/drawing/2014/main" id="{094ACF8C-4124-FC40-B89D-8F3F5B943B67}"/>
                </a:ext>
              </a:extLst>
            </p:cNvPr>
            <p:cNvSpPr/>
            <p:nvPr/>
          </p:nvSpPr>
          <p:spPr>
            <a:xfrm>
              <a:off x="4389120" y="3574706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7" name="Oval 46">
              <a:extLst>
                <a:ext uri="{FF2B5EF4-FFF2-40B4-BE49-F238E27FC236}">
                  <a16:creationId xmlns:a16="http://schemas.microsoft.com/office/drawing/2014/main" id="{E551F02C-D1AD-7A46-AEA4-A63425549F03}"/>
                </a:ext>
              </a:extLst>
            </p:cNvPr>
            <p:cNvSpPr/>
            <p:nvPr/>
          </p:nvSpPr>
          <p:spPr>
            <a:xfrm>
              <a:off x="5029200" y="2768809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8" name="Oval 47">
              <a:extLst>
                <a:ext uri="{FF2B5EF4-FFF2-40B4-BE49-F238E27FC236}">
                  <a16:creationId xmlns:a16="http://schemas.microsoft.com/office/drawing/2014/main" id="{23F6689A-B911-8F43-A7F1-B8C03BCD03F8}"/>
                </a:ext>
              </a:extLst>
            </p:cNvPr>
            <p:cNvSpPr/>
            <p:nvPr/>
          </p:nvSpPr>
          <p:spPr>
            <a:xfrm>
              <a:off x="5029200" y="3350379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49" name="Oval 48">
              <a:extLst>
                <a:ext uri="{FF2B5EF4-FFF2-40B4-BE49-F238E27FC236}">
                  <a16:creationId xmlns:a16="http://schemas.microsoft.com/office/drawing/2014/main" id="{FFE233F0-B424-1442-9368-0821404E1FD2}"/>
                </a:ext>
              </a:extLst>
            </p:cNvPr>
            <p:cNvSpPr/>
            <p:nvPr/>
          </p:nvSpPr>
          <p:spPr>
            <a:xfrm>
              <a:off x="5693614" y="2757135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50" name="Oval 49">
              <a:extLst>
                <a:ext uri="{FF2B5EF4-FFF2-40B4-BE49-F238E27FC236}">
                  <a16:creationId xmlns:a16="http://schemas.microsoft.com/office/drawing/2014/main" id="{3ACB3162-84AF-0B4A-ADBC-5DE59B2452D8}"/>
                </a:ext>
              </a:extLst>
            </p:cNvPr>
            <p:cNvSpPr/>
            <p:nvPr/>
          </p:nvSpPr>
          <p:spPr>
            <a:xfrm>
              <a:off x="5669280" y="3338187"/>
              <a:ext cx="402336" cy="402336"/>
            </a:xfrm>
            <a:prstGeom prst="ellipse">
              <a:avLst/>
            </a:prstGeom>
            <a:solidFill>
              <a:schemeClr val="bg2"/>
            </a:solidFill>
            <a:ln w="952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cxnSp>
          <p:nvCxnSpPr>
            <p:cNvPr id="51" name="Straight Connector 50">
              <a:extLst>
                <a:ext uri="{FF2B5EF4-FFF2-40B4-BE49-F238E27FC236}">
                  <a16:creationId xmlns:a16="http://schemas.microsoft.com/office/drawing/2014/main" id="{EC023187-82AB-FB42-BE83-58F26F54AE0F}"/>
                </a:ext>
              </a:extLst>
            </p:cNvPr>
            <p:cNvCxnSpPr>
              <a:stCxn id="44" idx="6"/>
              <a:endCxn id="47" idx="2"/>
            </p:cNvCxnSpPr>
            <p:nvPr/>
          </p:nvCxnSpPr>
          <p:spPr>
            <a:xfrm>
              <a:off x="4791456" y="2663952"/>
              <a:ext cx="237744" cy="30602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2" name="Straight Connector 51">
              <a:extLst>
                <a:ext uri="{FF2B5EF4-FFF2-40B4-BE49-F238E27FC236}">
                  <a16:creationId xmlns:a16="http://schemas.microsoft.com/office/drawing/2014/main" id="{0C86BA74-1596-E24F-9D76-78FD46FE2DA7}"/>
                </a:ext>
              </a:extLst>
            </p:cNvPr>
            <p:cNvCxnSpPr>
              <a:cxnSpLocks/>
              <a:stCxn id="44" idx="6"/>
            </p:cNvCxnSpPr>
            <p:nvPr/>
          </p:nvCxnSpPr>
          <p:spPr>
            <a:xfrm>
              <a:off x="4791456" y="2663952"/>
              <a:ext cx="237744" cy="86198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3" name="Straight Connector 52">
              <a:extLst>
                <a:ext uri="{FF2B5EF4-FFF2-40B4-BE49-F238E27FC236}">
                  <a16:creationId xmlns:a16="http://schemas.microsoft.com/office/drawing/2014/main" id="{EFF7875F-74DE-1543-92B8-949A14325599}"/>
                </a:ext>
              </a:extLst>
            </p:cNvPr>
            <p:cNvCxnSpPr>
              <a:cxnSpLocks/>
              <a:stCxn id="45" idx="6"/>
              <a:endCxn id="47" idx="2"/>
            </p:cNvCxnSpPr>
            <p:nvPr/>
          </p:nvCxnSpPr>
          <p:spPr>
            <a:xfrm flipV="1">
              <a:off x="4791456" y="2969977"/>
              <a:ext cx="237744" cy="249936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4" name="Straight Connector 53">
              <a:extLst>
                <a:ext uri="{FF2B5EF4-FFF2-40B4-BE49-F238E27FC236}">
                  <a16:creationId xmlns:a16="http://schemas.microsoft.com/office/drawing/2014/main" id="{C47BD6AB-6EF6-C547-BD49-BED71B870C67}"/>
                </a:ext>
              </a:extLst>
            </p:cNvPr>
            <p:cNvCxnSpPr/>
            <p:nvPr/>
          </p:nvCxnSpPr>
          <p:spPr>
            <a:xfrm>
              <a:off x="4794479" y="3244297"/>
              <a:ext cx="237744" cy="306025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5" name="Straight Connector 54">
              <a:extLst>
                <a:ext uri="{FF2B5EF4-FFF2-40B4-BE49-F238E27FC236}">
                  <a16:creationId xmlns:a16="http://schemas.microsoft.com/office/drawing/2014/main" id="{2C8E76BC-5B57-A446-8C60-277EB8A6F445}"/>
                </a:ext>
              </a:extLst>
            </p:cNvPr>
            <p:cNvCxnSpPr>
              <a:cxnSpLocks/>
              <a:endCxn id="47" idx="2"/>
            </p:cNvCxnSpPr>
            <p:nvPr/>
          </p:nvCxnSpPr>
          <p:spPr>
            <a:xfrm flipV="1">
              <a:off x="4791456" y="2969977"/>
              <a:ext cx="237744" cy="805897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6" name="Straight Connector 55">
              <a:extLst>
                <a:ext uri="{FF2B5EF4-FFF2-40B4-BE49-F238E27FC236}">
                  <a16:creationId xmlns:a16="http://schemas.microsoft.com/office/drawing/2014/main" id="{83D80A60-39C6-4E4A-AAE8-5EAECB7F989A}"/>
                </a:ext>
              </a:extLst>
            </p:cNvPr>
            <p:cNvCxnSpPr>
              <a:cxnSpLocks/>
              <a:endCxn id="48" idx="2"/>
            </p:cNvCxnSpPr>
            <p:nvPr/>
          </p:nvCxnSpPr>
          <p:spPr>
            <a:xfrm flipV="1">
              <a:off x="4791456" y="3551547"/>
              <a:ext cx="237744" cy="224327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7" name="Straight Connector 56">
              <a:extLst>
                <a:ext uri="{FF2B5EF4-FFF2-40B4-BE49-F238E27FC236}">
                  <a16:creationId xmlns:a16="http://schemas.microsoft.com/office/drawing/2014/main" id="{8A514A94-3596-7740-B666-49A11D593029}"/>
                </a:ext>
              </a:extLst>
            </p:cNvPr>
            <p:cNvCxnSpPr>
              <a:cxnSpLocks/>
              <a:endCxn id="49" idx="2"/>
            </p:cNvCxnSpPr>
            <p:nvPr/>
          </p:nvCxnSpPr>
          <p:spPr>
            <a:xfrm flipV="1">
              <a:off x="5431536" y="2958303"/>
              <a:ext cx="262078" cy="33010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8" name="Straight Connector 57">
              <a:extLst>
                <a:ext uri="{FF2B5EF4-FFF2-40B4-BE49-F238E27FC236}">
                  <a16:creationId xmlns:a16="http://schemas.microsoft.com/office/drawing/2014/main" id="{0955B991-A9F0-FD46-9CA0-2724A62AF010}"/>
                </a:ext>
              </a:extLst>
            </p:cNvPr>
            <p:cNvCxnSpPr>
              <a:cxnSpLocks/>
              <a:endCxn id="50" idx="2"/>
            </p:cNvCxnSpPr>
            <p:nvPr/>
          </p:nvCxnSpPr>
          <p:spPr>
            <a:xfrm>
              <a:off x="5431536" y="3023616"/>
              <a:ext cx="237744" cy="515739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59" name="Straight Connector 58">
              <a:extLst>
                <a:ext uri="{FF2B5EF4-FFF2-40B4-BE49-F238E27FC236}">
                  <a16:creationId xmlns:a16="http://schemas.microsoft.com/office/drawing/2014/main" id="{8E2049A1-4F7E-BC4D-ABF5-CFDFEE650154}"/>
                </a:ext>
              </a:extLst>
            </p:cNvPr>
            <p:cNvCxnSpPr>
              <a:cxnSpLocks/>
              <a:endCxn id="49" idx="2"/>
            </p:cNvCxnSpPr>
            <p:nvPr/>
          </p:nvCxnSpPr>
          <p:spPr>
            <a:xfrm flipV="1">
              <a:off x="5428513" y="2958303"/>
              <a:ext cx="265101" cy="58959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  <p:cxnSp>
          <p:nvCxnSpPr>
            <p:cNvPr id="60" name="Straight Connector 59">
              <a:extLst>
                <a:ext uri="{FF2B5EF4-FFF2-40B4-BE49-F238E27FC236}">
                  <a16:creationId xmlns:a16="http://schemas.microsoft.com/office/drawing/2014/main" id="{19E276FE-F1A9-774E-9F18-6D59628A033A}"/>
                </a:ext>
              </a:extLst>
            </p:cNvPr>
            <p:cNvCxnSpPr>
              <a:cxnSpLocks/>
              <a:endCxn id="50" idx="2"/>
            </p:cNvCxnSpPr>
            <p:nvPr/>
          </p:nvCxnSpPr>
          <p:spPr>
            <a:xfrm>
              <a:off x="5431536" y="3510697"/>
              <a:ext cx="237744" cy="28658"/>
            </a:xfrm>
            <a:prstGeom prst="line">
              <a:avLst/>
            </a:prstGeom>
            <a:ln w="28575"/>
          </p:spPr>
          <p:style>
            <a:lnRef idx="1">
              <a:schemeClr val="dk1"/>
            </a:lnRef>
            <a:fillRef idx="0">
              <a:schemeClr val="dk1"/>
            </a:fillRef>
            <a:effectRef idx="0">
              <a:schemeClr val="dk1"/>
            </a:effectRef>
            <a:fontRef idx="minor">
              <a:schemeClr val="tx1"/>
            </a:fontRef>
          </p:style>
        </p:cxnSp>
      </p:grpSp>
      <p:cxnSp>
        <p:nvCxnSpPr>
          <p:cNvPr id="42" name="Straight Arrow Connector 41">
            <a:extLst>
              <a:ext uri="{FF2B5EF4-FFF2-40B4-BE49-F238E27FC236}">
                <a16:creationId xmlns:a16="http://schemas.microsoft.com/office/drawing/2014/main" id="{5B1349F1-74AD-1A47-90B5-4501566FCB74}"/>
              </a:ext>
            </a:extLst>
          </p:cNvPr>
          <p:cNvCxnSpPr>
            <a:cxnSpLocks/>
            <a:stCxn id="11" idx="3"/>
          </p:cNvCxnSpPr>
          <p:nvPr/>
        </p:nvCxnSpPr>
        <p:spPr>
          <a:xfrm>
            <a:off x="3178851" y="3250312"/>
            <a:ext cx="1092790" cy="0"/>
          </a:xfrm>
          <a:prstGeom prst="straightConnector1">
            <a:avLst/>
          </a:prstGeom>
          <a:ln w="57150">
            <a:solidFill>
              <a:srgbClr val="00206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3" name="Straight Arrow Connector 62">
            <a:extLst>
              <a:ext uri="{FF2B5EF4-FFF2-40B4-BE49-F238E27FC236}">
                <a16:creationId xmlns:a16="http://schemas.microsoft.com/office/drawing/2014/main" id="{C5D496C7-CF40-7249-9669-475EC32714D7}"/>
              </a:ext>
            </a:extLst>
          </p:cNvPr>
          <p:cNvCxnSpPr>
            <a:cxnSpLocks/>
            <a:stCxn id="12" idx="3"/>
          </p:cNvCxnSpPr>
          <p:nvPr/>
        </p:nvCxnSpPr>
        <p:spPr>
          <a:xfrm>
            <a:off x="3535212" y="5266339"/>
            <a:ext cx="707604" cy="0"/>
          </a:xfrm>
          <a:prstGeom prst="straightConnector1">
            <a:avLst/>
          </a:prstGeom>
          <a:ln w="57150">
            <a:solidFill>
              <a:srgbClr val="00206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7" name="Straight Arrow Connector 66">
            <a:extLst>
              <a:ext uri="{FF2B5EF4-FFF2-40B4-BE49-F238E27FC236}">
                <a16:creationId xmlns:a16="http://schemas.microsoft.com/office/drawing/2014/main" id="{25F4DDB1-CBB9-4341-9C96-F489B4D7350C}"/>
              </a:ext>
            </a:extLst>
          </p:cNvPr>
          <p:cNvCxnSpPr>
            <a:cxnSpLocks/>
          </p:cNvCxnSpPr>
          <p:nvPr/>
        </p:nvCxnSpPr>
        <p:spPr>
          <a:xfrm>
            <a:off x="6379251" y="3244297"/>
            <a:ext cx="1092790" cy="0"/>
          </a:xfrm>
          <a:prstGeom prst="straightConnector1">
            <a:avLst/>
          </a:prstGeom>
          <a:ln w="57150">
            <a:solidFill>
              <a:srgbClr val="00206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8" name="Straight Arrow Connector 67">
            <a:extLst>
              <a:ext uri="{FF2B5EF4-FFF2-40B4-BE49-F238E27FC236}">
                <a16:creationId xmlns:a16="http://schemas.microsoft.com/office/drawing/2014/main" id="{B69F3E86-8946-9D44-B77D-2BF4E0102669}"/>
              </a:ext>
            </a:extLst>
          </p:cNvPr>
          <p:cNvCxnSpPr>
            <a:cxnSpLocks/>
          </p:cNvCxnSpPr>
          <p:nvPr/>
        </p:nvCxnSpPr>
        <p:spPr>
          <a:xfrm>
            <a:off x="6379251" y="5228888"/>
            <a:ext cx="1092790" cy="0"/>
          </a:xfrm>
          <a:prstGeom prst="straightConnector1">
            <a:avLst/>
          </a:prstGeom>
          <a:ln w="57150">
            <a:solidFill>
              <a:srgbClr val="002060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9" name="TextBox 68">
            <a:extLst>
              <a:ext uri="{FF2B5EF4-FFF2-40B4-BE49-F238E27FC236}">
                <a16:creationId xmlns:a16="http://schemas.microsoft.com/office/drawing/2014/main" id="{51C6E98E-8B89-1245-8CE2-EE1B33615474}"/>
              </a:ext>
            </a:extLst>
          </p:cNvPr>
          <p:cNvSpPr txBox="1"/>
          <p:nvPr/>
        </p:nvSpPr>
        <p:spPr>
          <a:xfrm>
            <a:off x="7876395" y="3024681"/>
            <a:ext cx="8851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C00000"/>
                </a:solidFill>
              </a:rPr>
              <a:t>0.21</a:t>
            </a:r>
          </a:p>
        </p:txBody>
      </p:sp>
      <p:sp>
        <p:nvSpPr>
          <p:cNvPr id="70" name="TextBox 69">
            <a:extLst>
              <a:ext uri="{FF2B5EF4-FFF2-40B4-BE49-F238E27FC236}">
                <a16:creationId xmlns:a16="http://schemas.microsoft.com/office/drawing/2014/main" id="{8CBAF4BD-C7EE-1648-A10A-269F0C748C38}"/>
              </a:ext>
            </a:extLst>
          </p:cNvPr>
          <p:cNvSpPr txBox="1"/>
          <p:nvPr/>
        </p:nvSpPr>
        <p:spPr>
          <a:xfrm>
            <a:off x="7876395" y="4918510"/>
            <a:ext cx="8851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>
                <a:solidFill>
                  <a:srgbClr val="2A5218"/>
                </a:solidFill>
              </a:rPr>
              <a:t>0.13</a:t>
            </a:r>
          </a:p>
        </p:txBody>
      </p:sp>
      <p:sp>
        <p:nvSpPr>
          <p:cNvPr id="73" name="TextBox 72">
            <a:extLst>
              <a:ext uri="{FF2B5EF4-FFF2-40B4-BE49-F238E27FC236}">
                <a16:creationId xmlns:a16="http://schemas.microsoft.com/office/drawing/2014/main" id="{731353B0-D63A-F34C-80B8-5C644A43840D}"/>
              </a:ext>
            </a:extLst>
          </p:cNvPr>
          <p:cNvSpPr txBox="1"/>
          <p:nvPr/>
        </p:nvSpPr>
        <p:spPr>
          <a:xfrm>
            <a:off x="6906578" y="1217558"/>
            <a:ext cx="2824812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Risk of Death</a:t>
            </a:r>
          </a:p>
          <a:p>
            <a:pPr algn="ctr"/>
            <a:r>
              <a:rPr lang="en-US" sz="2800" dirty="0"/>
              <a:t>from Pneumonia</a:t>
            </a:r>
          </a:p>
        </p:txBody>
      </p:sp>
    </p:spTree>
    <p:extLst>
      <p:ext uri="{BB962C8B-B14F-4D97-AF65-F5344CB8AC3E}">
        <p14:creationId xmlns:p14="http://schemas.microsoft.com/office/powerpoint/2010/main" val="13584053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" name="Google Shape;77;p26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</a:pPr>
            <a:r>
              <a:rPr lang="en-US" dirty="0"/>
              <a:t>Deeper Dive into Use Cases</a:t>
            </a:r>
            <a:endParaRPr dirty="0"/>
          </a:p>
        </p:txBody>
      </p:sp>
      <p:graphicFrame>
        <p:nvGraphicFramePr>
          <p:cNvPr id="78" name="Google Shape;78;p26"/>
          <p:cNvGraphicFramePr/>
          <p:nvPr>
            <p:extLst>
              <p:ext uri="{D42A27DB-BD31-4B8C-83A1-F6EECF244321}">
                <p14:modId xmlns:p14="http://schemas.microsoft.com/office/powerpoint/2010/main" val="1465085978"/>
              </p:ext>
            </p:extLst>
          </p:nvPr>
        </p:nvGraphicFramePr>
        <p:xfrm>
          <a:off x="263476" y="1762929"/>
          <a:ext cx="11664950" cy="3410320"/>
        </p:xfrm>
        <a:graphic>
          <a:graphicData uri="http://schemas.openxmlformats.org/drawingml/2006/table">
            <a:tbl>
              <a:tblPr firstRow="1" bandRow="1">
                <a:noFill/>
                <a:tableStyleId>{5A04CC6A-533F-41F1-990F-45FB056E221C}</a:tableStyleId>
              </a:tblPr>
              <a:tblGrid>
                <a:gridCol w="2052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968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94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u="none" strike="noStrike" cap="none" dirty="0"/>
                        <a:t>Use Case</a:t>
                      </a:r>
                      <a:endParaRPr dirty="0"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u="none" strike="noStrike" cap="none"/>
                        <a:t>User</a:t>
                      </a: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u="none" strike="noStrike" cap="none" dirty="0"/>
                        <a:t>Task</a:t>
                      </a:r>
                      <a:endParaRPr dirty="0"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u="none" strike="noStrike" cap="none" dirty="0"/>
                        <a:t>What type of method?</a:t>
                      </a:r>
                      <a:endParaRPr dirty="0"/>
                    </a:p>
                  </a:txBody>
                  <a:tcPr marL="121925" marR="121925" marT="60950" marB="6095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4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/>
                        <a:t>Debugging</a:t>
                      </a: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121925" marR="121925" marT="60950" marB="6095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08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/>
                        <a:t>Improving performance</a:t>
                      </a: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121925" marR="121925" marT="60950" marB="6095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4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/>
                        <a:t>Trust</a:t>
                      </a: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900" u="none" strike="noStrike" cap="none"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121925" marR="121925" marT="60950" marB="6095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4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/>
                        <a:t>Interventions</a:t>
                      </a: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sz="1900" u="none" strike="noStrike" cap="none"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21925" marR="121925" marT="60950" marB="6095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4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/>
                        <a:t>Recourse</a:t>
                      </a: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121925" marR="121925" marT="60950" marB="6095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3" name="Google Shape;83;g71c82016f7_0_5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lvl="0"/>
            <a:r>
              <a:rPr lang="en-US" dirty="0"/>
              <a:t>Deeper Dive into Use Cases</a:t>
            </a:r>
            <a:endParaRPr dirty="0"/>
          </a:p>
        </p:txBody>
      </p:sp>
      <p:graphicFrame>
        <p:nvGraphicFramePr>
          <p:cNvPr id="84" name="Google Shape;84;g71c82016f7_0_5"/>
          <p:cNvGraphicFramePr/>
          <p:nvPr>
            <p:extLst>
              <p:ext uri="{D42A27DB-BD31-4B8C-83A1-F6EECF244321}">
                <p14:modId xmlns:p14="http://schemas.microsoft.com/office/powerpoint/2010/main" val="218261602"/>
              </p:ext>
            </p:extLst>
          </p:nvPr>
        </p:nvGraphicFramePr>
        <p:xfrm>
          <a:off x="263476" y="1762929"/>
          <a:ext cx="11664950" cy="3875970"/>
        </p:xfrm>
        <a:graphic>
          <a:graphicData uri="http://schemas.openxmlformats.org/drawingml/2006/table">
            <a:tbl>
              <a:tblPr firstRow="1" bandRow="1">
                <a:noFill/>
                <a:tableStyleId>{5A04CC6A-533F-41F1-990F-45FB056E221C}</a:tableStyleId>
              </a:tblPr>
              <a:tblGrid>
                <a:gridCol w="205287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6576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96875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494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u="none" strike="noStrike" cap="none"/>
                        <a:t>Use Case</a:t>
                      </a: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u="none" strike="noStrike" cap="none"/>
                        <a:t>User</a:t>
                      </a: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u="none" strike="noStrike" cap="none" dirty="0"/>
                        <a:t>Task</a:t>
                      </a:r>
                      <a:endParaRPr dirty="0"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u="none" strike="noStrike" cap="none"/>
                        <a:t>Global or Local</a:t>
                      </a:r>
                      <a:endParaRPr/>
                    </a:p>
                  </a:txBody>
                  <a:tcPr marL="121925" marR="121925" marT="60950" marB="6095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4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/>
                        <a:t>Debugging</a:t>
                      </a: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 dirty="0"/>
                        <a:t>ML Developer</a:t>
                      </a:r>
                      <a:endParaRPr dirty="0"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 dirty="0"/>
                        <a:t>Sanity check and improve “correctness”</a:t>
                      </a:r>
                      <a:endParaRPr dirty="0"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/>
                        <a:t>Both</a:t>
                      </a:r>
                      <a:endParaRPr/>
                    </a:p>
                  </a:txBody>
                  <a:tcPr marL="121925" marR="121925" marT="60950" marB="6095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08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/>
                        <a:t>Improving performance</a:t>
                      </a: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 dirty="0"/>
                        <a:t>Action-</a:t>
                      </a:r>
                      <a:endParaRPr dirty="0"/>
                    </a:p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 dirty="0"/>
                        <a:t>taker</a:t>
                      </a:r>
                      <a:endParaRPr dirty="0"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/>
                        <a:t>Decide to agree or override</a:t>
                      </a: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/>
                        <a:t>Local</a:t>
                      </a:r>
                      <a:endParaRPr/>
                    </a:p>
                  </a:txBody>
                  <a:tcPr marL="121925" marR="121925" marT="60950" marB="6095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4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/>
                        <a:t>Trust</a:t>
                      </a: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 dirty="0"/>
                        <a:t>Policymaker/Action-Taker</a:t>
                      </a:r>
                      <a:endParaRPr dirty="0"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/>
                        <a:t>Model use =&gt; better outcomes</a:t>
                      </a:r>
                      <a:endParaRPr sz="1900" u="none" strike="noStrike" cap="none"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/>
                        <a:t>Both</a:t>
                      </a:r>
                      <a:endParaRPr/>
                    </a:p>
                  </a:txBody>
                  <a:tcPr marL="121925" marR="121925" marT="60950" marB="6095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4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 dirty="0"/>
                        <a:t>Interventions</a:t>
                      </a:r>
                      <a:endParaRPr dirty="0"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 dirty="0"/>
                        <a:t>Action-Taker</a:t>
                      </a:r>
                      <a:endParaRPr dirty="0"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dirty="0"/>
                        <a:t>Improve outcomes</a:t>
                      </a:r>
                      <a:endParaRPr sz="1900" u="none" strike="noStrike" cap="none" dirty="0"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/>
                        <a:t>Local</a:t>
                      </a:r>
                      <a:endParaRPr/>
                    </a:p>
                  </a:txBody>
                  <a:tcPr marL="121925" marR="121925" marT="60950" marB="6095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4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 dirty="0"/>
                        <a:t>Recourse</a:t>
                      </a:r>
                      <a:endParaRPr dirty="0"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 dirty="0"/>
                        <a:t>Individual(s) affected</a:t>
                      </a:r>
                      <a:endParaRPr dirty="0"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 dirty="0"/>
                        <a:t>Provide information that the individual can understand and ideally change</a:t>
                      </a:r>
                      <a:endParaRPr dirty="0"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 dirty="0"/>
                        <a:t>Local</a:t>
                      </a:r>
                      <a:endParaRPr dirty="0"/>
                    </a:p>
                  </a:txBody>
                  <a:tcPr marL="121925" marR="121925" marT="60950" marB="6095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68C185E5-4100-4564-FC92-04060EDDBE6A}"/>
              </a:ext>
            </a:extLst>
          </p:cNvPr>
          <p:cNvSpPr/>
          <p:nvPr>
            <p:custDataLst>
              <p:tags r:id="rId2"/>
            </p:custDataLst>
          </p:nvPr>
        </p:nvSpPr>
        <p:spPr>
          <a:xfrm>
            <a:off x="444693" y="1742703"/>
            <a:ext cx="2371696" cy="2371696"/>
          </a:xfrm>
          <a:prstGeom prst="rect">
            <a:avLst/>
          </a:prstGeom>
          <a:blipFill>
            <a:blip r:embed="rId5">
              <a:extLst>
                <a:ext uri="{96DAC541-7B7A-43D3-8B79-37D633B846F1}">
                  <asvg:svgBlip xmlns:asvg="http://schemas.microsoft.com/office/drawing/2016/SVG/main" r:embed="rId6"/>
                </a:ext>
              </a:extLst>
            </a:blip>
            <a:stretch>
              <a:fillRect/>
            </a:stretch>
          </a:blipFill>
          <a:ln>
            <a:solidFill>
              <a:srgbClr val="FFFFF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A52764C2-DF5F-AB77-B98D-B5545D19DDF2}"/>
              </a:ext>
            </a:extLst>
          </p:cNvPr>
          <p:cNvSpPr/>
          <p:nvPr>
            <p:custDataLst>
              <p:tags r:id="rId3"/>
            </p:custDataLst>
          </p:nvPr>
        </p:nvSpPr>
        <p:spPr>
          <a:xfrm>
            <a:off x="3112851" y="1000897"/>
            <a:ext cx="8486226" cy="3855308"/>
          </a:xfrm>
          <a:prstGeom prst="rect">
            <a:avLst/>
          </a:prstGeom>
          <a:noFill/>
          <a:ln w="25400" cap="flat" cmpd="sng" algn="ctr">
            <a:solidFill>
              <a:srgbClr val="FFFFFF"/>
            </a:solidFill>
            <a:prstDash val="solid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4000" b="1">
                <a:solidFill>
                  <a:srgbClr val="000000"/>
                </a:solidFill>
              </a:rPr>
              <a:t>What properties do we want from an explanation?</a:t>
            </a:r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ED2DB226-3D73-FF18-1A0A-278810ABD579}"/>
              </a:ext>
            </a:extLst>
          </p:cNvPr>
          <p:cNvSpPr/>
          <p:nvPr/>
        </p:nvSpPr>
        <p:spPr>
          <a:xfrm>
            <a:off x="0" y="5820032"/>
            <a:ext cx="12192001" cy="1037968"/>
          </a:xfrm>
          <a:prstGeom prst="rect">
            <a:avLst/>
          </a:prstGeom>
          <a:solidFill>
            <a:srgbClr val="198038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1155" tIns="259492" rIns="1852888" bIns="203886" rtlCol="0" anchor="ctr">
            <a:normAutofit fontScale="85000" lnSpcReduction="10000"/>
          </a:bodyPr>
          <a:lstStyle/>
          <a:p>
            <a:r>
              <a:rPr lang="en-US" sz="2600">
                <a:solidFill>
                  <a:srgbClr val="FFFFFF"/>
                </a:solidFill>
              </a:rPr>
              <a:t>The </a:t>
            </a:r>
            <a:r>
              <a:rPr lang="en-US" sz="2600">
                <a:solidFill>
                  <a:srgbClr val="FFFFFF"/>
                </a:solidFill>
                <a:hlinkClick r:id="rId7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Slido app</a:t>
            </a:r>
            <a:r>
              <a:rPr lang="en-US" sz="2600">
                <a:solidFill>
                  <a:srgbClr val="FFFFFF"/>
                </a:solidFill>
              </a:rPr>
              <a:t> must be installed on every computer you’re presenting from</a:t>
            </a:r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F133CA08-DCDC-6F3C-0BF5-6E68BCB700C0}"/>
              </a:ext>
            </a:extLst>
          </p:cNvPr>
          <p:cNvPicPr>
            <a:picLocks/>
          </p:cNvPicPr>
          <p:nvPr/>
        </p:nvPicPr>
        <p:blipFill>
          <a:blip r:embed="rId8">
            <a:extLst>
              <a:ext uri="{96DAC541-7B7A-43D3-8B79-37D633B846F1}">
                <asvg:svgBlip xmlns:asvg="http://schemas.microsoft.com/office/drawing/2016/SVG/main" r:embed="rId9"/>
              </a:ext>
            </a:extLst>
          </a:blip>
          <a:stretch>
            <a:fillRect/>
          </a:stretch>
        </p:blipFill>
        <p:spPr>
          <a:xfrm>
            <a:off x="296462" y="6190785"/>
            <a:ext cx="296462" cy="296462"/>
          </a:xfrm>
          <a:prstGeom prst="rect">
            <a:avLst/>
          </a:prstGeom>
        </p:spPr>
      </p:pic>
      <p:sp>
        <p:nvSpPr>
          <p:cNvPr id="7" name="Trapezoid 6">
            <a:extLst>
              <a:ext uri="{FF2B5EF4-FFF2-40B4-BE49-F238E27FC236}">
                <a16:creationId xmlns:a16="http://schemas.microsoft.com/office/drawing/2014/main" id="{08F144D0-00E8-6E07-C42E-8AF5A4217083}"/>
              </a:ext>
            </a:extLst>
          </p:cNvPr>
          <p:cNvSpPr/>
          <p:nvPr/>
        </p:nvSpPr>
        <p:spPr>
          <a:xfrm rot="2700000">
            <a:off x="9620371" y="514924"/>
            <a:ext cx="3335198" cy="778213"/>
          </a:xfrm>
          <a:prstGeom prst="trapezoid">
            <a:avLst>
              <a:gd name="adj" fmla="val 100000"/>
            </a:avLst>
          </a:prstGeom>
          <a:solidFill>
            <a:srgbClr val="EDFAF2"/>
          </a:solidFill>
          <a:ln w="25400" cap="flat" cmpd="sng" algn="ctr">
            <a:noFill/>
            <a:prstDash val="solid"/>
          </a:ln>
          <a:effectLst/>
          <a:extLst>
            <a:ext uri="{91240B29-F687-4F45-9708-019B960494DF}">
              <a14:hiddenLine xmlns:a14="http://schemas.microsoft.com/office/drawing/2010/main" w="25400" cap="flat" cmpd="sng" algn="ctr">
                <a:solidFill>
                  <a:schemeClr val="accent1">
                    <a:shade val="15000"/>
                  </a:schemeClr>
                </a:solidFill>
                <a:prstDash val="solid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tIns="0" bIns="0" rtlCol="0" anchor="t">
            <a:normAutofit fontScale="70000" lnSpcReduction="20000"/>
          </a:bodyPr>
          <a:lstStyle/>
          <a:p>
            <a:pPr algn="ctr"/>
            <a:r>
              <a:rPr lang="en-US" sz="2600" b="1">
                <a:solidFill>
                  <a:srgbClr val="198038"/>
                </a:solidFill>
              </a:rPr>
              <a:t>Do not edit
</a:t>
            </a:r>
            <a:r>
              <a:rPr lang="en-US" sz="2200">
                <a:solidFill>
                  <a:srgbClr val="198038"/>
                </a:solidFill>
                <a:hlinkClick r:id="rId1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How to change the design</a:t>
            </a:r>
            <a:endParaRPr lang="en-US" sz="2200">
              <a:solidFill>
                <a:srgbClr val="198038"/>
              </a:solidFill>
            </a:endParaRPr>
          </a:p>
        </p:txBody>
      </p:sp>
      <p:pic>
        <p:nvPicPr>
          <p:cNvPr id="9" name="Graphic 8">
            <a:extLst>
              <a:ext uri="{FF2B5EF4-FFF2-40B4-BE49-F238E27FC236}">
                <a16:creationId xmlns:a16="http://schemas.microsoft.com/office/drawing/2014/main" id="{96E3CE3E-FB26-51F9-1113-52E9B52D6E2B}"/>
              </a:ext>
            </a:extLst>
          </p:cNvPr>
          <p:cNvPicPr>
            <a:picLocks/>
          </p:cNvPicPr>
          <p:nvPr/>
        </p:nvPicPr>
        <p:blipFill>
          <a:blip r:embed="rId11">
            <a:extLst>
              <a:ext uri="{96DAC541-7B7A-43D3-8B79-37D633B846F1}">
                <asvg:svgBlip xmlns:asvg="http://schemas.microsoft.com/office/drawing/2016/SVG/main" r:embed="rId12"/>
              </a:ext>
            </a:extLst>
          </a:blip>
          <a:stretch>
            <a:fillRect/>
          </a:stretch>
        </p:blipFill>
        <p:spPr>
          <a:xfrm>
            <a:off x="10746748" y="6153727"/>
            <a:ext cx="1111733" cy="370578"/>
          </a:xfrm>
          <a:prstGeom prst="rect">
            <a:avLst/>
          </a:prstGeom>
        </p:spPr>
      </p:pic>
    </p:spTree>
    <p:custDataLst>
      <p:tags r:id="rId1"/>
    </p:custDataLst>
    <p:extLst>
      <p:ext uri="{BB962C8B-B14F-4D97-AF65-F5344CB8AC3E}">
        <p14:creationId xmlns:p14="http://schemas.microsoft.com/office/powerpoint/2010/main" val="22754873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6" presetClass="emph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animEffect transition="out" filter="fade">
                                      <p:cBhvr>
                                        <p:cTn id="6" dur="50" tmFilter="0, 0; .2, .5; .8, .5; 1, 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  <p:animScale>
                                      <p:cBhvr>
                                        <p:cTn id="7" dur="25" autoRev="1" fill="hold"/>
                                        <p:tgtEl>
                                          <p:spTgt spid="3"/>
                                        </p:tgtEl>
                                      </p:cBhvr>
                                      <p:by x="105000" y="105000"/>
                                    </p:animScale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animBg="1"/>
    </p:bld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7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</a:pPr>
            <a:r>
              <a:rPr lang="en-US" sz="4320" dirty="0"/>
              <a:t>What do we want from an explanation?</a:t>
            </a:r>
            <a:endParaRPr dirty="0"/>
          </a:p>
        </p:txBody>
      </p:sp>
      <p:sp>
        <p:nvSpPr>
          <p:cNvPr id="90" name="Google Shape;90;p27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-US" b="1" dirty="0"/>
              <a:t>Fidelity:</a:t>
            </a:r>
            <a:r>
              <a:rPr lang="en-US" dirty="0"/>
              <a:t> how accurately they reflect the model.</a:t>
            </a:r>
          </a:p>
          <a:p>
            <a:pPr lvl="1"/>
            <a:r>
              <a:rPr lang="en-US" dirty="0"/>
              <a:t>“Liking” an explanation versus it being correct and useful</a:t>
            </a:r>
          </a:p>
          <a:p>
            <a:pPr marL="565150" lvl="1" indent="0">
              <a:buNone/>
            </a:pPr>
            <a:endParaRPr lang="en-US" dirty="0"/>
          </a:p>
          <a:p>
            <a:r>
              <a:rPr lang="en-US" b="1" dirty="0"/>
              <a:t>Comprehensibility:</a:t>
            </a:r>
            <a:r>
              <a:rPr lang="en-US" dirty="0"/>
              <a:t> how well humans grasp them.</a:t>
            </a:r>
          </a:p>
          <a:p>
            <a:pPr lvl="1"/>
            <a:r>
              <a:rPr lang="en-US" dirty="0"/>
              <a:t>Correct vs understandable</a:t>
            </a:r>
          </a:p>
          <a:p>
            <a:pPr lvl="1"/>
            <a:endParaRPr lang="en-US" dirty="0"/>
          </a:p>
          <a:p>
            <a:r>
              <a:rPr lang="en-US" b="1" dirty="0"/>
              <a:t>Usefulness:</a:t>
            </a:r>
            <a:r>
              <a:rPr lang="en-US" dirty="0"/>
              <a:t> how well they support a goal (debugging, intervention, regulation).</a:t>
            </a:r>
          </a:p>
          <a:p>
            <a:pPr lvl="1"/>
            <a:r>
              <a:rPr lang="en-US" dirty="0"/>
              <a:t>Correct and understandable vs usable</a:t>
            </a:r>
          </a:p>
        </p:txBody>
      </p:sp>
    </p:spTree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90" grpId="0" build="p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9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</a:pPr>
            <a:r>
              <a:rPr lang="en-US"/>
              <a:t>How to interpret specific models</a:t>
            </a:r>
            <a:endParaRPr/>
          </a:p>
        </p:txBody>
      </p:sp>
      <p:sp>
        <p:nvSpPr>
          <p:cNvPr id="102" name="Google Shape;102;p29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 dirty="0"/>
              <a:t>Decision Trees</a:t>
            </a:r>
            <a:endParaRPr dirty="0"/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 dirty="0"/>
              <a:t>RFs</a:t>
            </a:r>
            <a:endParaRPr dirty="0"/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 dirty="0"/>
              <a:t>NNs</a:t>
            </a:r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 dirty="0"/>
              <a:t>Are there other methods that are easier to interpret/understand out of the box?</a:t>
            </a:r>
            <a:endParaRPr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9A7CD10-BD92-E349-8B0A-410B8B631C4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z="2800" dirty="0"/>
              <a:t>How would we validate if an interpretability method is effective?</a:t>
            </a:r>
          </a:p>
        </p:txBody>
      </p:sp>
      <p:graphicFrame>
        <p:nvGraphicFramePr>
          <p:cNvPr id="4" name="Google Shape;78;p26">
            <a:extLst>
              <a:ext uri="{FF2B5EF4-FFF2-40B4-BE49-F238E27FC236}">
                <a16:creationId xmlns:a16="http://schemas.microsoft.com/office/drawing/2014/main" id="{BFCAA572-37A5-214E-AC62-0779C711026F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743395883"/>
              </p:ext>
            </p:extLst>
          </p:nvPr>
        </p:nvGraphicFramePr>
        <p:xfrm>
          <a:off x="263475" y="1911047"/>
          <a:ext cx="11150759" cy="3163125"/>
        </p:xfrm>
        <a:graphic>
          <a:graphicData uri="http://schemas.openxmlformats.org/drawingml/2006/table">
            <a:tbl>
              <a:tblPr firstRow="1" bandRow="1">
                <a:noFill/>
                <a:tableStyleId>{5A04CC6A-533F-41F1-990F-45FB056E221C}</a:tableStyleId>
              </a:tblPr>
              <a:tblGrid>
                <a:gridCol w="305779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09296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494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u="none" strike="noStrike" cap="none" dirty="0"/>
                        <a:t>Use Case</a:t>
                      </a:r>
                      <a:endParaRPr dirty="0"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2000" u="none" strike="noStrike" cap="none" dirty="0"/>
                        <a:t>Evaluation Methodology</a:t>
                      </a:r>
                      <a:endParaRPr dirty="0"/>
                    </a:p>
                  </a:txBody>
                  <a:tcPr marL="121925" marR="121925" marT="60950" marB="60950"/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94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/>
                        <a:t>Debugging</a:t>
                      </a: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21925" marR="121925" marT="60950" marB="60950"/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690875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/>
                        <a:t>Improving performance</a:t>
                      </a: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21925" marR="121925" marT="60950" marB="60950"/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94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/>
                        <a:t>Trust</a:t>
                      </a: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21925" marR="121925" marT="60950" marB="60950"/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94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/>
                        <a:t>Interventions</a:t>
                      </a: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/>
                    </a:p>
                  </a:txBody>
                  <a:tcPr marL="121925" marR="121925" marT="60950" marB="60950"/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94450">
                <a:tc>
                  <a:txBody>
                    <a:bodyPr/>
                    <a:lstStyle/>
                    <a:p>
                      <a:pPr marL="0" marR="0" lvl="0" indent="0" algn="l" rtl="0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US" sz="1900" u="none" strike="noStrike" cap="none"/>
                        <a:t>Recourse</a:t>
                      </a:r>
                      <a:endParaRPr/>
                    </a:p>
                  </a:txBody>
                  <a:tcPr marL="121925" marR="121925" marT="60950" marB="60950"/>
                </a:tc>
                <a:tc>
                  <a:txBody>
                    <a:bodyPr/>
                    <a:lstStyle/>
                    <a:p>
                      <a:pPr marL="0" lvl="0" indent="0" algn="l" rtl="0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endParaRPr dirty="0"/>
                    </a:p>
                  </a:txBody>
                  <a:tcPr marL="121925" marR="121925" marT="60950" marB="60950"/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148254827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9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</a:pPr>
            <a:r>
              <a:rPr lang="en-US" dirty="0"/>
              <a:t>Evaluating Explainable ML Methods</a:t>
            </a:r>
            <a:endParaRPr dirty="0"/>
          </a:p>
        </p:txBody>
      </p:sp>
      <p:sp>
        <p:nvSpPr>
          <p:cNvPr id="102" name="Google Shape;102;p29"/>
          <p:cNvSpPr txBox="1">
            <a:spLocks noGrp="1"/>
          </p:cNvSpPr>
          <p:nvPr>
            <p:ph type="body" idx="1"/>
          </p:nvPr>
        </p:nvSpPr>
        <p:spPr>
          <a:xfrm>
            <a:off x="415600" y="1090439"/>
            <a:ext cx="11360700" cy="568099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 dirty="0"/>
              <a:t>How easy is the method to apply to a new setting (either with an existing implementation or from the description in the paper)?</a:t>
            </a:r>
            <a:br>
              <a:rPr lang="en-US" dirty="0"/>
            </a:br>
            <a:endParaRPr lang="en-US" sz="1600" dirty="0"/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 dirty="0"/>
              <a:t>Are there parameters you need to choose? If so, how do you find good values and how sensitive are the results to these choices?</a:t>
            </a:r>
            <a:br>
              <a:rPr lang="en-US" dirty="0"/>
            </a:br>
            <a:endParaRPr lang="en-US" sz="1600" dirty="0"/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 dirty="0"/>
              <a:t>Do the explanations “make sense”? Are they internally consistent? Do they seem consistent with what you know about the context and the data?</a:t>
            </a:r>
            <a:br>
              <a:rPr lang="en-US" dirty="0"/>
            </a:br>
            <a:endParaRPr lang="en-US" sz="1600" dirty="0"/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 dirty="0"/>
              <a:t>Are the explanations useful? Would they actually improve outcomes for the given use case?</a:t>
            </a:r>
            <a:br>
              <a:rPr lang="en-US" dirty="0"/>
            </a:br>
            <a:endParaRPr lang="en-US" sz="1600" dirty="0"/>
          </a:p>
          <a:p>
            <a:pPr marL="457200" lvl="0" indent="-3810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Char char="●"/>
            </a:pPr>
            <a:r>
              <a:rPr lang="en-US" dirty="0"/>
              <a:t>Do you have to make any trade-offs to improve interpretability (e.g., computational time, model accuracy?)</a:t>
            </a: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1816246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2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2" grpId="0" build="p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7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</a:pPr>
            <a:r>
              <a:rPr lang="en-US" sz="4320" dirty="0" err="1"/>
              <a:t>Explainability</a:t>
            </a:r>
            <a:r>
              <a:rPr lang="en-US" sz="4320" dirty="0"/>
              <a:t> vs Accuracy?</a:t>
            </a:r>
            <a:endParaRPr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DC9417B-0447-C545-A79E-3FFC9C67C238}"/>
              </a:ext>
            </a:extLst>
          </p:cNvPr>
          <p:cNvCxnSpPr/>
          <p:nvPr/>
        </p:nvCxnSpPr>
        <p:spPr>
          <a:xfrm flipV="1">
            <a:off x="3218688" y="1527048"/>
            <a:ext cx="0" cy="392582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A71B561-453C-3948-A4B0-52DA35AF46EC}"/>
              </a:ext>
            </a:extLst>
          </p:cNvPr>
          <p:cNvCxnSpPr>
            <a:cxnSpLocks/>
          </p:cNvCxnSpPr>
          <p:nvPr/>
        </p:nvCxnSpPr>
        <p:spPr>
          <a:xfrm>
            <a:off x="3054096" y="5297424"/>
            <a:ext cx="5614416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9756852-E4B1-A545-9015-DEDB321C3A9A}"/>
              </a:ext>
            </a:extLst>
          </p:cNvPr>
          <p:cNvSpPr txBox="1"/>
          <p:nvPr/>
        </p:nvSpPr>
        <p:spPr>
          <a:xfrm>
            <a:off x="4953650" y="5452872"/>
            <a:ext cx="22846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Explainability</a:t>
            </a:r>
            <a:endParaRPr lang="en-US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532A32A-D242-2C4E-8DC6-DB322945C650}"/>
              </a:ext>
            </a:extLst>
          </p:cNvPr>
          <p:cNvSpPr txBox="1"/>
          <p:nvPr/>
        </p:nvSpPr>
        <p:spPr>
          <a:xfrm rot="16200000">
            <a:off x="1961169" y="3167389"/>
            <a:ext cx="166263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Accuracy</a:t>
            </a:r>
          </a:p>
        </p:txBody>
      </p:sp>
    </p:spTree>
    <p:extLst>
      <p:ext uri="{BB962C8B-B14F-4D97-AF65-F5344CB8AC3E}">
        <p14:creationId xmlns:p14="http://schemas.microsoft.com/office/powerpoint/2010/main" val="180919571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7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</a:pPr>
            <a:r>
              <a:rPr lang="en-US" sz="4320" dirty="0"/>
              <a:t>Explainability vs “Accuracy”?</a:t>
            </a:r>
            <a:endParaRPr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DC9417B-0447-C545-A79E-3FFC9C67C238}"/>
              </a:ext>
            </a:extLst>
          </p:cNvPr>
          <p:cNvCxnSpPr/>
          <p:nvPr/>
        </p:nvCxnSpPr>
        <p:spPr>
          <a:xfrm flipV="1">
            <a:off x="3218688" y="1527048"/>
            <a:ext cx="0" cy="392582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A71B561-453C-3948-A4B0-52DA35AF46EC}"/>
              </a:ext>
            </a:extLst>
          </p:cNvPr>
          <p:cNvCxnSpPr>
            <a:cxnSpLocks/>
          </p:cNvCxnSpPr>
          <p:nvPr/>
        </p:nvCxnSpPr>
        <p:spPr>
          <a:xfrm>
            <a:off x="3054096" y="5297424"/>
            <a:ext cx="5614416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9756852-E4B1-A545-9015-DEDB321C3A9A}"/>
              </a:ext>
            </a:extLst>
          </p:cNvPr>
          <p:cNvSpPr txBox="1"/>
          <p:nvPr/>
        </p:nvSpPr>
        <p:spPr>
          <a:xfrm>
            <a:off x="4953650" y="5452872"/>
            <a:ext cx="22846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Explainability</a:t>
            </a:r>
            <a:endParaRPr lang="en-US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532A32A-D242-2C4E-8DC6-DB322945C650}"/>
              </a:ext>
            </a:extLst>
          </p:cNvPr>
          <p:cNvSpPr txBox="1"/>
          <p:nvPr/>
        </p:nvSpPr>
        <p:spPr>
          <a:xfrm rot="16200000">
            <a:off x="755714" y="3228943"/>
            <a:ext cx="4073551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dirty="0"/>
              <a:t>“Accuracy”  (P@10% for example)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6573E69-DA7E-6445-B352-D095D8E26F1F}"/>
              </a:ext>
            </a:extLst>
          </p:cNvPr>
          <p:cNvSpPr/>
          <p:nvPr/>
        </p:nvSpPr>
        <p:spPr>
          <a:xfrm>
            <a:off x="8058912" y="4888992"/>
            <a:ext cx="256032" cy="256032"/>
          </a:xfrm>
          <a:prstGeom prst="ellipse">
            <a:avLst/>
          </a:prstGeom>
          <a:solidFill>
            <a:srgbClr val="0070C0"/>
          </a:solidFill>
          <a:ln w="3175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EA4034-1899-0643-B94F-E7764F4FD139}"/>
              </a:ext>
            </a:extLst>
          </p:cNvPr>
          <p:cNvSpPr txBox="1"/>
          <p:nvPr/>
        </p:nvSpPr>
        <p:spPr>
          <a:xfrm>
            <a:off x="8010549" y="4505015"/>
            <a:ext cx="2531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1" dirty="0">
                <a:solidFill>
                  <a:srgbClr val="002060"/>
                </a:solidFill>
              </a:rPr>
              <a:t>2-Deep Decision Tree</a:t>
            </a:r>
          </a:p>
        </p:txBody>
      </p:sp>
    </p:spTree>
    <p:extLst>
      <p:ext uri="{BB962C8B-B14F-4D97-AF65-F5344CB8AC3E}">
        <p14:creationId xmlns:p14="http://schemas.microsoft.com/office/powerpoint/2010/main" val="9741889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7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</a:pPr>
            <a:r>
              <a:rPr lang="en-US" sz="4320" dirty="0" err="1"/>
              <a:t>Explainability</a:t>
            </a:r>
            <a:r>
              <a:rPr lang="en-US" sz="4320" dirty="0"/>
              <a:t> vs Accuracy?</a:t>
            </a:r>
            <a:endParaRPr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DC9417B-0447-C545-A79E-3FFC9C67C238}"/>
              </a:ext>
            </a:extLst>
          </p:cNvPr>
          <p:cNvCxnSpPr/>
          <p:nvPr/>
        </p:nvCxnSpPr>
        <p:spPr>
          <a:xfrm flipV="1">
            <a:off x="3218688" y="1527048"/>
            <a:ext cx="0" cy="392582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A71B561-453C-3948-A4B0-52DA35AF46EC}"/>
              </a:ext>
            </a:extLst>
          </p:cNvPr>
          <p:cNvCxnSpPr>
            <a:cxnSpLocks/>
          </p:cNvCxnSpPr>
          <p:nvPr/>
        </p:nvCxnSpPr>
        <p:spPr>
          <a:xfrm>
            <a:off x="3054096" y="5297424"/>
            <a:ext cx="5614416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9756852-E4B1-A545-9015-DEDB321C3A9A}"/>
              </a:ext>
            </a:extLst>
          </p:cNvPr>
          <p:cNvSpPr txBox="1"/>
          <p:nvPr/>
        </p:nvSpPr>
        <p:spPr>
          <a:xfrm>
            <a:off x="4953650" y="5452872"/>
            <a:ext cx="22846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Explainability</a:t>
            </a:r>
            <a:endParaRPr lang="en-US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532A32A-D242-2C4E-8DC6-DB322945C650}"/>
              </a:ext>
            </a:extLst>
          </p:cNvPr>
          <p:cNvSpPr txBox="1"/>
          <p:nvPr/>
        </p:nvSpPr>
        <p:spPr>
          <a:xfrm rot="16200000">
            <a:off x="1961169" y="3167389"/>
            <a:ext cx="166263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Accuracy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6573E69-DA7E-6445-B352-D095D8E26F1F}"/>
              </a:ext>
            </a:extLst>
          </p:cNvPr>
          <p:cNvSpPr/>
          <p:nvPr/>
        </p:nvSpPr>
        <p:spPr>
          <a:xfrm>
            <a:off x="8058912" y="4888992"/>
            <a:ext cx="256032" cy="256032"/>
          </a:xfrm>
          <a:prstGeom prst="ellipse">
            <a:avLst/>
          </a:prstGeom>
          <a:solidFill>
            <a:srgbClr val="0070C0"/>
          </a:solidFill>
          <a:ln w="3175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EA4034-1899-0643-B94F-E7764F4FD139}"/>
              </a:ext>
            </a:extLst>
          </p:cNvPr>
          <p:cNvSpPr txBox="1"/>
          <p:nvPr/>
        </p:nvSpPr>
        <p:spPr>
          <a:xfrm>
            <a:off x="8010549" y="4505015"/>
            <a:ext cx="2531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1" dirty="0">
                <a:solidFill>
                  <a:srgbClr val="002060"/>
                </a:solidFill>
              </a:rPr>
              <a:t>2-Deep Decision Tree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BD4E6F7-29FA-A84A-8DCC-33AB47E49609}"/>
              </a:ext>
            </a:extLst>
          </p:cNvPr>
          <p:cNvSpPr/>
          <p:nvPr/>
        </p:nvSpPr>
        <p:spPr>
          <a:xfrm>
            <a:off x="3527558" y="1944552"/>
            <a:ext cx="256032" cy="256032"/>
          </a:xfrm>
          <a:prstGeom prst="ellipse">
            <a:avLst/>
          </a:prstGeom>
          <a:solidFill>
            <a:srgbClr val="0070C0"/>
          </a:solidFill>
          <a:ln w="3175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70AF49A-7F6E-E94B-AEF3-554E3713A7AA}"/>
              </a:ext>
            </a:extLst>
          </p:cNvPr>
          <p:cNvSpPr txBox="1"/>
          <p:nvPr/>
        </p:nvSpPr>
        <p:spPr>
          <a:xfrm>
            <a:off x="3479195" y="1560575"/>
            <a:ext cx="19672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1" dirty="0">
                <a:solidFill>
                  <a:srgbClr val="002060"/>
                </a:solidFill>
              </a:rPr>
              <a:t>Deep Neural Net</a:t>
            </a:r>
          </a:p>
        </p:txBody>
      </p:sp>
    </p:spTree>
    <p:extLst>
      <p:ext uri="{BB962C8B-B14F-4D97-AF65-F5344CB8AC3E}">
        <p14:creationId xmlns:p14="http://schemas.microsoft.com/office/powerpoint/2010/main" val="8824172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7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</a:pPr>
            <a:r>
              <a:rPr lang="en-US" sz="4320" dirty="0" err="1"/>
              <a:t>Explainability</a:t>
            </a:r>
            <a:r>
              <a:rPr lang="en-US" sz="4320" dirty="0"/>
              <a:t> vs Accuracy?</a:t>
            </a:r>
            <a:endParaRPr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DC9417B-0447-C545-A79E-3FFC9C67C238}"/>
              </a:ext>
            </a:extLst>
          </p:cNvPr>
          <p:cNvCxnSpPr/>
          <p:nvPr/>
        </p:nvCxnSpPr>
        <p:spPr>
          <a:xfrm flipV="1">
            <a:off x="3218688" y="1527048"/>
            <a:ext cx="0" cy="392582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A71B561-453C-3948-A4B0-52DA35AF46EC}"/>
              </a:ext>
            </a:extLst>
          </p:cNvPr>
          <p:cNvCxnSpPr>
            <a:cxnSpLocks/>
          </p:cNvCxnSpPr>
          <p:nvPr/>
        </p:nvCxnSpPr>
        <p:spPr>
          <a:xfrm>
            <a:off x="3054096" y="5297424"/>
            <a:ext cx="5614416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9756852-E4B1-A545-9015-DEDB321C3A9A}"/>
              </a:ext>
            </a:extLst>
          </p:cNvPr>
          <p:cNvSpPr txBox="1"/>
          <p:nvPr/>
        </p:nvSpPr>
        <p:spPr>
          <a:xfrm>
            <a:off x="4953650" y="5452872"/>
            <a:ext cx="22846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Explainability</a:t>
            </a:r>
            <a:endParaRPr lang="en-US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532A32A-D242-2C4E-8DC6-DB322945C650}"/>
              </a:ext>
            </a:extLst>
          </p:cNvPr>
          <p:cNvSpPr txBox="1"/>
          <p:nvPr/>
        </p:nvSpPr>
        <p:spPr>
          <a:xfrm rot="16200000">
            <a:off x="1961169" y="3167389"/>
            <a:ext cx="166263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Accuracy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6573E69-DA7E-6445-B352-D095D8E26F1F}"/>
              </a:ext>
            </a:extLst>
          </p:cNvPr>
          <p:cNvSpPr/>
          <p:nvPr/>
        </p:nvSpPr>
        <p:spPr>
          <a:xfrm>
            <a:off x="8058912" y="4888992"/>
            <a:ext cx="256032" cy="256032"/>
          </a:xfrm>
          <a:prstGeom prst="ellipse">
            <a:avLst/>
          </a:prstGeom>
          <a:solidFill>
            <a:srgbClr val="0070C0"/>
          </a:solidFill>
          <a:ln w="3175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EA4034-1899-0643-B94F-E7764F4FD139}"/>
              </a:ext>
            </a:extLst>
          </p:cNvPr>
          <p:cNvSpPr txBox="1"/>
          <p:nvPr/>
        </p:nvSpPr>
        <p:spPr>
          <a:xfrm>
            <a:off x="8010549" y="4505015"/>
            <a:ext cx="2531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1" dirty="0">
                <a:solidFill>
                  <a:srgbClr val="002060"/>
                </a:solidFill>
              </a:rPr>
              <a:t>2-Deep Decision Tree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BD4E6F7-29FA-A84A-8DCC-33AB47E49609}"/>
              </a:ext>
            </a:extLst>
          </p:cNvPr>
          <p:cNvSpPr/>
          <p:nvPr/>
        </p:nvSpPr>
        <p:spPr>
          <a:xfrm>
            <a:off x="3527558" y="1944552"/>
            <a:ext cx="256032" cy="256032"/>
          </a:xfrm>
          <a:prstGeom prst="ellipse">
            <a:avLst/>
          </a:prstGeom>
          <a:solidFill>
            <a:srgbClr val="0070C0"/>
          </a:solidFill>
          <a:ln w="3175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70AF49A-7F6E-E94B-AEF3-554E3713A7AA}"/>
              </a:ext>
            </a:extLst>
          </p:cNvPr>
          <p:cNvSpPr txBox="1"/>
          <p:nvPr/>
        </p:nvSpPr>
        <p:spPr>
          <a:xfrm>
            <a:off x="3479195" y="1560575"/>
            <a:ext cx="19672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1" dirty="0">
                <a:solidFill>
                  <a:srgbClr val="002060"/>
                </a:solidFill>
              </a:rPr>
              <a:t>Deep Neural Net</a:t>
            </a:r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F8DAF403-C13E-E244-AA72-BEB348F37F54}"/>
              </a:ext>
            </a:extLst>
          </p:cNvPr>
          <p:cNvSpPr/>
          <p:nvPr/>
        </p:nvSpPr>
        <p:spPr>
          <a:xfrm>
            <a:off x="3438144" y="1816608"/>
            <a:ext cx="4974336" cy="3267456"/>
          </a:xfrm>
          <a:custGeom>
            <a:avLst/>
            <a:gdLst>
              <a:gd name="connsiteX0" fmla="*/ 0 w 4974336"/>
              <a:gd name="connsiteY0" fmla="*/ 0 h 3267456"/>
              <a:gd name="connsiteX1" fmla="*/ 97536 w 4974336"/>
              <a:gd name="connsiteY1" fmla="*/ 24384 h 3267456"/>
              <a:gd name="connsiteX2" fmla="*/ 146304 w 4974336"/>
              <a:gd name="connsiteY2" fmla="*/ 134112 h 3267456"/>
              <a:gd name="connsiteX3" fmla="*/ 207264 w 4974336"/>
              <a:gd name="connsiteY3" fmla="*/ 207264 h 3267456"/>
              <a:gd name="connsiteX4" fmla="*/ 243840 w 4974336"/>
              <a:gd name="connsiteY4" fmla="*/ 231648 h 3267456"/>
              <a:gd name="connsiteX5" fmla="*/ 402336 w 4974336"/>
              <a:gd name="connsiteY5" fmla="*/ 243840 h 3267456"/>
              <a:gd name="connsiteX6" fmla="*/ 451104 w 4974336"/>
              <a:gd name="connsiteY6" fmla="*/ 316992 h 3267456"/>
              <a:gd name="connsiteX7" fmla="*/ 475488 w 4974336"/>
              <a:gd name="connsiteY7" fmla="*/ 353568 h 3267456"/>
              <a:gd name="connsiteX8" fmla="*/ 499872 w 4974336"/>
              <a:gd name="connsiteY8" fmla="*/ 426720 h 3267456"/>
              <a:gd name="connsiteX9" fmla="*/ 512064 w 4974336"/>
              <a:gd name="connsiteY9" fmla="*/ 463296 h 3267456"/>
              <a:gd name="connsiteX10" fmla="*/ 536448 w 4974336"/>
              <a:gd name="connsiteY10" fmla="*/ 499872 h 3267456"/>
              <a:gd name="connsiteX11" fmla="*/ 548640 w 4974336"/>
              <a:gd name="connsiteY11" fmla="*/ 548640 h 3267456"/>
              <a:gd name="connsiteX12" fmla="*/ 585216 w 4974336"/>
              <a:gd name="connsiteY12" fmla="*/ 658368 h 3267456"/>
              <a:gd name="connsiteX13" fmla="*/ 597408 w 4974336"/>
              <a:gd name="connsiteY13" fmla="*/ 694944 h 3267456"/>
              <a:gd name="connsiteX14" fmla="*/ 609600 w 4974336"/>
              <a:gd name="connsiteY14" fmla="*/ 755904 h 3267456"/>
              <a:gd name="connsiteX15" fmla="*/ 621792 w 4974336"/>
              <a:gd name="connsiteY15" fmla="*/ 853440 h 3267456"/>
              <a:gd name="connsiteX16" fmla="*/ 633984 w 4974336"/>
              <a:gd name="connsiteY16" fmla="*/ 890016 h 3267456"/>
              <a:gd name="connsiteX17" fmla="*/ 670560 w 4974336"/>
              <a:gd name="connsiteY17" fmla="*/ 914400 h 3267456"/>
              <a:gd name="connsiteX18" fmla="*/ 743712 w 4974336"/>
              <a:gd name="connsiteY18" fmla="*/ 938784 h 3267456"/>
              <a:gd name="connsiteX19" fmla="*/ 816864 w 4974336"/>
              <a:gd name="connsiteY19" fmla="*/ 1109472 h 3267456"/>
              <a:gd name="connsiteX20" fmla="*/ 829056 w 4974336"/>
              <a:gd name="connsiteY20" fmla="*/ 1158240 h 3267456"/>
              <a:gd name="connsiteX21" fmla="*/ 841248 w 4974336"/>
              <a:gd name="connsiteY21" fmla="*/ 1353312 h 3267456"/>
              <a:gd name="connsiteX22" fmla="*/ 914400 w 4974336"/>
              <a:gd name="connsiteY22" fmla="*/ 1377696 h 3267456"/>
              <a:gd name="connsiteX23" fmla="*/ 1170432 w 4974336"/>
              <a:gd name="connsiteY23" fmla="*/ 1389888 h 3267456"/>
              <a:gd name="connsiteX24" fmla="*/ 1207008 w 4974336"/>
              <a:gd name="connsiteY24" fmla="*/ 1426464 h 3267456"/>
              <a:gd name="connsiteX25" fmla="*/ 1280160 w 4974336"/>
              <a:gd name="connsiteY25" fmla="*/ 1475232 h 3267456"/>
              <a:gd name="connsiteX26" fmla="*/ 1353312 w 4974336"/>
              <a:gd name="connsiteY26" fmla="*/ 1536192 h 3267456"/>
              <a:gd name="connsiteX27" fmla="*/ 1402080 w 4974336"/>
              <a:gd name="connsiteY27" fmla="*/ 1609344 h 3267456"/>
              <a:gd name="connsiteX28" fmla="*/ 1438656 w 4974336"/>
              <a:gd name="connsiteY28" fmla="*/ 1645920 h 3267456"/>
              <a:gd name="connsiteX29" fmla="*/ 1524000 w 4974336"/>
              <a:gd name="connsiteY29" fmla="*/ 1731264 h 3267456"/>
              <a:gd name="connsiteX30" fmla="*/ 1804416 w 4974336"/>
              <a:gd name="connsiteY30" fmla="*/ 1743456 h 3267456"/>
              <a:gd name="connsiteX31" fmla="*/ 1877568 w 4974336"/>
              <a:gd name="connsiteY31" fmla="*/ 1780032 h 3267456"/>
              <a:gd name="connsiteX32" fmla="*/ 1926336 w 4974336"/>
              <a:gd name="connsiteY32" fmla="*/ 1853184 h 3267456"/>
              <a:gd name="connsiteX33" fmla="*/ 1950720 w 4974336"/>
              <a:gd name="connsiteY33" fmla="*/ 1889760 h 3267456"/>
              <a:gd name="connsiteX34" fmla="*/ 1975104 w 4974336"/>
              <a:gd name="connsiteY34" fmla="*/ 1926336 h 3267456"/>
              <a:gd name="connsiteX35" fmla="*/ 2011680 w 4974336"/>
              <a:gd name="connsiteY35" fmla="*/ 1950720 h 3267456"/>
              <a:gd name="connsiteX36" fmla="*/ 2048256 w 4974336"/>
              <a:gd name="connsiteY36" fmla="*/ 1987296 h 3267456"/>
              <a:gd name="connsiteX37" fmla="*/ 2121408 w 4974336"/>
              <a:gd name="connsiteY37" fmla="*/ 2011680 h 3267456"/>
              <a:gd name="connsiteX38" fmla="*/ 2218944 w 4974336"/>
              <a:gd name="connsiteY38" fmla="*/ 1999488 h 3267456"/>
              <a:gd name="connsiteX39" fmla="*/ 2304288 w 4974336"/>
              <a:gd name="connsiteY39" fmla="*/ 1987296 h 3267456"/>
              <a:gd name="connsiteX40" fmla="*/ 2377440 w 4974336"/>
              <a:gd name="connsiteY40" fmla="*/ 1999488 h 3267456"/>
              <a:gd name="connsiteX41" fmla="*/ 2450592 w 4974336"/>
              <a:gd name="connsiteY41" fmla="*/ 2048256 h 3267456"/>
              <a:gd name="connsiteX42" fmla="*/ 2474976 w 4974336"/>
              <a:gd name="connsiteY42" fmla="*/ 2084832 h 3267456"/>
              <a:gd name="connsiteX43" fmla="*/ 2511552 w 4974336"/>
              <a:gd name="connsiteY43" fmla="*/ 2109216 h 3267456"/>
              <a:gd name="connsiteX44" fmla="*/ 2584704 w 4974336"/>
              <a:gd name="connsiteY44" fmla="*/ 2182368 h 3267456"/>
              <a:gd name="connsiteX45" fmla="*/ 2657856 w 4974336"/>
              <a:gd name="connsiteY45" fmla="*/ 2255520 h 3267456"/>
              <a:gd name="connsiteX46" fmla="*/ 2694432 w 4974336"/>
              <a:gd name="connsiteY46" fmla="*/ 2292096 h 3267456"/>
              <a:gd name="connsiteX47" fmla="*/ 2767584 w 4974336"/>
              <a:gd name="connsiteY47" fmla="*/ 2328672 h 3267456"/>
              <a:gd name="connsiteX48" fmla="*/ 2840736 w 4974336"/>
              <a:gd name="connsiteY48" fmla="*/ 2377440 h 3267456"/>
              <a:gd name="connsiteX49" fmla="*/ 2950464 w 4974336"/>
              <a:gd name="connsiteY49" fmla="*/ 2426208 h 3267456"/>
              <a:gd name="connsiteX50" fmla="*/ 3084576 w 4974336"/>
              <a:gd name="connsiteY50" fmla="*/ 2438400 h 3267456"/>
              <a:gd name="connsiteX51" fmla="*/ 3133344 w 4974336"/>
              <a:gd name="connsiteY51" fmla="*/ 2511552 h 3267456"/>
              <a:gd name="connsiteX52" fmla="*/ 3157728 w 4974336"/>
              <a:gd name="connsiteY52" fmla="*/ 2584704 h 3267456"/>
              <a:gd name="connsiteX53" fmla="*/ 3182112 w 4974336"/>
              <a:gd name="connsiteY53" fmla="*/ 2621280 h 3267456"/>
              <a:gd name="connsiteX54" fmla="*/ 3194304 w 4974336"/>
              <a:gd name="connsiteY54" fmla="*/ 2657856 h 3267456"/>
              <a:gd name="connsiteX55" fmla="*/ 3255264 w 4974336"/>
              <a:gd name="connsiteY55" fmla="*/ 2718816 h 3267456"/>
              <a:gd name="connsiteX56" fmla="*/ 3328416 w 4974336"/>
              <a:gd name="connsiteY56" fmla="*/ 2743200 h 3267456"/>
              <a:gd name="connsiteX57" fmla="*/ 3364992 w 4974336"/>
              <a:gd name="connsiteY57" fmla="*/ 2755392 h 3267456"/>
              <a:gd name="connsiteX58" fmla="*/ 3401568 w 4974336"/>
              <a:gd name="connsiteY58" fmla="*/ 2767584 h 3267456"/>
              <a:gd name="connsiteX59" fmla="*/ 3450336 w 4974336"/>
              <a:gd name="connsiteY59" fmla="*/ 2779776 h 3267456"/>
              <a:gd name="connsiteX60" fmla="*/ 3523488 w 4974336"/>
              <a:gd name="connsiteY60" fmla="*/ 2804160 h 3267456"/>
              <a:gd name="connsiteX61" fmla="*/ 3657600 w 4974336"/>
              <a:gd name="connsiteY61" fmla="*/ 2926080 h 3267456"/>
              <a:gd name="connsiteX62" fmla="*/ 3681984 w 4974336"/>
              <a:gd name="connsiteY62" fmla="*/ 2962656 h 3267456"/>
              <a:gd name="connsiteX63" fmla="*/ 3828288 w 4974336"/>
              <a:gd name="connsiteY63" fmla="*/ 3035808 h 3267456"/>
              <a:gd name="connsiteX64" fmla="*/ 3864864 w 4974336"/>
              <a:gd name="connsiteY64" fmla="*/ 3048000 h 3267456"/>
              <a:gd name="connsiteX65" fmla="*/ 4206240 w 4974336"/>
              <a:gd name="connsiteY65" fmla="*/ 3072384 h 3267456"/>
              <a:gd name="connsiteX66" fmla="*/ 4279392 w 4974336"/>
              <a:gd name="connsiteY66" fmla="*/ 3121152 h 3267456"/>
              <a:gd name="connsiteX67" fmla="*/ 4340352 w 4974336"/>
              <a:gd name="connsiteY67" fmla="*/ 3194304 h 3267456"/>
              <a:gd name="connsiteX68" fmla="*/ 4413504 w 4974336"/>
              <a:gd name="connsiteY68" fmla="*/ 3218688 h 3267456"/>
              <a:gd name="connsiteX69" fmla="*/ 4730496 w 4974336"/>
              <a:gd name="connsiteY69" fmla="*/ 3218688 h 3267456"/>
              <a:gd name="connsiteX70" fmla="*/ 4767072 w 4974336"/>
              <a:gd name="connsiteY70" fmla="*/ 3255264 h 3267456"/>
              <a:gd name="connsiteX71" fmla="*/ 4803648 w 4974336"/>
              <a:gd name="connsiteY71" fmla="*/ 3267456 h 3267456"/>
              <a:gd name="connsiteX72" fmla="*/ 4962144 w 4974336"/>
              <a:gd name="connsiteY72" fmla="*/ 3243072 h 3267456"/>
              <a:gd name="connsiteX73" fmla="*/ 4974336 w 4974336"/>
              <a:gd name="connsiteY73" fmla="*/ 3230880 h 32674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</a:cxnLst>
            <a:rect l="l" t="t" r="r" b="b"/>
            <a:pathLst>
              <a:path w="4974336" h="3267456">
                <a:moveTo>
                  <a:pt x="0" y="0"/>
                </a:moveTo>
                <a:cubicBezTo>
                  <a:pt x="3036" y="607"/>
                  <a:pt x="85039" y="14387"/>
                  <a:pt x="97536" y="24384"/>
                </a:cubicBezTo>
                <a:cubicBezTo>
                  <a:pt x="132984" y="52743"/>
                  <a:pt x="122887" y="98987"/>
                  <a:pt x="146304" y="134112"/>
                </a:cubicBezTo>
                <a:cubicBezTo>
                  <a:pt x="170280" y="170076"/>
                  <a:pt x="172061" y="177928"/>
                  <a:pt x="207264" y="207264"/>
                </a:cubicBezTo>
                <a:cubicBezTo>
                  <a:pt x="218521" y="216645"/>
                  <a:pt x="229438" y="228948"/>
                  <a:pt x="243840" y="231648"/>
                </a:cubicBezTo>
                <a:cubicBezTo>
                  <a:pt x="295921" y="241413"/>
                  <a:pt x="349504" y="239776"/>
                  <a:pt x="402336" y="243840"/>
                </a:cubicBezTo>
                <a:lnTo>
                  <a:pt x="451104" y="316992"/>
                </a:lnTo>
                <a:cubicBezTo>
                  <a:pt x="459232" y="329184"/>
                  <a:pt x="470854" y="339667"/>
                  <a:pt x="475488" y="353568"/>
                </a:cubicBezTo>
                <a:lnTo>
                  <a:pt x="499872" y="426720"/>
                </a:lnTo>
                <a:cubicBezTo>
                  <a:pt x="503936" y="438912"/>
                  <a:pt x="504935" y="452603"/>
                  <a:pt x="512064" y="463296"/>
                </a:cubicBezTo>
                <a:lnTo>
                  <a:pt x="536448" y="499872"/>
                </a:lnTo>
                <a:cubicBezTo>
                  <a:pt x="540512" y="516128"/>
                  <a:pt x="543825" y="532590"/>
                  <a:pt x="548640" y="548640"/>
                </a:cubicBezTo>
                <a:lnTo>
                  <a:pt x="585216" y="658368"/>
                </a:lnTo>
                <a:cubicBezTo>
                  <a:pt x="589280" y="670560"/>
                  <a:pt x="594888" y="682342"/>
                  <a:pt x="597408" y="694944"/>
                </a:cubicBezTo>
                <a:cubicBezTo>
                  <a:pt x="601472" y="715264"/>
                  <a:pt x="606449" y="735423"/>
                  <a:pt x="609600" y="755904"/>
                </a:cubicBezTo>
                <a:cubicBezTo>
                  <a:pt x="614582" y="788288"/>
                  <a:pt x="615931" y="821203"/>
                  <a:pt x="621792" y="853440"/>
                </a:cubicBezTo>
                <a:cubicBezTo>
                  <a:pt x="624091" y="866084"/>
                  <a:pt x="625956" y="879981"/>
                  <a:pt x="633984" y="890016"/>
                </a:cubicBezTo>
                <a:cubicBezTo>
                  <a:pt x="643138" y="901458"/>
                  <a:pt x="657170" y="908449"/>
                  <a:pt x="670560" y="914400"/>
                </a:cubicBezTo>
                <a:cubicBezTo>
                  <a:pt x="694048" y="924839"/>
                  <a:pt x="743712" y="938784"/>
                  <a:pt x="743712" y="938784"/>
                </a:cubicBezTo>
                <a:cubicBezTo>
                  <a:pt x="811069" y="1039820"/>
                  <a:pt x="785372" y="983505"/>
                  <a:pt x="816864" y="1109472"/>
                </a:cubicBezTo>
                <a:lnTo>
                  <a:pt x="829056" y="1158240"/>
                </a:lnTo>
                <a:cubicBezTo>
                  <a:pt x="833120" y="1223264"/>
                  <a:pt x="817634" y="1292591"/>
                  <a:pt x="841248" y="1353312"/>
                </a:cubicBezTo>
                <a:cubicBezTo>
                  <a:pt x="850564" y="1377267"/>
                  <a:pt x="888726" y="1376473"/>
                  <a:pt x="914400" y="1377696"/>
                </a:cubicBezTo>
                <a:lnTo>
                  <a:pt x="1170432" y="1389888"/>
                </a:lnTo>
                <a:cubicBezTo>
                  <a:pt x="1182624" y="1402080"/>
                  <a:pt x="1193398" y="1415878"/>
                  <a:pt x="1207008" y="1426464"/>
                </a:cubicBezTo>
                <a:cubicBezTo>
                  <a:pt x="1230141" y="1444456"/>
                  <a:pt x="1259438" y="1454510"/>
                  <a:pt x="1280160" y="1475232"/>
                </a:cubicBezTo>
                <a:cubicBezTo>
                  <a:pt x="1327097" y="1522169"/>
                  <a:pt x="1302390" y="1502244"/>
                  <a:pt x="1353312" y="1536192"/>
                </a:cubicBezTo>
                <a:cubicBezTo>
                  <a:pt x="1369568" y="1560576"/>
                  <a:pt x="1381358" y="1588622"/>
                  <a:pt x="1402080" y="1609344"/>
                </a:cubicBezTo>
                <a:cubicBezTo>
                  <a:pt x="1414272" y="1621536"/>
                  <a:pt x="1428070" y="1632310"/>
                  <a:pt x="1438656" y="1645920"/>
                </a:cubicBezTo>
                <a:cubicBezTo>
                  <a:pt x="1473321" y="1690490"/>
                  <a:pt x="1468933" y="1727028"/>
                  <a:pt x="1524000" y="1731264"/>
                </a:cubicBezTo>
                <a:cubicBezTo>
                  <a:pt x="1617285" y="1738440"/>
                  <a:pt x="1710944" y="1739392"/>
                  <a:pt x="1804416" y="1743456"/>
                </a:cubicBezTo>
                <a:cubicBezTo>
                  <a:pt x="1830506" y="1752153"/>
                  <a:pt x="1858104" y="1757788"/>
                  <a:pt x="1877568" y="1780032"/>
                </a:cubicBezTo>
                <a:cubicBezTo>
                  <a:pt x="1896866" y="1802087"/>
                  <a:pt x="1910080" y="1828800"/>
                  <a:pt x="1926336" y="1853184"/>
                </a:cubicBezTo>
                <a:lnTo>
                  <a:pt x="1950720" y="1889760"/>
                </a:lnTo>
                <a:cubicBezTo>
                  <a:pt x="1958848" y="1901952"/>
                  <a:pt x="1962912" y="1918208"/>
                  <a:pt x="1975104" y="1926336"/>
                </a:cubicBezTo>
                <a:cubicBezTo>
                  <a:pt x="1987296" y="1934464"/>
                  <a:pt x="2000423" y="1941339"/>
                  <a:pt x="2011680" y="1950720"/>
                </a:cubicBezTo>
                <a:cubicBezTo>
                  <a:pt x="2024926" y="1961758"/>
                  <a:pt x="2033184" y="1978923"/>
                  <a:pt x="2048256" y="1987296"/>
                </a:cubicBezTo>
                <a:cubicBezTo>
                  <a:pt x="2070724" y="1999778"/>
                  <a:pt x="2121408" y="2011680"/>
                  <a:pt x="2121408" y="2011680"/>
                </a:cubicBezTo>
                <a:lnTo>
                  <a:pt x="2218944" y="1999488"/>
                </a:lnTo>
                <a:cubicBezTo>
                  <a:pt x="2247429" y="1995690"/>
                  <a:pt x="2275551" y="1987296"/>
                  <a:pt x="2304288" y="1987296"/>
                </a:cubicBezTo>
                <a:cubicBezTo>
                  <a:pt x="2329008" y="1987296"/>
                  <a:pt x="2353056" y="1995424"/>
                  <a:pt x="2377440" y="1999488"/>
                </a:cubicBezTo>
                <a:cubicBezTo>
                  <a:pt x="2401824" y="2015744"/>
                  <a:pt x="2434336" y="2023872"/>
                  <a:pt x="2450592" y="2048256"/>
                </a:cubicBezTo>
                <a:cubicBezTo>
                  <a:pt x="2458720" y="2060448"/>
                  <a:pt x="2464615" y="2074471"/>
                  <a:pt x="2474976" y="2084832"/>
                </a:cubicBezTo>
                <a:cubicBezTo>
                  <a:pt x="2485337" y="2095193"/>
                  <a:pt x="2500600" y="2099481"/>
                  <a:pt x="2511552" y="2109216"/>
                </a:cubicBezTo>
                <a:cubicBezTo>
                  <a:pt x="2537326" y="2132126"/>
                  <a:pt x="2560320" y="2157984"/>
                  <a:pt x="2584704" y="2182368"/>
                </a:cubicBezTo>
                <a:lnTo>
                  <a:pt x="2657856" y="2255520"/>
                </a:lnTo>
                <a:cubicBezTo>
                  <a:pt x="2670048" y="2267712"/>
                  <a:pt x="2680086" y="2282532"/>
                  <a:pt x="2694432" y="2292096"/>
                </a:cubicBezTo>
                <a:cubicBezTo>
                  <a:pt x="2856806" y="2400346"/>
                  <a:pt x="2616153" y="2244544"/>
                  <a:pt x="2767584" y="2328672"/>
                </a:cubicBezTo>
                <a:cubicBezTo>
                  <a:pt x="2793202" y="2342904"/>
                  <a:pt x="2816352" y="2361184"/>
                  <a:pt x="2840736" y="2377440"/>
                </a:cubicBezTo>
                <a:cubicBezTo>
                  <a:pt x="2877802" y="2402151"/>
                  <a:pt x="2900065" y="2421626"/>
                  <a:pt x="2950464" y="2426208"/>
                </a:cubicBezTo>
                <a:lnTo>
                  <a:pt x="3084576" y="2438400"/>
                </a:lnTo>
                <a:cubicBezTo>
                  <a:pt x="3100832" y="2462784"/>
                  <a:pt x="3124077" y="2483750"/>
                  <a:pt x="3133344" y="2511552"/>
                </a:cubicBezTo>
                <a:cubicBezTo>
                  <a:pt x="3141472" y="2535936"/>
                  <a:pt x="3143471" y="2563318"/>
                  <a:pt x="3157728" y="2584704"/>
                </a:cubicBezTo>
                <a:cubicBezTo>
                  <a:pt x="3165856" y="2596896"/>
                  <a:pt x="3175559" y="2608174"/>
                  <a:pt x="3182112" y="2621280"/>
                </a:cubicBezTo>
                <a:cubicBezTo>
                  <a:pt x="3187859" y="2632775"/>
                  <a:pt x="3188557" y="2646361"/>
                  <a:pt x="3194304" y="2657856"/>
                </a:cubicBezTo>
                <a:cubicBezTo>
                  <a:pt x="3209399" y="2688046"/>
                  <a:pt x="3223913" y="2704882"/>
                  <a:pt x="3255264" y="2718816"/>
                </a:cubicBezTo>
                <a:cubicBezTo>
                  <a:pt x="3278752" y="2729255"/>
                  <a:pt x="3304032" y="2735072"/>
                  <a:pt x="3328416" y="2743200"/>
                </a:cubicBezTo>
                <a:lnTo>
                  <a:pt x="3364992" y="2755392"/>
                </a:lnTo>
                <a:cubicBezTo>
                  <a:pt x="3377184" y="2759456"/>
                  <a:pt x="3389100" y="2764467"/>
                  <a:pt x="3401568" y="2767584"/>
                </a:cubicBezTo>
                <a:cubicBezTo>
                  <a:pt x="3417824" y="2771648"/>
                  <a:pt x="3434286" y="2774961"/>
                  <a:pt x="3450336" y="2779776"/>
                </a:cubicBezTo>
                <a:cubicBezTo>
                  <a:pt x="3474955" y="2787162"/>
                  <a:pt x="3523488" y="2804160"/>
                  <a:pt x="3523488" y="2804160"/>
                </a:cubicBezTo>
                <a:cubicBezTo>
                  <a:pt x="3570866" y="2839694"/>
                  <a:pt x="3624363" y="2876224"/>
                  <a:pt x="3657600" y="2926080"/>
                </a:cubicBezTo>
                <a:cubicBezTo>
                  <a:pt x="3665728" y="2938272"/>
                  <a:pt x="3670957" y="2953007"/>
                  <a:pt x="3681984" y="2962656"/>
                </a:cubicBezTo>
                <a:cubicBezTo>
                  <a:pt x="3740161" y="3013561"/>
                  <a:pt x="3759225" y="3012787"/>
                  <a:pt x="3828288" y="3035808"/>
                </a:cubicBezTo>
                <a:lnTo>
                  <a:pt x="3864864" y="3048000"/>
                </a:lnTo>
                <a:cubicBezTo>
                  <a:pt x="3997903" y="3092346"/>
                  <a:pt x="3888599" y="3059678"/>
                  <a:pt x="4206240" y="3072384"/>
                </a:cubicBezTo>
                <a:cubicBezTo>
                  <a:pt x="4251319" y="3087410"/>
                  <a:pt x="4244266" y="3079001"/>
                  <a:pt x="4279392" y="3121152"/>
                </a:cubicBezTo>
                <a:cubicBezTo>
                  <a:pt x="4301634" y="3147842"/>
                  <a:pt x="4307189" y="3175880"/>
                  <a:pt x="4340352" y="3194304"/>
                </a:cubicBezTo>
                <a:cubicBezTo>
                  <a:pt x="4362820" y="3206786"/>
                  <a:pt x="4413504" y="3218688"/>
                  <a:pt x="4413504" y="3218688"/>
                </a:cubicBezTo>
                <a:cubicBezTo>
                  <a:pt x="4533139" y="3205395"/>
                  <a:pt x="4597218" y="3192032"/>
                  <a:pt x="4730496" y="3218688"/>
                </a:cubicBezTo>
                <a:cubicBezTo>
                  <a:pt x="4747403" y="3222069"/>
                  <a:pt x="4752726" y="3245700"/>
                  <a:pt x="4767072" y="3255264"/>
                </a:cubicBezTo>
                <a:cubicBezTo>
                  <a:pt x="4777765" y="3262393"/>
                  <a:pt x="4791456" y="3263392"/>
                  <a:pt x="4803648" y="3267456"/>
                </a:cubicBezTo>
                <a:cubicBezTo>
                  <a:pt x="4838614" y="3263959"/>
                  <a:pt x="4918206" y="3265041"/>
                  <a:pt x="4962144" y="3243072"/>
                </a:cubicBezTo>
                <a:cubicBezTo>
                  <a:pt x="4967285" y="3240502"/>
                  <a:pt x="4970272" y="3234944"/>
                  <a:pt x="4974336" y="3230880"/>
                </a:cubicBezTo>
              </a:path>
            </a:pathLst>
          </a:custGeom>
          <a:noFill/>
          <a:ln w="381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29D04F-4422-C743-8BA5-9381B971F2E4}"/>
              </a:ext>
            </a:extLst>
          </p:cNvPr>
          <p:cNvSpPr txBox="1"/>
          <p:nvPr/>
        </p:nvSpPr>
        <p:spPr>
          <a:xfrm>
            <a:off x="4953650" y="3120628"/>
            <a:ext cx="1838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1" dirty="0">
                <a:solidFill>
                  <a:srgbClr val="002060"/>
                </a:solidFill>
              </a:rPr>
              <a:t>Pareto Frontier</a:t>
            </a:r>
          </a:p>
        </p:txBody>
      </p:sp>
    </p:spTree>
    <p:extLst>
      <p:ext uri="{BB962C8B-B14F-4D97-AF65-F5344CB8AC3E}">
        <p14:creationId xmlns:p14="http://schemas.microsoft.com/office/powerpoint/2010/main" val="201906163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Up Arrow 4">
            <a:extLst>
              <a:ext uri="{FF2B5EF4-FFF2-40B4-BE49-F238E27FC236}">
                <a16:creationId xmlns:a16="http://schemas.microsoft.com/office/drawing/2014/main" id="{C5E690F2-652B-9A44-8549-6C5FE339E191}"/>
              </a:ext>
            </a:extLst>
          </p:cNvPr>
          <p:cNvSpPr/>
          <p:nvPr/>
        </p:nvSpPr>
        <p:spPr>
          <a:xfrm rot="2530546">
            <a:off x="5883126" y="2067255"/>
            <a:ext cx="1255776" cy="1865376"/>
          </a:xfrm>
          <a:prstGeom prst="upArrow">
            <a:avLst/>
          </a:prstGeom>
          <a:solidFill>
            <a:srgbClr val="FF0000">
              <a:alpha val="29804"/>
            </a:srgb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9" name="Google Shape;89;p27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</a:pPr>
            <a:r>
              <a:rPr lang="en-US" sz="4320" dirty="0" err="1"/>
              <a:t>Explainability</a:t>
            </a:r>
            <a:r>
              <a:rPr lang="en-US" sz="4320" dirty="0"/>
              <a:t> vs Accuracy?</a:t>
            </a:r>
            <a:endParaRPr dirty="0"/>
          </a:p>
        </p:txBody>
      </p:sp>
      <p:cxnSp>
        <p:nvCxnSpPr>
          <p:cNvPr id="3" name="Straight Arrow Connector 2">
            <a:extLst>
              <a:ext uri="{FF2B5EF4-FFF2-40B4-BE49-F238E27FC236}">
                <a16:creationId xmlns:a16="http://schemas.microsoft.com/office/drawing/2014/main" id="{FDC9417B-0447-C545-A79E-3FFC9C67C238}"/>
              </a:ext>
            </a:extLst>
          </p:cNvPr>
          <p:cNvCxnSpPr/>
          <p:nvPr/>
        </p:nvCxnSpPr>
        <p:spPr>
          <a:xfrm flipV="1">
            <a:off x="3218688" y="1527048"/>
            <a:ext cx="0" cy="3925824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4A71B561-453C-3948-A4B0-52DA35AF46EC}"/>
              </a:ext>
            </a:extLst>
          </p:cNvPr>
          <p:cNvCxnSpPr>
            <a:cxnSpLocks/>
          </p:cNvCxnSpPr>
          <p:nvPr/>
        </p:nvCxnSpPr>
        <p:spPr>
          <a:xfrm>
            <a:off x="3054096" y="5297424"/>
            <a:ext cx="5614416" cy="0"/>
          </a:xfrm>
          <a:prstGeom prst="straightConnector1">
            <a:avLst/>
          </a:prstGeom>
          <a:ln w="57150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39756852-E4B1-A545-9015-DEDB321C3A9A}"/>
              </a:ext>
            </a:extLst>
          </p:cNvPr>
          <p:cNvSpPr txBox="1"/>
          <p:nvPr/>
        </p:nvSpPr>
        <p:spPr>
          <a:xfrm>
            <a:off x="4953650" y="5452872"/>
            <a:ext cx="228460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 err="1"/>
              <a:t>Explainability</a:t>
            </a:r>
            <a:endParaRPr lang="en-US" sz="2800" dirty="0"/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3532A32A-D242-2C4E-8DC6-DB322945C650}"/>
              </a:ext>
            </a:extLst>
          </p:cNvPr>
          <p:cNvSpPr txBox="1"/>
          <p:nvPr/>
        </p:nvSpPr>
        <p:spPr>
          <a:xfrm rot="16200000">
            <a:off x="1961169" y="3167389"/>
            <a:ext cx="1662635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dirty="0"/>
              <a:t>Accuracy</a:t>
            </a:r>
          </a:p>
        </p:txBody>
      </p:sp>
      <p:sp>
        <p:nvSpPr>
          <p:cNvPr id="2" name="Oval 1">
            <a:extLst>
              <a:ext uri="{FF2B5EF4-FFF2-40B4-BE49-F238E27FC236}">
                <a16:creationId xmlns:a16="http://schemas.microsoft.com/office/drawing/2014/main" id="{46573E69-DA7E-6445-B352-D095D8E26F1F}"/>
              </a:ext>
            </a:extLst>
          </p:cNvPr>
          <p:cNvSpPr/>
          <p:nvPr/>
        </p:nvSpPr>
        <p:spPr>
          <a:xfrm>
            <a:off x="8058912" y="4888992"/>
            <a:ext cx="256032" cy="256032"/>
          </a:xfrm>
          <a:prstGeom prst="ellipse">
            <a:avLst/>
          </a:prstGeom>
          <a:solidFill>
            <a:srgbClr val="0070C0"/>
          </a:solidFill>
          <a:ln w="3175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92EA4034-1899-0643-B94F-E7764F4FD139}"/>
              </a:ext>
            </a:extLst>
          </p:cNvPr>
          <p:cNvSpPr txBox="1"/>
          <p:nvPr/>
        </p:nvSpPr>
        <p:spPr>
          <a:xfrm>
            <a:off x="8010549" y="4505015"/>
            <a:ext cx="2531462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1" dirty="0">
                <a:solidFill>
                  <a:srgbClr val="002060"/>
                </a:solidFill>
              </a:rPr>
              <a:t>2-Deep Decision Tree</a:t>
            </a:r>
          </a:p>
        </p:txBody>
      </p:sp>
      <p:sp>
        <p:nvSpPr>
          <p:cNvPr id="9" name="Oval 8">
            <a:extLst>
              <a:ext uri="{FF2B5EF4-FFF2-40B4-BE49-F238E27FC236}">
                <a16:creationId xmlns:a16="http://schemas.microsoft.com/office/drawing/2014/main" id="{4BD4E6F7-29FA-A84A-8DCC-33AB47E49609}"/>
              </a:ext>
            </a:extLst>
          </p:cNvPr>
          <p:cNvSpPr/>
          <p:nvPr/>
        </p:nvSpPr>
        <p:spPr>
          <a:xfrm>
            <a:off x="3527558" y="1944552"/>
            <a:ext cx="256032" cy="256032"/>
          </a:xfrm>
          <a:prstGeom prst="ellipse">
            <a:avLst/>
          </a:prstGeom>
          <a:solidFill>
            <a:srgbClr val="0070C0"/>
          </a:solidFill>
          <a:ln w="3175">
            <a:solidFill>
              <a:srgbClr val="00206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70AF49A-7F6E-E94B-AEF3-554E3713A7AA}"/>
              </a:ext>
            </a:extLst>
          </p:cNvPr>
          <p:cNvSpPr txBox="1"/>
          <p:nvPr/>
        </p:nvSpPr>
        <p:spPr>
          <a:xfrm>
            <a:off x="3479195" y="1560575"/>
            <a:ext cx="196720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1" dirty="0">
                <a:solidFill>
                  <a:srgbClr val="002060"/>
                </a:solidFill>
              </a:rPr>
              <a:t>Deep Neural Net</a:t>
            </a:r>
          </a:p>
        </p:txBody>
      </p:sp>
      <p:sp>
        <p:nvSpPr>
          <p:cNvPr id="12" name="Freeform 11">
            <a:extLst>
              <a:ext uri="{FF2B5EF4-FFF2-40B4-BE49-F238E27FC236}">
                <a16:creationId xmlns:a16="http://schemas.microsoft.com/office/drawing/2014/main" id="{F8DAF403-C13E-E244-AA72-BEB348F37F54}"/>
              </a:ext>
            </a:extLst>
          </p:cNvPr>
          <p:cNvSpPr/>
          <p:nvPr/>
        </p:nvSpPr>
        <p:spPr>
          <a:xfrm>
            <a:off x="3438144" y="1816608"/>
            <a:ext cx="4974336" cy="3267456"/>
          </a:xfrm>
          <a:custGeom>
            <a:avLst/>
            <a:gdLst>
              <a:gd name="connsiteX0" fmla="*/ 0 w 4974336"/>
              <a:gd name="connsiteY0" fmla="*/ 0 h 3267456"/>
              <a:gd name="connsiteX1" fmla="*/ 97536 w 4974336"/>
              <a:gd name="connsiteY1" fmla="*/ 24384 h 3267456"/>
              <a:gd name="connsiteX2" fmla="*/ 146304 w 4974336"/>
              <a:gd name="connsiteY2" fmla="*/ 134112 h 3267456"/>
              <a:gd name="connsiteX3" fmla="*/ 207264 w 4974336"/>
              <a:gd name="connsiteY3" fmla="*/ 207264 h 3267456"/>
              <a:gd name="connsiteX4" fmla="*/ 243840 w 4974336"/>
              <a:gd name="connsiteY4" fmla="*/ 231648 h 3267456"/>
              <a:gd name="connsiteX5" fmla="*/ 402336 w 4974336"/>
              <a:gd name="connsiteY5" fmla="*/ 243840 h 3267456"/>
              <a:gd name="connsiteX6" fmla="*/ 451104 w 4974336"/>
              <a:gd name="connsiteY6" fmla="*/ 316992 h 3267456"/>
              <a:gd name="connsiteX7" fmla="*/ 475488 w 4974336"/>
              <a:gd name="connsiteY7" fmla="*/ 353568 h 3267456"/>
              <a:gd name="connsiteX8" fmla="*/ 499872 w 4974336"/>
              <a:gd name="connsiteY8" fmla="*/ 426720 h 3267456"/>
              <a:gd name="connsiteX9" fmla="*/ 512064 w 4974336"/>
              <a:gd name="connsiteY9" fmla="*/ 463296 h 3267456"/>
              <a:gd name="connsiteX10" fmla="*/ 536448 w 4974336"/>
              <a:gd name="connsiteY10" fmla="*/ 499872 h 3267456"/>
              <a:gd name="connsiteX11" fmla="*/ 548640 w 4974336"/>
              <a:gd name="connsiteY11" fmla="*/ 548640 h 3267456"/>
              <a:gd name="connsiteX12" fmla="*/ 585216 w 4974336"/>
              <a:gd name="connsiteY12" fmla="*/ 658368 h 3267456"/>
              <a:gd name="connsiteX13" fmla="*/ 597408 w 4974336"/>
              <a:gd name="connsiteY13" fmla="*/ 694944 h 3267456"/>
              <a:gd name="connsiteX14" fmla="*/ 609600 w 4974336"/>
              <a:gd name="connsiteY14" fmla="*/ 755904 h 3267456"/>
              <a:gd name="connsiteX15" fmla="*/ 621792 w 4974336"/>
              <a:gd name="connsiteY15" fmla="*/ 853440 h 3267456"/>
              <a:gd name="connsiteX16" fmla="*/ 633984 w 4974336"/>
              <a:gd name="connsiteY16" fmla="*/ 890016 h 3267456"/>
              <a:gd name="connsiteX17" fmla="*/ 670560 w 4974336"/>
              <a:gd name="connsiteY17" fmla="*/ 914400 h 3267456"/>
              <a:gd name="connsiteX18" fmla="*/ 743712 w 4974336"/>
              <a:gd name="connsiteY18" fmla="*/ 938784 h 3267456"/>
              <a:gd name="connsiteX19" fmla="*/ 816864 w 4974336"/>
              <a:gd name="connsiteY19" fmla="*/ 1109472 h 3267456"/>
              <a:gd name="connsiteX20" fmla="*/ 829056 w 4974336"/>
              <a:gd name="connsiteY20" fmla="*/ 1158240 h 3267456"/>
              <a:gd name="connsiteX21" fmla="*/ 841248 w 4974336"/>
              <a:gd name="connsiteY21" fmla="*/ 1353312 h 3267456"/>
              <a:gd name="connsiteX22" fmla="*/ 914400 w 4974336"/>
              <a:gd name="connsiteY22" fmla="*/ 1377696 h 3267456"/>
              <a:gd name="connsiteX23" fmla="*/ 1170432 w 4974336"/>
              <a:gd name="connsiteY23" fmla="*/ 1389888 h 3267456"/>
              <a:gd name="connsiteX24" fmla="*/ 1207008 w 4974336"/>
              <a:gd name="connsiteY24" fmla="*/ 1426464 h 3267456"/>
              <a:gd name="connsiteX25" fmla="*/ 1280160 w 4974336"/>
              <a:gd name="connsiteY25" fmla="*/ 1475232 h 3267456"/>
              <a:gd name="connsiteX26" fmla="*/ 1353312 w 4974336"/>
              <a:gd name="connsiteY26" fmla="*/ 1536192 h 3267456"/>
              <a:gd name="connsiteX27" fmla="*/ 1402080 w 4974336"/>
              <a:gd name="connsiteY27" fmla="*/ 1609344 h 3267456"/>
              <a:gd name="connsiteX28" fmla="*/ 1438656 w 4974336"/>
              <a:gd name="connsiteY28" fmla="*/ 1645920 h 3267456"/>
              <a:gd name="connsiteX29" fmla="*/ 1524000 w 4974336"/>
              <a:gd name="connsiteY29" fmla="*/ 1731264 h 3267456"/>
              <a:gd name="connsiteX30" fmla="*/ 1804416 w 4974336"/>
              <a:gd name="connsiteY30" fmla="*/ 1743456 h 3267456"/>
              <a:gd name="connsiteX31" fmla="*/ 1877568 w 4974336"/>
              <a:gd name="connsiteY31" fmla="*/ 1780032 h 3267456"/>
              <a:gd name="connsiteX32" fmla="*/ 1926336 w 4974336"/>
              <a:gd name="connsiteY32" fmla="*/ 1853184 h 3267456"/>
              <a:gd name="connsiteX33" fmla="*/ 1950720 w 4974336"/>
              <a:gd name="connsiteY33" fmla="*/ 1889760 h 3267456"/>
              <a:gd name="connsiteX34" fmla="*/ 1975104 w 4974336"/>
              <a:gd name="connsiteY34" fmla="*/ 1926336 h 3267456"/>
              <a:gd name="connsiteX35" fmla="*/ 2011680 w 4974336"/>
              <a:gd name="connsiteY35" fmla="*/ 1950720 h 3267456"/>
              <a:gd name="connsiteX36" fmla="*/ 2048256 w 4974336"/>
              <a:gd name="connsiteY36" fmla="*/ 1987296 h 3267456"/>
              <a:gd name="connsiteX37" fmla="*/ 2121408 w 4974336"/>
              <a:gd name="connsiteY37" fmla="*/ 2011680 h 3267456"/>
              <a:gd name="connsiteX38" fmla="*/ 2218944 w 4974336"/>
              <a:gd name="connsiteY38" fmla="*/ 1999488 h 3267456"/>
              <a:gd name="connsiteX39" fmla="*/ 2304288 w 4974336"/>
              <a:gd name="connsiteY39" fmla="*/ 1987296 h 3267456"/>
              <a:gd name="connsiteX40" fmla="*/ 2377440 w 4974336"/>
              <a:gd name="connsiteY40" fmla="*/ 1999488 h 3267456"/>
              <a:gd name="connsiteX41" fmla="*/ 2450592 w 4974336"/>
              <a:gd name="connsiteY41" fmla="*/ 2048256 h 3267456"/>
              <a:gd name="connsiteX42" fmla="*/ 2474976 w 4974336"/>
              <a:gd name="connsiteY42" fmla="*/ 2084832 h 3267456"/>
              <a:gd name="connsiteX43" fmla="*/ 2511552 w 4974336"/>
              <a:gd name="connsiteY43" fmla="*/ 2109216 h 3267456"/>
              <a:gd name="connsiteX44" fmla="*/ 2584704 w 4974336"/>
              <a:gd name="connsiteY44" fmla="*/ 2182368 h 3267456"/>
              <a:gd name="connsiteX45" fmla="*/ 2657856 w 4974336"/>
              <a:gd name="connsiteY45" fmla="*/ 2255520 h 3267456"/>
              <a:gd name="connsiteX46" fmla="*/ 2694432 w 4974336"/>
              <a:gd name="connsiteY46" fmla="*/ 2292096 h 3267456"/>
              <a:gd name="connsiteX47" fmla="*/ 2767584 w 4974336"/>
              <a:gd name="connsiteY47" fmla="*/ 2328672 h 3267456"/>
              <a:gd name="connsiteX48" fmla="*/ 2840736 w 4974336"/>
              <a:gd name="connsiteY48" fmla="*/ 2377440 h 3267456"/>
              <a:gd name="connsiteX49" fmla="*/ 2950464 w 4974336"/>
              <a:gd name="connsiteY49" fmla="*/ 2426208 h 3267456"/>
              <a:gd name="connsiteX50" fmla="*/ 3084576 w 4974336"/>
              <a:gd name="connsiteY50" fmla="*/ 2438400 h 3267456"/>
              <a:gd name="connsiteX51" fmla="*/ 3133344 w 4974336"/>
              <a:gd name="connsiteY51" fmla="*/ 2511552 h 3267456"/>
              <a:gd name="connsiteX52" fmla="*/ 3157728 w 4974336"/>
              <a:gd name="connsiteY52" fmla="*/ 2584704 h 3267456"/>
              <a:gd name="connsiteX53" fmla="*/ 3182112 w 4974336"/>
              <a:gd name="connsiteY53" fmla="*/ 2621280 h 3267456"/>
              <a:gd name="connsiteX54" fmla="*/ 3194304 w 4974336"/>
              <a:gd name="connsiteY54" fmla="*/ 2657856 h 3267456"/>
              <a:gd name="connsiteX55" fmla="*/ 3255264 w 4974336"/>
              <a:gd name="connsiteY55" fmla="*/ 2718816 h 3267456"/>
              <a:gd name="connsiteX56" fmla="*/ 3328416 w 4974336"/>
              <a:gd name="connsiteY56" fmla="*/ 2743200 h 3267456"/>
              <a:gd name="connsiteX57" fmla="*/ 3364992 w 4974336"/>
              <a:gd name="connsiteY57" fmla="*/ 2755392 h 3267456"/>
              <a:gd name="connsiteX58" fmla="*/ 3401568 w 4974336"/>
              <a:gd name="connsiteY58" fmla="*/ 2767584 h 3267456"/>
              <a:gd name="connsiteX59" fmla="*/ 3450336 w 4974336"/>
              <a:gd name="connsiteY59" fmla="*/ 2779776 h 3267456"/>
              <a:gd name="connsiteX60" fmla="*/ 3523488 w 4974336"/>
              <a:gd name="connsiteY60" fmla="*/ 2804160 h 3267456"/>
              <a:gd name="connsiteX61" fmla="*/ 3657600 w 4974336"/>
              <a:gd name="connsiteY61" fmla="*/ 2926080 h 3267456"/>
              <a:gd name="connsiteX62" fmla="*/ 3681984 w 4974336"/>
              <a:gd name="connsiteY62" fmla="*/ 2962656 h 3267456"/>
              <a:gd name="connsiteX63" fmla="*/ 3828288 w 4974336"/>
              <a:gd name="connsiteY63" fmla="*/ 3035808 h 3267456"/>
              <a:gd name="connsiteX64" fmla="*/ 3864864 w 4974336"/>
              <a:gd name="connsiteY64" fmla="*/ 3048000 h 3267456"/>
              <a:gd name="connsiteX65" fmla="*/ 4206240 w 4974336"/>
              <a:gd name="connsiteY65" fmla="*/ 3072384 h 3267456"/>
              <a:gd name="connsiteX66" fmla="*/ 4279392 w 4974336"/>
              <a:gd name="connsiteY66" fmla="*/ 3121152 h 3267456"/>
              <a:gd name="connsiteX67" fmla="*/ 4340352 w 4974336"/>
              <a:gd name="connsiteY67" fmla="*/ 3194304 h 3267456"/>
              <a:gd name="connsiteX68" fmla="*/ 4413504 w 4974336"/>
              <a:gd name="connsiteY68" fmla="*/ 3218688 h 3267456"/>
              <a:gd name="connsiteX69" fmla="*/ 4730496 w 4974336"/>
              <a:gd name="connsiteY69" fmla="*/ 3218688 h 3267456"/>
              <a:gd name="connsiteX70" fmla="*/ 4767072 w 4974336"/>
              <a:gd name="connsiteY70" fmla="*/ 3255264 h 3267456"/>
              <a:gd name="connsiteX71" fmla="*/ 4803648 w 4974336"/>
              <a:gd name="connsiteY71" fmla="*/ 3267456 h 3267456"/>
              <a:gd name="connsiteX72" fmla="*/ 4962144 w 4974336"/>
              <a:gd name="connsiteY72" fmla="*/ 3243072 h 3267456"/>
              <a:gd name="connsiteX73" fmla="*/ 4974336 w 4974336"/>
              <a:gd name="connsiteY73" fmla="*/ 3230880 h 326745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  <a:cxn ang="0">
                <a:pos x="connsiteX73" y="connsiteY73"/>
              </a:cxn>
            </a:cxnLst>
            <a:rect l="l" t="t" r="r" b="b"/>
            <a:pathLst>
              <a:path w="4974336" h="3267456">
                <a:moveTo>
                  <a:pt x="0" y="0"/>
                </a:moveTo>
                <a:cubicBezTo>
                  <a:pt x="3036" y="607"/>
                  <a:pt x="85039" y="14387"/>
                  <a:pt x="97536" y="24384"/>
                </a:cubicBezTo>
                <a:cubicBezTo>
                  <a:pt x="132984" y="52743"/>
                  <a:pt x="122887" y="98987"/>
                  <a:pt x="146304" y="134112"/>
                </a:cubicBezTo>
                <a:cubicBezTo>
                  <a:pt x="170280" y="170076"/>
                  <a:pt x="172061" y="177928"/>
                  <a:pt x="207264" y="207264"/>
                </a:cubicBezTo>
                <a:cubicBezTo>
                  <a:pt x="218521" y="216645"/>
                  <a:pt x="229438" y="228948"/>
                  <a:pt x="243840" y="231648"/>
                </a:cubicBezTo>
                <a:cubicBezTo>
                  <a:pt x="295921" y="241413"/>
                  <a:pt x="349504" y="239776"/>
                  <a:pt x="402336" y="243840"/>
                </a:cubicBezTo>
                <a:lnTo>
                  <a:pt x="451104" y="316992"/>
                </a:lnTo>
                <a:cubicBezTo>
                  <a:pt x="459232" y="329184"/>
                  <a:pt x="470854" y="339667"/>
                  <a:pt x="475488" y="353568"/>
                </a:cubicBezTo>
                <a:lnTo>
                  <a:pt x="499872" y="426720"/>
                </a:lnTo>
                <a:cubicBezTo>
                  <a:pt x="503936" y="438912"/>
                  <a:pt x="504935" y="452603"/>
                  <a:pt x="512064" y="463296"/>
                </a:cubicBezTo>
                <a:lnTo>
                  <a:pt x="536448" y="499872"/>
                </a:lnTo>
                <a:cubicBezTo>
                  <a:pt x="540512" y="516128"/>
                  <a:pt x="543825" y="532590"/>
                  <a:pt x="548640" y="548640"/>
                </a:cubicBezTo>
                <a:lnTo>
                  <a:pt x="585216" y="658368"/>
                </a:lnTo>
                <a:cubicBezTo>
                  <a:pt x="589280" y="670560"/>
                  <a:pt x="594888" y="682342"/>
                  <a:pt x="597408" y="694944"/>
                </a:cubicBezTo>
                <a:cubicBezTo>
                  <a:pt x="601472" y="715264"/>
                  <a:pt x="606449" y="735423"/>
                  <a:pt x="609600" y="755904"/>
                </a:cubicBezTo>
                <a:cubicBezTo>
                  <a:pt x="614582" y="788288"/>
                  <a:pt x="615931" y="821203"/>
                  <a:pt x="621792" y="853440"/>
                </a:cubicBezTo>
                <a:cubicBezTo>
                  <a:pt x="624091" y="866084"/>
                  <a:pt x="625956" y="879981"/>
                  <a:pt x="633984" y="890016"/>
                </a:cubicBezTo>
                <a:cubicBezTo>
                  <a:pt x="643138" y="901458"/>
                  <a:pt x="657170" y="908449"/>
                  <a:pt x="670560" y="914400"/>
                </a:cubicBezTo>
                <a:cubicBezTo>
                  <a:pt x="694048" y="924839"/>
                  <a:pt x="743712" y="938784"/>
                  <a:pt x="743712" y="938784"/>
                </a:cubicBezTo>
                <a:cubicBezTo>
                  <a:pt x="811069" y="1039820"/>
                  <a:pt x="785372" y="983505"/>
                  <a:pt x="816864" y="1109472"/>
                </a:cubicBezTo>
                <a:lnTo>
                  <a:pt x="829056" y="1158240"/>
                </a:lnTo>
                <a:cubicBezTo>
                  <a:pt x="833120" y="1223264"/>
                  <a:pt x="817634" y="1292591"/>
                  <a:pt x="841248" y="1353312"/>
                </a:cubicBezTo>
                <a:cubicBezTo>
                  <a:pt x="850564" y="1377267"/>
                  <a:pt x="888726" y="1376473"/>
                  <a:pt x="914400" y="1377696"/>
                </a:cubicBezTo>
                <a:lnTo>
                  <a:pt x="1170432" y="1389888"/>
                </a:lnTo>
                <a:cubicBezTo>
                  <a:pt x="1182624" y="1402080"/>
                  <a:pt x="1193398" y="1415878"/>
                  <a:pt x="1207008" y="1426464"/>
                </a:cubicBezTo>
                <a:cubicBezTo>
                  <a:pt x="1230141" y="1444456"/>
                  <a:pt x="1259438" y="1454510"/>
                  <a:pt x="1280160" y="1475232"/>
                </a:cubicBezTo>
                <a:cubicBezTo>
                  <a:pt x="1327097" y="1522169"/>
                  <a:pt x="1302390" y="1502244"/>
                  <a:pt x="1353312" y="1536192"/>
                </a:cubicBezTo>
                <a:cubicBezTo>
                  <a:pt x="1369568" y="1560576"/>
                  <a:pt x="1381358" y="1588622"/>
                  <a:pt x="1402080" y="1609344"/>
                </a:cubicBezTo>
                <a:cubicBezTo>
                  <a:pt x="1414272" y="1621536"/>
                  <a:pt x="1428070" y="1632310"/>
                  <a:pt x="1438656" y="1645920"/>
                </a:cubicBezTo>
                <a:cubicBezTo>
                  <a:pt x="1473321" y="1690490"/>
                  <a:pt x="1468933" y="1727028"/>
                  <a:pt x="1524000" y="1731264"/>
                </a:cubicBezTo>
                <a:cubicBezTo>
                  <a:pt x="1617285" y="1738440"/>
                  <a:pt x="1710944" y="1739392"/>
                  <a:pt x="1804416" y="1743456"/>
                </a:cubicBezTo>
                <a:cubicBezTo>
                  <a:pt x="1830506" y="1752153"/>
                  <a:pt x="1858104" y="1757788"/>
                  <a:pt x="1877568" y="1780032"/>
                </a:cubicBezTo>
                <a:cubicBezTo>
                  <a:pt x="1896866" y="1802087"/>
                  <a:pt x="1910080" y="1828800"/>
                  <a:pt x="1926336" y="1853184"/>
                </a:cubicBezTo>
                <a:lnTo>
                  <a:pt x="1950720" y="1889760"/>
                </a:lnTo>
                <a:cubicBezTo>
                  <a:pt x="1958848" y="1901952"/>
                  <a:pt x="1962912" y="1918208"/>
                  <a:pt x="1975104" y="1926336"/>
                </a:cubicBezTo>
                <a:cubicBezTo>
                  <a:pt x="1987296" y="1934464"/>
                  <a:pt x="2000423" y="1941339"/>
                  <a:pt x="2011680" y="1950720"/>
                </a:cubicBezTo>
                <a:cubicBezTo>
                  <a:pt x="2024926" y="1961758"/>
                  <a:pt x="2033184" y="1978923"/>
                  <a:pt x="2048256" y="1987296"/>
                </a:cubicBezTo>
                <a:cubicBezTo>
                  <a:pt x="2070724" y="1999778"/>
                  <a:pt x="2121408" y="2011680"/>
                  <a:pt x="2121408" y="2011680"/>
                </a:cubicBezTo>
                <a:lnTo>
                  <a:pt x="2218944" y="1999488"/>
                </a:lnTo>
                <a:cubicBezTo>
                  <a:pt x="2247429" y="1995690"/>
                  <a:pt x="2275551" y="1987296"/>
                  <a:pt x="2304288" y="1987296"/>
                </a:cubicBezTo>
                <a:cubicBezTo>
                  <a:pt x="2329008" y="1987296"/>
                  <a:pt x="2353056" y="1995424"/>
                  <a:pt x="2377440" y="1999488"/>
                </a:cubicBezTo>
                <a:cubicBezTo>
                  <a:pt x="2401824" y="2015744"/>
                  <a:pt x="2434336" y="2023872"/>
                  <a:pt x="2450592" y="2048256"/>
                </a:cubicBezTo>
                <a:cubicBezTo>
                  <a:pt x="2458720" y="2060448"/>
                  <a:pt x="2464615" y="2074471"/>
                  <a:pt x="2474976" y="2084832"/>
                </a:cubicBezTo>
                <a:cubicBezTo>
                  <a:pt x="2485337" y="2095193"/>
                  <a:pt x="2500600" y="2099481"/>
                  <a:pt x="2511552" y="2109216"/>
                </a:cubicBezTo>
                <a:cubicBezTo>
                  <a:pt x="2537326" y="2132126"/>
                  <a:pt x="2560320" y="2157984"/>
                  <a:pt x="2584704" y="2182368"/>
                </a:cubicBezTo>
                <a:lnTo>
                  <a:pt x="2657856" y="2255520"/>
                </a:lnTo>
                <a:cubicBezTo>
                  <a:pt x="2670048" y="2267712"/>
                  <a:pt x="2680086" y="2282532"/>
                  <a:pt x="2694432" y="2292096"/>
                </a:cubicBezTo>
                <a:cubicBezTo>
                  <a:pt x="2856806" y="2400346"/>
                  <a:pt x="2616153" y="2244544"/>
                  <a:pt x="2767584" y="2328672"/>
                </a:cubicBezTo>
                <a:cubicBezTo>
                  <a:pt x="2793202" y="2342904"/>
                  <a:pt x="2816352" y="2361184"/>
                  <a:pt x="2840736" y="2377440"/>
                </a:cubicBezTo>
                <a:cubicBezTo>
                  <a:pt x="2877802" y="2402151"/>
                  <a:pt x="2900065" y="2421626"/>
                  <a:pt x="2950464" y="2426208"/>
                </a:cubicBezTo>
                <a:lnTo>
                  <a:pt x="3084576" y="2438400"/>
                </a:lnTo>
                <a:cubicBezTo>
                  <a:pt x="3100832" y="2462784"/>
                  <a:pt x="3124077" y="2483750"/>
                  <a:pt x="3133344" y="2511552"/>
                </a:cubicBezTo>
                <a:cubicBezTo>
                  <a:pt x="3141472" y="2535936"/>
                  <a:pt x="3143471" y="2563318"/>
                  <a:pt x="3157728" y="2584704"/>
                </a:cubicBezTo>
                <a:cubicBezTo>
                  <a:pt x="3165856" y="2596896"/>
                  <a:pt x="3175559" y="2608174"/>
                  <a:pt x="3182112" y="2621280"/>
                </a:cubicBezTo>
                <a:cubicBezTo>
                  <a:pt x="3187859" y="2632775"/>
                  <a:pt x="3188557" y="2646361"/>
                  <a:pt x="3194304" y="2657856"/>
                </a:cubicBezTo>
                <a:cubicBezTo>
                  <a:pt x="3209399" y="2688046"/>
                  <a:pt x="3223913" y="2704882"/>
                  <a:pt x="3255264" y="2718816"/>
                </a:cubicBezTo>
                <a:cubicBezTo>
                  <a:pt x="3278752" y="2729255"/>
                  <a:pt x="3304032" y="2735072"/>
                  <a:pt x="3328416" y="2743200"/>
                </a:cubicBezTo>
                <a:lnTo>
                  <a:pt x="3364992" y="2755392"/>
                </a:lnTo>
                <a:cubicBezTo>
                  <a:pt x="3377184" y="2759456"/>
                  <a:pt x="3389100" y="2764467"/>
                  <a:pt x="3401568" y="2767584"/>
                </a:cubicBezTo>
                <a:cubicBezTo>
                  <a:pt x="3417824" y="2771648"/>
                  <a:pt x="3434286" y="2774961"/>
                  <a:pt x="3450336" y="2779776"/>
                </a:cubicBezTo>
                <a:cubicBezTo>
                  <a:pt x="3474955" y="2787162"/>
                  <a:pt x="3523488" y="2804160"/>
                  <a:pt x="3523488" y="2804160"/>
                </a:cubicBezTo>
                <a:cubicBezTo>
                  <a:pt x="3570866" y="2839694"/>
                  <a:pt x="3624363" y="2876224"/>
                  <a:pt x="3657600" y="2926080"/>
                </a:cubicBezTo>
                <a:cubicBezTo>
                  <a:pt x="3665728" y="2938272"/>
                  <a:pt x="3670957" y="2953007"/>
                  <a:pt x="3681984" y="2962656"/>
                </a:cubicBezTo>
                <a:cubicBezTo>
                  <a:pt x="3740161" y="3013561"/>
                  <a:pt x="3759225" y="3012787"/>
                  <a:pt x="3828288" y="3035808"/>
                </a:cubicBezTo>
                <a:lnTo>
                  <a:pt x="3864864" y="3048000"/>
                </a:lnTo>
                <a:cubicBezTo>
                  <a:pt x="3997903" y="3092346"/>
                  <a:pt x="3888599" y="3059678"/>
                  <a:pt x="4206240" y="3072384"/>
                </a:cubicBezTo>
                <a:cubicBezTo>
                  <a:pt x="4251319" y="3087410"/>
                  <a:pt x="4244266" y="3079001"/>
                  <a:pt x="4279392" y="3121152"/>
                </a:cubicBezTo>
                <a:cubicBezTo>
                  <a:pt x="4301634" y="3147842"/>
                  <a:pt x="4307189" y="3175880"/>
                  <a:pt x="4340352" y="3194304"/>
                </a:cubicBezTo>
                <a:cubicBezTo>
                  <a:pt x="4362820" y="3206786"/>
                  <a:pt x="4413504" y="3218688"/>
                  <a:pt x="4413504" y="3218688"/>
                </a:cubicBezTo>
                <a:cubicBezTo>
                  <a:pt x="4533139" y="3205395"/>
                  <a:pt x="4597218" y="3192032"/>
                  <a:pt x="4730496" y="3218688"/>
                </a:cubicBezTo>
                <a:cubicBezTo>
                  <a:pt x="4747403" y="3222069"/>
                  <a:pt x="4752726" y="3245700"/>
                  <a:pt x="4767072" y="3255264"/>
                </a:cubicBezTo>
                <a:cubicBezTo>
                  <a:pt x="4777765" y="3262393"/>
                  <a:pt x="4791456" y="3263392"/>
                  <a:pt x="4803648" y="3267456"/>
                </a:cubicBezTo>
                <a:cubicBezTo>
                  <a:pt x="4838614" y="3263959"/>
                  <a:pt x="4918206" y="3265041"/>
                  <a:pt x="4962144" y="3243072"/>
                </a:cubicBezTo>
                <a:cubicBezTo>
                  <a:pt x="4967285" y="3240502"/>
                  <a:pt x="4970272" y="3234944"/>
                  <a:pt x="4974336" y="3230880"/>
                </a:cubicBezTo>
              </a:path>
            </a:pathLst>
          </a:custGeom>
          <a:noFill/>
          <a:ln w="38100">
            <a:solidFill>
              <a:srgbClr val="002060"/>
            </a:solidFill>
            <a:prstDash val="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7329D04F-4422-C743-8BA5-9381B971F2E4}"/>
              </a:ext>
            </a:extLst>
          </p:cNvPr>
          <p:cNvSpPr txBox="1"/>
          <p:nvPr/>
        </p:nvSpPr>
        <p:spPr>
          <a:xfrm>
            <a:off x="4953650" y="3120628"/>
            <a:ext cx="18389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1" dirty="0">
                <a:solidFill>
                  <a:srgbClr val="002060"/>
                </a:solidFill>
              </a:rPr>
              <a:t>Pareto Frontier</a:t>
            </a:r>
          </a:p>
        </p:txBody>
      </p:sp>
      <p:sp>
        <p:nvSpPr>
          <p:cNvPr id="17" name="TextBox 16">
            <a:extLst>
              <a:ext uri="{FF2B5EF4-FFF2-40B4-BE49-F238E27FC236}">
                <a16:creationId xmlns:a16="http://schemas.microsoft.com/office/drawing/2014/main" id="{C8E5B659-A226-FA4D-91C9-5043C5256D82}"/>
              </a:ext>
            </a:extLst>
          </p:cNvPr>
          <p:cNvSpPr txBox="1"/>
          <p:nvPr/>
        </p:nvSpPr>
        <p:spPr>
          <a:xfrm>
            <a:off x="6375752" y="1826209"/>
            <a:ext cx="244169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b="1" dirty="0">
                <a:solidFill>
                  <a:srgbClr val="C00000"/>
                </a:solidFill>
              </a:rPr>
              <a:t>Explainable ML Goal</a:t>
            </a:r>
          </a:p>
        </p:txBody>
      </p:sp>
    </p:spTree>
    <p:extLst>
      <p:ext uri="{BB962C8B-B14F-4D97-AF65-F5344CB8AC3E}">
        <p14:creationId xmlns:p14="http://schemas.microsoft.com/office/powerpoint/2010/main" val="394354942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72639d37ef_1_105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</a:pPr>
            <a:r>
              <a:rPr lang="en-US" dirty="0"/>
              <a:t>Case Study: Evaluating an Explainable ML System</a:t>
            </a:r>
            <a:endParaRPr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CEF18AB2-0051-AA41-BFF6-FC217CB0D4F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34950" y="1104900"/>
            <a:ext cx="11722100" cy="4648200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g72639d37ef_1_105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</a:pPr>
            <a:r>
              <a:rPr lang="en-US" dirty="0"/>
              <a:t>Case Study: Evaluating an Explainable ML System</a:t>
            </a:r>
            <a:endParaRPr dirty="0"/>
          </a:p>
        </p:txBody>
      </p:sp>
      <p:sp>
        <p:nvSpPr>
          <p:cNvPr id="197" name="Google Shape;197;g72639d37ef_1_105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457200" lvl="0" indent="-419100" algn="l" rtl="0">
              <a:spcBef>
                <a:spcPts val="0"/>
              </a:spcBef>
              <a:spcAft>
                <a:spcPts val="0"/>
              </a:spcAft>
              <a:buSzPts val="3000"/>
              <a:buChar char="●"/>
            </a:pPr>
            <a:r>
              <a:rPr lang="en-US" sz="3000" dirty="0"/>
              <a:t>Application: Preventing </a:t>
            </a:r>
            <a:r>
              <a:rPr lang="en-US" sz="3000" dirty="0" err="1"/>
              <a:t>Hypoxaemia</a:t>
            </a:r>
            <a:r>
              <a:rPr lang="en-US" sz="3000" dirty="0"/>
              <a:t> During Surgery</a:t>
            </a:r>
            <a:endParaRPr sz="3000" dirty="0"/>
          </a:p>
          <a:p>
            <a:pPr marL="914400" lvl="1" indent="-419100" algn="l" rtl="0">
              <a:spcBef>
                <a:spcPts val="2100"/>
              </a:spcBef>
              <a:spcAft>
                <a:spcPts val="0"/>
              </a:spcAft>
              <a:buSzPts val="3000"/>
              <a:buChar char="○"/>
            </a:pPr>
            <a:r>
              <a:rPr lang="en-US" sz="3000" dirty="0"/>
              <a:t>Low arterial blood oxygen tension</a:t>
            </a:r>
            <a:endParaRPr sz="3000" dirty="0"/>
          </a:p>
          <a:p>
            <a:pPr marL="914400" lvl="1" indent="-419100" algn="l" rtl="0">
              <a:spcBef>
                <a:spcPts val="2100"/>
              </a:spcBef>
              <a:spcAft>
                <a:spcPts val="0"/>
              </a:spcAft>
              <a:buSzPts val="3000"/>
              <a:buChar char="○"/>
            </a:pPr>
            <a:r>
              <a:rPr lang="en-US" sz="3000" dirty="0"/>
              <a:t>Good predictions would allow anesthesiologists to take preventative measures during surgery</a:t>
            </a:r>
            <a:br>
              <a:rPr lang="en-US" sz="3000" dirty="0"/>
            </a:br>
            <a:endParaRPr sz="3000" dirty="0"/>
          </a:p>
          <a:p>
            <a:pPr marL="457200" lvl="0" indent="-419100" algn="l" rtl="0">
              <a:spcBef>
                <a:spcPts val="0"/>
              </a:spcBef>
              <a:spcAft>
                <a:spcPts val="0"/>
              </a:spcAft>
              <a:buSzPts val="3000"/>
              <a:buChar char="●"/>
            </a:pPr>
            <a:r>
              <a:rPr lang="en-US" sz="3000" dirty="0"/>
              <a:t>User study comparing predictive performance of humans and models</a:t>
            </a:r>
            <a:endParaRPr sz="3000" dirty="0"/>
          </a:p>
          <a:p>
            <a:pPr marL="45720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</a:pPr>
            <a:endParaRPr dirty="0"/>
          </a:p>
          <a:p>
            <a:pPr marL="45720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1893626771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g72639d37ef_1_20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Arial"/>
              <a:buNone/>
            </a:pPr>
            <a:r>
              <a:rPr lang="en-US" dirty="0"/>
              <a:t>Case Study: Evaluating an Explainable ML System</a:t>
            </a:r>
            <a:endParaRPr dirty="0"/>
          </a:p>
        </p:txBody>
      </p:sp>
      <p:pic>
        <p:nvPicPr>
          <p:cNvPr id="203" name="Google Shape;203;g72639d37ef_1_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401088" y="1193554"/>
            <a:ext cx="9389725" cy="54447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72639d37ef_1_26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Arial"/>
              <a:buNone/>
            </a:pPr>
            <a:r>
              <a:rPr lang="en-US" dirty="0"/>
              <a:t>Case Study: Evaluating an Explainable ML System</a:t>
            </a:r>
            <a:endParaRPr dirty="0"/>
          </a:p>
        </p:txBody>
      </p:sp>
      <p:pic>
        <p:nvPicPr>
          <p:cNvPr id="209" name="Google Shape;209;g72639d37ef_1_2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585750" y="1499334"/>
            <a:ext cx="11020400" cy="4896050"/>
          </a:xfrm>
          <a:prstGeom prst="rect">
            <a:avLst/>
          </a:prstGeom>
          <a:noFill/>
          <a:ln>
            <a:noFill/>
          </a:ln>
        </p:spPr>
      </p:pic>
    </p:spTree>
    <p:extLst>
      <p:ext uri="{BB962C8B-B14F-4D97-AF65-F5344CB8AC3E}">
        <p14:creationId xmlns:p14="http://schemas.microsoft.com/office/powerpoint/2010/main" val="2937725588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g72639d37ef_1_26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3700"/>
              <a:buFont typeface="Arial"/>
              <a:buNone/>
            </a:pPr>
            <a:r>
              <a:rPr lang="en-US" dirty="0"/>
              <a:t>Case Study: Evaluating an Explainable ML System</a:t>
            </a:r>
            <a:endParaRPr dirty="0"/>
          </a:p>
        </p:txBody>
      </p:sp>
      <p:pic>
        <p:nvPicPr>
          <p:cNvPr id="209" name="Google Shape;209;g72639d37ef_1_26"/>
          <p:cNvPicPr preferRelativeResize="0"/>
          <p:nvPr/>
        </p:nvPicPr>
        <p:blipFill rotWithShape="1">
          <a:blip r:embed="rId3">
            <a:alphaModFix/>
          </a:blip>
          <a:srcRect r="50000"/>
          <a:stretch/>
        </p:blipFill>
        <p:spPr>
          <a:xfrm>
            <a:off x="78373" y="1048511"/>
            <a:ext cx="6440855" cy="5722925"/>
          </a:xfrm>
          <a:prstGeom prst="rect">
            <a:avLst/>
          </a:prstGeom>
          <a:noFill/>
          <a:ln>
            <a:noFill/>
          </a:ln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61FD438B-D5AF-0F4B-B584-5BEAE6C0566D}"/>
              </a:ext>
            </a:extLst>
          </p:cNvPr>
          <p:cNvSpPr txBox="1"/>
          <p:nvPr/>
        </p:nvSpPr>
        <p:spPr>
          <a:xfrm>
            <a:off x="7157313" y="1226116"/>
            <a:ext cx="4721164" cy="95410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sz="2800" dirty="0"/>
              <a:t>What can we conclude from </a:t>
            </a:r>
          </a:p>
          <a:p>
            <a:pPr algn="ctr"/>
            <a:r>
              <a:rPr lang="en-US" sz="2800" dirty="0"/>
              <a:t>these results?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F86AC487-A725-7146-B2B5-0B0A15EB90D7}"/>
              </a:ext>
            </a:extLst>
          </p:cNvPr>
          <p:cNvSpPr txBox="1"/>
          <p:nvPr/>
        </p:nvSpPr>
        <p:spPr>
          <a:xfrm>
            <a:off x="5098573" y="2922691"/>
            <a:ext cx="2501006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7FF346"/>
                </a:solidFill>
              </a:rPr>
              <a:t>Human Alone</a:t>
            </a:r>
          </a:p>
        </p:txBody>
      </p:sp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5F6C28AE-E036-FF46-A930-A27B2BF96891}"/>
              </a:ext>
            </a:extLst>
          </p:cNvPr>
          <p:cNvCxnSpPr>
            <a:cxnSpLocks/>
          </p:cNvCxnSpPr>
          <p:nvPr/>
        </p:nvCxnSpPr>
        <p:spPr>
          <a:xfrm flipH="1" flipV="1">
            <a:off x="4635732" y="2634842"/>
            <a:ext cx="473816" cy="518874"/>
          </a:xfrm>
          <a:prstGeom prst="straightConnector1">
            <a:avLst/>
          </a:prstGeom>
          <a:ln w="57150">
            <a:solidFill>
              <a:srgbClr val="7FF346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TextBox 9">
            <a:extLst>
              <a:ext uri="{FF2B5EF4-FFF2-40B4-BE49-F238E27FC236}">
                <a16:creationId xmlns:a16="http://schemas.microsoft.com/office/drawing/2014/main" id="{EC567C7D-D073-8340-ABE9-9BE365F03723}"/>
              </a:ext>
            </a:extLst>
          </p:cNvPr>
          <p:cNvSpPr txBox="1"/>
          <p:nvPr/>
        </p:nvSpPr>
        <p:spPr>
          <a:xfrm>
            <a:off x="4373233" y="3426036"/>
            <a:ext cx="370967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356BF4"/>
                </a:solidFill>
              </a:rPr>
              <a:t>Human + ML System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30220F4-F5E0-564A-8945-F2460EB9B2D0}"/>
              </a:ext>
            </a:extLst>
          </p:cNvPr>
          <p:cNvSpPr txBox="1"/>
          <p:nvPr/>
        </p:nvSpPr>
        <p:spPr>
          <a:xfrm>
            <a:off x="3778904" y="4029606"/>
            <a:ext cx="3180679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800" b="1" dirty="0">
                <a:solidFill>
                  <a:srgbClr val="E94B9E"/>
                </a:solidFill>
              </a:rPr>
              <a:t>ML System Alone</a:t>
            </a: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7BF7F269-36CE-A148-8A1B-C1C158652C03}"/>
              </a:ext>
            </a:extLst>
          </p:cNvPr>
          <p:cNvSpPr/>
          <p:nvPr/>
        </p:nvSpPr>
        <p:spPr>
          <a:xfrm>
            <a:off x="3035808" y="4560712"/>
            <a:ext cx="3192260" cy="828152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956F0012-B6B8-5D4A-AE36-AF6BB4C7A3A5}"/>
              </a:ext>
            </a:extLst>
          </p:cNvPr>
          <p:cNvCxnSpPr>
            <a:cxnSpLocks/>
          </p:cNvCxnSpPr>
          <p:nvPr/>
        </p:nvCxnSpPr>
        <p:spPr>
          <a:xfrm flipH="1" flipV="1">
            <a:off x="3401568" y="2828394"/>
            <a:ext cx="956958" cy="903370"/>
          </a:xfrm>
          <a:prstGeom prst="straightConnector1">
            <a:avLst/>
          </a:prstGeom>
          <a:ln w="57150">
            <a:solidFill>
              <a:srgbClr val="356BF4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ECCB2113-B6F1-B446-8848-44361068F627}"/>
              </a:ext>
            </a:extLst>
          </p:cNvPr>
          <p:cNvCxnSpPr>
            <a:cxnSpLocks/>
          </p:cNvCxnSpPr>
          <p:nvPr/>
        </p:nvCxnSpPr>
        <p:spPr>
          <a:xfrm flipH="1" flipV="1">
            <a:off x="2480408" y="3053606"/>
            <a:ext cx="1298998" cy="1232894"/>
          </a:xfrm>
          <a:prstGeom prst="straightConnector1">
            <a:avLst/>
          </a:prstGeom>
          <a:ln w="57150">
            <a:solidFill>
              <a:srgbClr val="E94B9E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7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</a:pPr>
            <a:r>
              <a:rPr lang="en-US" sz="4320" dirty="0"/>
              <a:t>Many Approaches to Model Explanations</a:t>
            </a:r>
            <a:endParaRPr dirty="0"/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0309EA63-AF1B-4349-948A-D131B77E62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1642350"/>
            <a:ext cx="12192000" cy="3573300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65945B49-8762-E342-B4F4-65D4FAB130D0}"/>
              </a:ext>
            </a:extLst>
          </p:cNvPr>
          <p:cNvSpPr txBox="1"/>
          <p:nvPr/>
        </p:nvSpPr>
        <p:spPr>
          <a:xfrm>
            <a:off x="0" y="6309772"/>
            <a:ext cx="4602542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400" dirty="0" err="1"/>
              <a:t>Bodria</a:t>
            </a:r>
            <a:r>
              <a:rPr lang="en-US" sz="2400" dirty="0"/>
              <a:t> et al, arxiv:2102.13076v1</a:t>
            </a:r>
          </a:p>
        </p:txBody>
      </p:sp>
    </p:spTree>
    <p:extLst>
      <p:ext uri="{BB962C8B-B14F-4D97-AF65-F5344CB8AC3E}">
        <p14:creationId xmlns:p14="http://schemas.microsoft.com/office/powerpoint/2010/main" val="1368328384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49C3AB-BB95-88F1-E421-6A5E10E1C58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FA0054-7A1D-8CF9-4632-B873719E0B1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Types of </a:t>
            </a:r>
            <a:r>
              <a:rPr lang="en-US" dirty="0" err="1"/>
              <a:t>Interpretablity</a:t>
            </a:r>
            <a:r>
              <a:rPr lang="en-US" dirty="0"/>
              <a:t> Methods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592D8E-309B-ADFF-75C9-820C0F2B840C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Global vs Local</a:t>
            </a:r>
          </a:p>
          <a:p>
            <a:r>
              <a:rPr lang="en-US" dirty="0"/>
              <a:t>Inherently Interpretable models vs Post-hoc model agnostic</a:t>
            </a:r>
          </a:p>
        </p:txBody>
      </p:sp>
    </p:spTree>
    <p:extLst>
      <p:ext uri="{BB962C8B-B14F-4D97-AF65-F5344CB8AC3E}">
        <p14:creationId xmlns:p14="http://schemas.microsoft.com/office/powerpoint/2010/main" val="3038106125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4A1781-6F03-BCB9-2A6D-E0B292EB727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CC566F7-F466-B673-3262-E20C76F10F9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Global vs. Local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AE83382-D87E-31EB-0F5D-BBFAE53BA57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76200" indent="0">
              <a:buNone/>
            </a:pPr>
            <a:endParaRPr lang="en-US" dirty="0"/>
          </a:p>
          <a:p>
            <a:r>
              <a:rPr lang="en-US" dirty="0"/>
              <a:t>Global: how the entire model behaves on average.</a:t>
            </a:r>
          </a:p>
          <a:p>
            <a:pPr marL="76200" indent="0">
              <a:buNone/>
            </a:pPr>
            <a:r>
              <a:rPr lang="en-US" dirty="0"/>
              <a:t>		e.g. feature importance, coefficients, partial-dependence plots.</a:t>
            </a:r>
          </a:p>
          <a:p>
            <a:endParaRPr lang="en-US" dirty="0"/>
          </a:p>
          <a:p>
            <a:r>
              <a:rPr lang="en-US" dirty="0"/>
              <a:t>Local: why one prediction was made.</a:t>
            </a:r>
          </a:p>
          <a:p>
            <a:pPr lvl="1"/>
            <a:r>
              <a:rPr lang="en-US" dirty="0"/>
              <a:t>e.g. SHAP or LIME explanation for a single case.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30643369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BD0CA81-F948-C6E5-F3C0-40986A0AB7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BC859A0-0EE8-B652-2890-A75667C3D4F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b="1" dirty="0"/>
              <a:t>Intrinsic vs. Post-hoc</a:t>
            </a:r>
            <a:br>
              <a:rPr lang="en-US" b="1" dirty="0"/>
            </a:b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AF454B1-205D-8040-3F2B-F1F4E379FAB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b="1" dirty="0"/>
              <a:t>Intrinsic</a:t>
            </a:r>
            <a:r>
              <a:rPr lang="en-US" dirty="0"/>
              <a:t> — Model itself is understandable (e.g., linear regression, decision trees, generalized additive models).</a:t>
            </a:r>
          </a:p>
          <a:p>
            <a:r>
              <a:rPr lang="en-US" b="1" dirty="0"/>
              <a:t>Post-hoc</a:t>
            </a:r>
            <a:r>
              <a:rPr lang="en-US" dirty="0"/>
              <a:t> — Use secondary methods to explain black boxes (e.g., SHAP, LIME, Grad-CAM).</a:t>
            </a:r>
          </a:p>
          <a:p>
            <a:endParaRPr lang="en-US" dirty="0"/>
          </a:p>
          <a:p>
            <a:endParaRPr lang="en-US" dirty="0"/>
          </a:p>
          <a:p>
            <a:pPr marL="76200" indent="0" algn="ctr">
              <a:buNone/>
            </a:pPr>
            <a:r>
              <a:rPr lang="en-US" sz="4000" dirty="0"/>
              <a:t>Tradeoffs?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74145211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7"/>
          <p:cNvSpPr txBox="1">
            <a:spLocks noGrp="1"/>
          </p:cNvSpPr>
          <p:nvPr>
            <p:ph type="title"/>
          </p:nvPr>
        </p:nvSpPr>
        <p:spPr>
          <a:xfrm>
            <a:off x="415600" y="86563"/>
            <a:ext cx="11360700" cy="76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rmAutofit fontScale="90000"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3700"/>
              <a:buNone/>
            </a:pPr>
            <a:r>
              <a:rPr lang="en-US" sz="4320" dirty="0"/>
              <a:t>Some of the teams will explore the following…</a:t>
            </a:r>
            <a:endParaRPr dirty="0"/>
          </a:p>
        </p:txBody>
      </p:sp>
      <p:sp>
        <p:nvSpPr>
          <p:cNvPr id="5" name="Google Shape;197;g72639d37ef_1_105">
            <a:extLst>
              <a:ext uri="{FF2B5EF4-FFF2-40B4-BE49-F238E27FC236}">
                <a16:creationId xmlns:a16="http://schemas.microsoft.com/office/drawing/2014/main" id="{E8886E5F-8E40-E045-9E3E-1D768D1FE7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700" cy="455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marL="457200" lvl="0" indent="-419100" algn="l" rtl="0">
              <a:spcBef>
                <a:spcPts val="0"/>
              </a:spcBef>
              <a:spcAft>
                <a:spcPts val="0"/>
              </a:spcAft>
              <a:buSzPts val="3000"/>
              <a:buChar char="●"/>
            </a:pPr>
            <a:r>
              <a:rPr lang="en-US" sz="3000" dirty="0"/>
              <a:t>Inherently-Interpretable Models</a:t>
            </a:r>
            <a:br>
              <a:rPr lang="en-US" sz="3000" dirty="0"/>
            </a:br>
            <a:endParaRPr sz="3000" dirty="0"/>
          </a:p>
          <a:p>
            <a:pPr marL="457200" lvl="0" indent="-419100" algn="l" rtl="0">
              <a:spcBef>
                <a:spcPts val="0"/>
              </a:spcBef>
              <a:spcAft>
                <a:spcPts val="0"/>
              </a:spcAft>
              <a:buSzPts val="3000"/>
              <a:buChar char="●"/>
            </a:pPr>
            <a:r>
              <a:rPr lang="en-US" sz="3000" dirty="0"/>
              <a:t>Post-Hoc Individual Feature </a:t>
            </a:r>
            <a:r>
              <a:rPr lang="en-US" sz="3000" dirty="0" err="1"/>
              <a:t>Importances</a:t>
            </a:r>
            <a:br>
              <a:rPr lang="en-US" sz="3000" dirty="0"/>
            </a:br>
            <a:endParaRPr lang="en-US" sz="3000" dirty="0"/>
          </a:p>
          <a:p>
            <a:pPr marL="457200" lvl="0" indent="-419100" algn="l" rtl="0">
              <a:spcBef>
                <a:spcPts val="0"/>
              </a:spcBef>
              <a:spcAft>
                <a:spcPts val="0"/>
              </a:spcAft>
              <a:buSzPts val="3000"/>
              <a:buChar char="●"/>
            </a:pPr>
            <a:r>
              <a:rPr lang="en-US" sz="3000" dirty="0"/>
              <a:t>Prototypes</a:t>
            </a:r>
            <a:br>
              <a:rPr lang="en-US" sz="3000" dirty="0"/>
            </a:br>
            <a:endParaRPr lang="en-US" sz="3000" dirty="0"/>
          </a:p>
          <a:p>
            <a:pPr marL="457200" lvl="0" indent="-419100" algn="l" rtl="0">
              <a:spcBef>
                <a:spcPts val="0"/>
              </a:spcBef>
              <a:spcAft>
                <a:spcPts val="0"/>
              </a:spcAft>
              <a:buSzPts val="3000"/>
              <a:buChar char="●"/>
            </a:pPr>
            <a:r>
              <a:rPr lang="en-US" sz="3000" dirty="0"/>
              <a:t>Counterfactuals</a:t>
            </a:r>
            <a:endParaRPr sz="3000" dirty="0"/>
          </a:p>
          <a:p>
            <a:pPr marL="45720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</a:pPr>
            <a:endParaRPr dirty="0"/>
          </a:p>
          <a:p>
            <a:pPr marL="45720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434343"/>
              </a:buClr>
              <a:buSzPts val="2400"/>
              <a:buNone/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2106758077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F9D170B-7DB6-34AE-7826-A25DA8B214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Interpretability in Deep Learning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0F831D4D-C57B-C299-686B-2CCC5548522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Representation Interpretability vs Important features</a:t>
            </a:r>
          </a:p>
          <a:p>
            <a:endParaRPr lang="en-US" dirty="0"/>
          </a:p>
          <a:p>
            <a:r>
              <a:rPr lang="en-US" dirty="0"/>
              <a:t>Inputs are high-dimensional (pixels, tokens, embeddings).</a:t>
            </a:r>
          </a:p>
          <a:p>
            <a:endParaRPr lang="en-US" dirty="0"/>
          </a:p>
          <a:p>
            <a:r>
              <a:rPr lang="en-US" dirty="0"/>
              <a:t>Learned features are distributed and hierarchical.</a:t>
            </a:r>
          </a:p>
          <a:p>
            <a:endParaRPr lang="en-US" dirty="0"/>
          </a:p>
          <a:p>
            <a:r>
              <a:rPr lang="en-US" dirty="0"/>
              <a:t>Internal activations don’t correspond directly to human-interpretable concepts.</a:t>
            </a:r>
          </a:p>
          <a:p>
            <a:pPr lvl="1"/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02619873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C9369E2-566C-2728-8D59-155CD935CFF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Common types of methods for Deep Learning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DF77C67-55D6-A510-ED69-62F80061EF8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Saliency and Gradient-Based Methods</a:t>
            </a:r>
          </a:p>
          <a:p>
            <a:pPr lvl="1"/>
            <a:r>
              <a:rPr lang="en-US" dirty="0"/>
              <a:t>Attribute importance to input features by measuring how small changes in input affect model output.</a:t>
            </a:r>
          </a:p>
          <a:p>
            <a:pPr marL="565150" lvl="1" indent="0">
              <a:buNone/>
            </a:pPr>
            <a:endParaRPr lang="en-US" dirty="0"/>
          </a:p>
          <a:p>
            <a:r>
              <a:rPr lang="en-US" dirty="0"/>
              <a:t>Example- and Influence-Based Methods</a:t>
            </a:r>
          </a:p>
          <a:p>
            <a:pPr lvl="1"/>
            <a:r>
              <a:rPr lang="en-US" dirty="0"/>
              <a:t>explain </a:t>
            </a:r>
            <a:r>
              <a:rPr lang="en-US" i="1" dirty="0"/>
              <a:t>training examples</a:t>
            </a:r>
            <a:r>
              <a:rPr lang="en-US" dirty="0"/>
              <a:t> that most influenced a prediction.</a:t>
            </a:r>
          </a:p>
          <a:p>
            <a:pPr lvl="1"/>
            <a:endParaRPr lang="en-US" dirty="0"/>
          </a:p>
          <a:p>
            <a:r>
              <a:rPr lang="en-US" dirty="0"/>
              <a:t>Concept-Based Explanations</a:t>
            </a:r>
          </a:p>
        </p:txBody>
      </p:sp>
    </p:spTree>
    <p:extLst>
      <p:ext uri="{BB962C8B-B14F-4D97-AF65-F5344CB8AC3E}">
        <p14:creationId xmlns:p14="http://schemas.microsoft.com/office/powerpoint/2010/main" val="46234361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014A2BB-A997-4385-4A4C-A13DFE1A211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Explainability in Large Language Models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E2D825-5981-A2BB-AA42-5CF7D6EC98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5600" y="1151400"/>
            <a:ext cx="11360700" cy="4555200"/>
          </a:xfrm>
        </p:spPr>
        <p:txBody>
          <a:bodyPr/>
          <a:lstStyle/>
          <a:p>
            <a:r>
              <a:rPr lang="en-US" b="1" dirty="0"/>
              <a:t>Proxy interpretability</a:t>
            </a:r>
            <a:r>
              <a:rPr lang="en-US" dirty="0"/>
              <a:t> via attention, probing, and mechanistic inspection.</a:t>
            </a:r>
          </a:p>
          <a:p>
            <a:endParaRPr lang="en-US" dirty="0"/>
          </a:p>
          <a:p>
            <a:r>
              <a:rPr lang="en-US" b="1" dirty="0"/>
              <a:t>Attention-Based Explanations</a:t>
            </a:r>
          </a:p>
          <a:p>
            <a:pPr lvl="1"/>
            <a:r>
              <a:rPr lang="en-US" dirty="0"/>
              <a:t>Examine attention weights to see which input tokens influence output.</a:t>
            </a:r>
          </a:p>
          <a:p>
            <a:pPr lvl="1"/>
            <a:endParaRPr lang="en-US" dirty="0"/>
          </a:p>
          <a:p>
            <a:r>
              <a:rPr lang="en-US" dirty="0"/>
              <a:t>Probing and Representation Analysis</a:t>
            </a:r>
          </a:p>
          <a:p>
            <a:pPr lvl="1"/>
            <a:r>
              <a:rPr lang="en-US" dirty="0"/>
              <a:t>Identify what information is encoded in intermediate representations. Train simple probe classifiers on frozen embeddings (e.g., POS, gender, factuality).</a:t>
            </a:r>
          </a:p>
          <a:p>
            <a:r>
              <a:rPr lang="en-US" dirty="0"/>
              <a:t>Mechanistic Interpretability</a:t>
            </a:r>
          </a:p>
          <a:p>
            <a:pPr lvl="1"/>
            <a:r>
              <a:rPr lang="en-US" dirty="0"/>
              <a:t>Reverse-engineer neurons, circuits, and attention heads. Study individual components’ behavior to reveal structure or causal role.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425700413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9323871C-7CA8-1448-8FFC-1AE6E18389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Reminders</a:t>
            </a:r>
          </a:p>
        </p:txBody>
      </p:sp>
    </p:spTree>
    <p:extLst>
      <p:ext uri="{BB962C8B-B14F-4D97-AF65-F5344CB8AC3E}">
        <p14:creationId xmlns:p14="http://schemas.microsoft.com/office/powerpoint/2010/main" val="2906668534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APP_VERSION" val="1.5.0.0"/>
  <p:tag name="SLIDO_PRESENTATION_ID" val="46738545-1c62-4d84-8722-ef06e0a78309"/>
  <p:tag name="SLIDO_EVENT_UUID" val="0161bee7-9b52-48ab-bd01-308fc07c8a33"/>
  <p:tag name="SLIDO_EVENT_SECTION_UUID" val="53f7b2fd-9b37-4ce9-89ff-a9a7d9b782ad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TYPE" val="SlidoPoll"/>
  <p:tag name="SLIDO_POLL_UUID" val="6fb1bf6c-a13f-4d5d-b81f-99402930cc12"/>
  <p:tag name="SLIDO_TIMELINE" val="W3sic2hvd1Jlc3VsdHMiOmZhbHNlLCJwb2xsUXVlc3Rpb25VdWlkIjoiYTc0OGVlMWYtNzY1NC00YjMyLTg1OTEtNjIxNGM0NzAzNTNlIn0seyJzaG93UmVzdWx0cyI6dHJ1ZSwicG9sbFF1ZXN0aW9uVXVpZCI6ImE3NDhlZTFmLTc2NTQtNGIzMi04NTkxLTYyMTRjNDcwMzUzZSJ9XQ=="/>
</p:tagLst>
</file>

<file path=ppt/tags/tag3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OpenText"/>
</p:tagLst>
</file>

<file path=ppt/tags/tag4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ags/tag5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TYPE" val="SlidoPoll"/>
  <p:tag name="SLIDO_POLL_UUID" val="a66c6655-8cec-4e08-bd19-f9e3e4ec4293"/>
  <p:tag name="SLIDO_TIMELINE" val="W3sicG9sbFF1ZXN0aW9uVXVpZCI6ImQ0OTk1ZmIxLWNkMjQtNGYxOC1hNTRjLWE1YjZhOWFkODM0ZCIsInNob3dSZXN1bHRzIjpmYWxzZX0seyJwb2xsUXVlc3Rpb25VdWlkIjoiZDQ5OTVmYjEtY2QyNC00ZjE4LWE1NGMtYTViNmE5YWQ4MzRkIiwic2hvd1Jlc3VsdHMiOnRydWV9XQ=="/>
</p:tagLst>
</file>

<file path=ppt/tags/tag6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interaction_image"/>
  <p:tag name="INTERACTION_TYPE" val="OpenText"/>
</p:tagLst>
</file>

<file path=ppt/tags/tag7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LIDO_ELEMENT" val="title"/>
</p:tagLst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3048</TotalTime>
  <Words>1024</Words>
  <Application>Microsoft Macintosh PowerPoint</Application>
  <PresentationFormat>Widescreen</PresentationFormat>
  <Paragraphs>224</Paragraphs>
  <Slides>34</Slides>
  <Notes>23</Notes>
  <HiddenSlides>2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34</vt:i4>
      </vt:variant>
    </vt:vector>
  </HeadingPairs>
  <TitlesOfParts>
    <vt:vector size="37" baseType="lpstr">
      <vt:lpstr>Arial</vt:lpstr>
      <vt:lpstr>Calibri</vt:lpstr>
      <vt:lpstr>Simple Light</vt:lpstr>
      <vt:lpstr>PowerPoint Presentation</vt:lpstr>
      <vt:lpstr>PowerPoint Presentation</vt:lpstr>
      <vt:lpstr>What we’ll cover today</vt:lpstr>
      <vt:lpstr>PowerPoint Presentation</vt:lpstr>
      <vt:lpstr>Why do we want Interpretability?</vt:lpstr>
      <vt:lpstr>Why do we want Interpretability?</vt:lpstr>
      <vt:lpstr>Case Study: Pneumonia and Asthma</vt:lpstr>
      <vt:lpstr>Case Study: Pneumonia and Asthma</vt:lpstr>
      <vt:lpstr>Deeper Dive into Use Cases</vt:lpstr>
      <vt:lpstr>Deeper Dive into Use Cases</vt:lpstr>
      <vt:lpstr>PowerPoint Presentation</vt:lpstr>
      <vt:lpstr>What do we want from an explanation?</vt:lpstr>
      <vt:lpstr>How to interpret specific models</vt:lpstr>
      <vt:lpstr>How would we validate if an interpretability method is effective?</vt:lpstr>
      <vt:lpstr>Evaluating Explainable ML Methods</vt:lpstr>
      <vt:lpstr>Explainability vs Accuracy?</vt:lpstr>
      <vt:lpstr>Explainability vs “Accuracy”?</vt:lpstr>
      <vt:lpstr>Explainability vs Accuracy?</vt:lpstr>
      <vt:lpstr>Explainability vs Accuracy?</vt:lpstr>
      <vt:lpstr>Explainability vs Accuracy?</vt:lpstr>
      <vt:lpstr>Case Study: Evaluating an Explainable ML System</vt:lpstr>
      <vt:lpstr>Case Study: Evaluating an Explainable ML System</vt:lpstr>
      <vt:lpstr>Case Study: Evaluating an Explainable ML System</vt:lpstr>
      <vt:lpstr>Case Study: Evaluating an Explainable ML System</vt:lpstr>
      <vt:lpstr>Case Study: Evaluating an Explainable ML System</vt:lpstr>
      <vt:lpstr>Many Approaches to Model Explanations</vt:lpstr>
      <vt:lpstr>Types of Interpretablity Methods</vt:lpstr>
      <vt:lpstr>Global vs. Local</vt:lpstr>
      <vt:lpstr>Intrinsic vs. Post-hoc </vt:lpstr>
      <vt:lpstr>Some of the teams will explore the following…</vt:lpstr>
      <vt:lpstr>Interpretability in Deep Learning</vt:lpstr>
      <vt:lpstr>Common types of methods for Deep Learning</vt:lpstr>
      <vt:lpstr>Explainability in Large Language Models</vt:lpstr>
      <vt:lpstr>Reminders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Microsoft Office User</dc:creator>
  <cp:lastModifiedBy>Rayid Ghani</cp:lastModifiedBy>
  <cp:revision>28</cp:revision>
  <dcterms:created xsi:type="dcterms:W3CDTF">2020-01-14T19:43:43Z</dcterms:created>
  <dcterms:modified xsi:type="dcterms:W3CDTF">2025-11-13T19:01:29Z</dcterms:modified>
</cp:coreProperties>
</file>