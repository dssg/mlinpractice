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8" r:id="rId3"/>
    <p:sldId id="260" r:id="rId4"/>
    <p:sldId id="257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63"/>
    <p:restoredTop sz="94795"/>
  </p:normalViewPr>
  <p:slideViewPr>
    <p:cSldViewPr snapToGrid="0">
      <p:cViewPr varScale="1">
        <p:scale>
          <a:sx n="146" d="100"/>
          <a:sy n="146" d="100"/>
        </p:scale>
        <p:origin x="168" y="4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d8ed670a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d8ed670a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Data Issues</a:t>
            </a:r>
            <a:r>
              <a:rPr lang="en-US" dirty="0"/>
              <a:t> (bias, distribution shift, missing data, leakage).</a:t>
            </a:r>
          </a:p>
          <a:p>
            <a:r>
              <a:rPr lang="en-US" b="1" dirty="0"/>
              <a:t>Modeling / Evaluation Issues</a:t>
            </a:r>
            <a:r>
              <a:rPr lang="en-US" dirty="0"/>
              <a:t> (wrong metrics, overfitting, no causal grounding).</a:t>
            </a:r>
          </a:p>
          <a:p>
            <a:r>
              <a:rPr lang="en-US" b="1" dirty="0"/>
              <a:t>Deployment / Ops</a:t>
            </a:r>
            <a:r>
              <a:rPr lang="en-US" dirty="0"/>
              <a:t> (integration, monitoring, concept drift, lack of tests).</a:t>
            </a:r>
          </a:p>
          <a:p>
            <a:r>
              <a:rPr lang="en-US" b="1" dirty="0"/>
              <a:t>Human / Organizational</a:t>
            </a:r>
            <a:r>
              <a:rPr lang="en-US" dirty="0"/>
              <a:t> (incentives, adoption, governance, communication gaps).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-10650" y="-27575"/>
            <a:ext cx="9165300" cy="10857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089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6" r:id="rId5"/>
    <p:sldLayoutId id="2147483657" r:id="rId6"/>
    <p:sldLayoutId id="214748366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Why ML Systems can Fail in Practice</a:t>
            </a: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Rayid Ghani</a:t>
            </a:r>
            <a:endParaRPr dirty="0"/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3">
            <a:alphaModFix/>
          </a:blip>
          <a:srcRect b="63436"/>
          <a:stretch/>
        </p:blipFill>
        <p:spPr>
          <a:xfrm>
            <a:off x="2757488" y="3818150"/>
            <a:ext cx="3629025" cy="403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0AA9D-C6AC-4616-1D0E-7A66A6CAB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the discussion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D1613-EF24-3518-4DE6-A39ED37FC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Expose you to real-world failure modes of ML systems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Move beyond model accuracy on a data extract to </a:t>
            </a:r>
            <a:r>
              <a:rPr lang="en-US" i="1" dirty="0"/>
              <a:t>system-level problems</a:t>
            </a:r>
          </a:p>
          <a:p>
            <a:pPr marL="114300" indent="0">
              <a:buNone/>
            </a:pPr>
            <a:endParaRPr lang="en-US" i="1" dirty="0"/>
          </a:p>
          <a:p>
            <a:r>
              <a:rPr lang="en-US" dirty="0"/>
              <a:t>Encourage critical thinking about </a:t>
            </a:r>
            <a:r>
              <a:rPr lang="en-US" i="1" dirty="0"/>
              <a:t>preventing failures proactively at design time (before code and development)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50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BB88-23D0-BC2A-D097-02C67667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– Root causes of ML failure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A7957-5FDC-555D-45FB-167F41AE0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Issues</a:t>
            </a:r>
          </a:p>
          <a:p>
            <a:r>
              <a:rPr lang="en-US" dirty="0"/>
              <a:t>Modeling Issues</a:t>
            </a:r>
          </a:p>
          <a:p>
            <a:r>
              <a:rPr lang="en-US" dirty="0"/>
              <a:t>Deployment Issues</a:t>
            </a:r>
          </a:p>
          <a:p>
            <a:r>
              <a:rPr lang="en-US" dirty="0"/>
              <a:t>Organizational and People Issues</a:t>
            </a:r>
          </a:p>
        </p:txBody>
      </p:sp>
    </p:spTree>
    <p:extLst>
      <p:ext uri="{BB962C8B-B14F-4D97-AF65-F5344CB8AC3E}">
        <p14:creationId xmlns:p14="http://schemas.microsoft.com/office/powerpoint/2010/main" val="2597178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Recap – Root causes of ML failure</a:t>
            </a:r>
            <a:endParaRPr dirty="0"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tx1"/>
                </a:solidFill>
              </a:rPr>
              <a:t>Design and Development not matching the deployment setting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Drift: People change, Data changes, Behaviors change, you change the world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Wrong metric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User Interaction/Buy in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sz="1200" dirty="0">
              <a:solidFill>
                <a:schemeClr val="tx1"/>
              </a:solidFill>
            </a:endParaRPr>
          </a:p>
          <a:p>
            <a:pPr lvl="1" indent="-342900">
              <a:lnSpc>
                <a:spcPct val="150000"/>
              </a:lnSpc>
              <a:spcBef>
                <a:spcPts val="0"/>
              </a:spcBef>
              <a:buSzPts val="1800"/>
            </a:pPr>
            <a:endParaRPr sz="16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0498AB-30B6-A245-AB95-88053911351A}">
  <we:reference id="wa200006000" version="1.2.1.0" store="en-US" storeType="OMEX"/>
  <we:alternateReferences>
    <we:reference id="wa200006000" version="1.2.1.0" store="WA200006000" storeType="OMEX"/>
  </we:alternateReferences>
  <we:properties>
    <we:property name="document_UID" value="&quot;27f251dc-d477-4119-984f-bc5f573d9d8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3420</TotalTime>
  <Words>159</Words>
  <Application>Microsoft Macintosh PowerPoint</Application>
  <PresentationFormat>On-screen Show (16:9)</PresentationFormat>
  <Paragraphs>26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Why ML Systems can Fail in Practice </vt:lpstr>
      <vt:lpstr>Goals for the discussion today</vt:lpstr>
      <vt:lpstr>Recap – Root causes of ML failure</vt:lpstr>
      <vt:lpstr>Recap – Root causes of ML failure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Public Policy Lab (aka Data Analysis Class) </dc:title>
  <cp:lastModifiedBy>Rayid Ghani</cp:lastModifiedBy>
  <cp:revision>33</cp:revision>
  <dcterms:modified xsi:type="dcterms:W3CDTF">2025-08-28T17:39:52Z</dcterms:modified>
</cp:coreProperties>
</file>